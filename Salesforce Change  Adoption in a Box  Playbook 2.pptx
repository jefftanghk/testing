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3.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43" r:id="rId1"/>
    <p:sldMasterId id="2147483844" r:id="rId2"/>
    <p:sldMasterId id="2147483845" r:id="rId3"/>
    <p:sldMasterId id="2147483846" r:id="rId4"/>
  </p:sldMasterIdLst>
  <p:notesMasterIdLst>
    <p:notesMasterId r:id="rId31"/>
  </p:notesMasterIdLst>
  <p:sldIdLst>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Lst>
  <p:sldSz cx="9144000" cy="5143500" type="screen16x9"/>
  <p:notesSz cx="6858000" cy="9144000"/>
  <p:embeddedFontLst>
    <p:embeddedFont>
      <p:font typeface="Georgia" panose="02040502050405020303" pitchFamily="18" charset="0"/>
      <p:regular r:id="rId32"/>
      <p:bold r:id="rId33"/>
      <p:italic r:id="rId34"/>
      <p:boldItalic r:id="rId35"/>
    </p:embeddedFont>
    <p:embeddedFont>
      <p:font typeface="Georgia" panose="02040502050405020303" pitchFamily="18" charset="0"/>
      <p:regular r:id="rId32"/>
      <p:bold r:id="rId33"/>
      <p:italic r:id="rId34"/>
      <p:boldItalic r:id="rId35"/>
    </p:embeddedFon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E8407B-1261-46C3-B5A8-4D40B4F10EF5}">
  <a:tblStyle styleId="{61E8407B-1261-46C3-B5A8-4D40B4F10EF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660"/>
  </p:normalViewPr>
  <p:slideViewPr>
    <p:cSldViewPr snapToGrid="0">
      <p:cViewPr varScale="1">
        <p:scale>
          <a:sx n="103" d="100"/>
          <a:sy n="103" d="100"/>
        </p:scale>
        <p:origin x="82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495425841b_8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4" name="Google Shape;2214;g495425841b_8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3"/>
        <p:cNvGrpSpPr/>
        <p:nvPr/>
      </p:nvGrpSpPr>
      <p:grpSpPr>
        <a:xfrm>
          <a:off x="0" y="0"/>
          <a:ext cx="0" cy="0"/>
          <a:chOff x="0" y="0"/>
          <a:chExt cx="0" cy="0"/>
        </a:xfrm>
      </p:grpSpPr>
      <p:sp>
        <p:nvSpPr>
          <p:cNvPr id="2224" name="Google Shape;2224;g495425841b_8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5" name="Google Shape;2225;g495425841b_8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495425841b_8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6" name="Google Shape;2236;g495425841b_8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p:cNvGrpSpPr/>
        <p:nvPr/>
      </p:nvGrpSpPr>
      <p:grpSpPr>
        <a:xfrm>
          <a:off x="0" y="0"/>
          <a:ext cx="0" cy="0"/>
          <a:chOff x="0" y="0"/>
          <a:chExt cx="0" cy="0"/>
        </a:xfrm>
      </p:grpSpPr>
      <p:sp>
        <p:nvSpPr>
          <p:cNvPr id="2245" name="Google Shape;2245;g495425841b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6" name="Google Shape;2246;g495425841b_1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g495425841b_18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7" name="Google Shape;2257;g495425841b_18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5"/>
        <p:cNvGrpSpPr/>
        <p:nvPr/>
      </p:nvGrpSpPr>
      <p:grpSpPr>
        <a:xfrm>
          <a:off x="0" y="0"/>
          <a:ext cx="0" cy="0"/>
          <a:chOff x="0" y="0"/>
          <a:chExt cx="0" cy="0"/>
        </a:xfrm>
      </p:grpSpPr>
      <p:sp>
        <p:nvSpPr>
          <p:cNvPr id="2266" name="Google Shape;2266;g495425841b_18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7" name="Google Shape;2267;g495425841b_18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495425841b_18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8" name="Google Shape;2278;g495425841b_18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g495425841b_2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1" name="Google Shape;2291;g495425841b_2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1"/>
        <p:cNvGrpSpPr/>
        <p:nvPr/>
      </p:nvGrpSpPr>
      <p:grpSpPr>
        <a:xfrm>
          <a:off x="0" y="0"/>
          <a:ext cx="0" cy="0"/>
          <a:chOff x="0" y="0"/>
          <a:chExt cx="0" cy="0"/>
        </a:xfrm>
      </p:grpSpPr>
      <p:sp>
        <p:nvSpPr>
          <p:cNvPr id="2302" name="Google Shape;2302;g495425841b_2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3" name="Google Shape;2303;g495425841b_22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2"/>
        <p:cNvGrpSpPr/>
        <p:nvPr/>
      </p:nvGrpSpPr>
      <p:grpSpPr>
        <a:xfrm>
          <a:off x="0" y="0"/>
          <a:ext cx="0" cy="0"/>
          <a:chOff x="0" y="0"/>
          <a:chExt cx="0" cy="0"/>
        </a:xfrm>
      </p:grpSpPr>
      <p:sp>
        <p:nvSpPr>
          <p:cNvPr id="2313" name="Google Shape;2313;g495425841b_22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4" name="Google Shape;2314;g495425841b_22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47e0d18ebf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4" name="Google Shape;2324;g47e0d18ebf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3"/>
        <p:cNvGrpSpPr/>
        <p:nvPr/>
      </p:nvGrpSpPr>
      <p:grpSpPr>
        <a:xfrm>
          <a:off x="0" y="0"/>
          <a:ext cx="0" cy="0"/>
          <a:chOff x="0" y="0"/>
          <a:chExt cx="0" cy="0"/>
        </a:xfrm>
      </p:grpSpPr>
      <p:sp>
        <p:nvSpPr>
          <p:cNvPr id="2334" name="Google Shape;2334;g4b1880feb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5" name="Google Shape;2335;g4b1880febb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4"/>
        <p:cNvGrpSpPr/>
        <p:nvPr/>
      </p:nvGrpSpPr>
      <p:grpSpPr>
        <a:xfrm>
          <a:off x="0" y="0"/>
          <a:ext cx="0" cy="0"/>
          <a:chOff x="0" y="0"/>
          <a:chExt cx="0" cy="0"/>
        </a:xfrm>
      </p:grpSpPr>
      <p:sp>
        <p:nvSpPr>
          <p:cNvPr id="2345" name="Google Shape;2345;g495425841b_2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6" name="Google Shape;2346;g495425841b_22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5"/>
        <p:cNvGrpSpPr/>
        <p:nvPr/>
      </p:nvGrpSpPr>
      <p:grpSpPr>
        <a:xfrm>
          <a:off x="0" y="0"/>
          <a:ext cx="0" cy="0"/>
          <a:chOff x="0" y="0"/>
          <a:chExt cx="0" cy="0"/>
        </a:xfrm>
      </p:grpSpPr>
      <p:sp>
        <p:nvSpPr>
          <p:cNvPr id="2356" name="Google Shape;2356;g495425841b_26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7" name="Google Shape;2357;g495425841b_26_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r>
              <a:rPr lang="en">
                <a:solidFill>
                  <a:srgbClr val="545454"/>
                </a:solidFill>
                <a:highlight>
                  <a:srgbClr val="FFFFFF"/>
                </a:highlight>
                <a:latin typeface="Roboto"/>
                <a:ea typeface="Roboto"/>
                <a:cs typeface="Roboto"/>
                <a:sym typeface="Roboto"/>
              </a:rPr>
              <a:t>usage reports and surveys that explore user satisfaction and overall awareness.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6"/>
        <p:cNvGrpSpPr/>
        <p:nvPr/>
      </p:nvGrpSpPr>
      <p:grpSpPr>
        <a:xfrm>
          <a:off x="0" y="0"/>
          <a:ext cx="0" cy="0"/>
          <a:chOff x="0" y="0"/>
          <a:chExt cx="0" cy="0"/>
        </a:xfrm>
      </p:grpSpPr>
      <p:sp>
        <p:nvSpPr>
          <p:cNvPr id="2367" name="Google Shape;2367;g495425841b_26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8" name="Google Shape;2368;g495425841b_26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7"/>
        <p:cNvGrpSpPr/>
        <p:nvPr/>
      </p:nvGrpSpPr>
      <p:grpSpPr>
        <a:xfrm>
          <a:off x="0" y="0"/>
          <a:ext cx="0" cy="0"/>
          <a:chOff x="0" y="0"/>
          <a:chExt cx="0" cy="0"/>
        </a:xfrm>
      </p:grpSpPr>
      <p:sp>
        <p:nvSpPr>
          <p:cNvPr id="2378" name="Google Shape;2378;g495425841b_26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9" name="Google Shape;2379;g495425841b_26_3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p:cNvGrpSpPr/>
        <p:nvPr/>
      </p:nvGrpSpPr>
      <p:grpSpPr>
        <a:xfrm>
          <a:off x="0" y="0"/>
          <a:ext cx="0" cy="0"/>
          <a:chOff x="0" y="0"/>
          <a:chExt cx="0" cy="0"/>
        </a:xfrm>
      </p:grpSpPr>
      <p:sp>
        <p:nvSpPr>
          <p:cNvPr id="2389" name="Google Shape;2389;g495425841b_26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0" name="Google Shape;2390;g495425841b_26_3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9"/>
        <p:cNvGrpSpPr/>
        <p:nvPr/>
      </p:nvGrpSpPr>
      <p:grpSpPr>
        <a:xfrm>
          <a:off x="0" y="0"/>
          <a:ext cx="0" cy="0"/>
          <a:chOff x="0" y="0"/>
          <a:chExt cx="0" cy="0"/>
        </a:xfrm>
      </p:grpSpPr>
      <p:sp>
        <p:nvSpPr>
          <p:cNvPr id="2400" name="Google Shape;2400;g47c738d4f5_10_509:notes"/>
          <p:cNvSpPr txBox="1">
            <a:spLocks noGrp="1"/>
          </p:cNvSpPr>
          <p:nvPr>
            <p:ph type="body" idx="1"/>
          </p:nvPr>
        </p:nvSpPr>
        <p:spPr>
          <a:xfrm>
            <a:off x="685800" y="4343713"/>
            <a:ext cx="5486700" cy="4113600"/>
          </a:xfrm>
          <a:prstGeom prst="rect">
            <a:avLst/>
          </a:prstGeom>
          <a:noFill/>
          <a:ln>
            <a:noFill/>
          </a:ln>
        </p:spPr>
        <p:txBody>
          <a:bodyPr spcFirstLastPara="1" wrap="square" lIns="89875" tIns="44900" rIns="89875" bIns="449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Arial"/>
              <a:ea typeface="Arial"/>
              <a:cs typeface="Arial"/>
              <a:sym typeface="Arial"/>
            </a:endParaRPr>
          </a:p>
        </p:txBody>
      </p:sp>
      <p:sp>
        <p:nvSpPr>
          <p:cNvPr id="2401" name="Google Shape;2401;g47c738d4f5_10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g4cddc4c10d_2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0" name="Google Shape;2410;g4cddc4c10d_20_3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6"/>
        <p:cNvGrpSpPr/>
        <p:nvPr/>
      </p:nvGrpSpPr>
      <p:grpSpPr>
        <a:xfrm>
          <a:off x="0" y="0"/>
          <a:ext cx="0" cy="0"/>
          <a:chOff x="0" y="0"/>
          <a:chExt cx="0" cy="0"/>
        </a:xfrm>
      </p:grpSpPr>
      <p:sp>
        <p:nvSpPr>
          <p:cNvPr id="2427" name="Google Shape;2427;g4cddc4c10d_20_3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8" name="Google Shape;2428;g4cddc4c10d_20_3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2"/>
        <p:cNvGrpSpPr/>
        <p:nvPr/>
      </p:nvGrpSpPr>
      <p:grpSpPr>
        <a:xfrm>
          <a:off x="0" y="0"/>
          <a:ext cx="0" cy="0"/>
          <a:chOff x="0" y="0"/>
          <a:chExt cx="0" cy="0"/>
        </a:xfrm>
      </p:grpSpPr>
      <p:sp>
        <p:nvSpPr>
          <p:cNvPr id="2453" name="Google Shape;2453;g4cddc4c10d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4" name="Google Shape;2454;g4cddc4c10d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4"/>
        <p:cNvGrpSpPr/>
        <p:nvPr/>
      </p:nvGrpSpPr>
      <p:grpSpPr>
        <a:xfrm>
          <a:off x="0" y="0"/>
          <a:ext cx="0" cy="0"/>
          <a:chOff x="0" y="0"/>
          <a:chExt cx="0" cy="0"/>
        </a:xfrm>
      </p:grpSpPr>
      <p:sp>
        <p:nvSpPr>
          <p:cNvPr id="2465" name="Google Shape;2465;g47bf27559f_5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6" name="Google Shape;2466;g47bf27559f_5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4"/>
        <p:cNvGrpSpPr/>
        <p:nvPr/>
      </p:nvGrpSpPr>
      <p:grpSpPr>
        <a:xfrm>
          <a:off x="0" y="0"/>
          <a:ext cx="0" cy="0"/>
          <a:chOff x="0" y="0"/>
          <a:chExt cx="0" cy="0"/>
        </a:xfrm>
      </p:grpSpPr>
      <p:sp>
        <p:nvSpPr>
          <p:cNvPr id="2475" name="Google Shape;2475;g54add018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6" name="Google Shape;2476;g54add0188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1"/>
        <p:cNvGrpSpPr/>
        <p:nvPr/>
      </p:nvGrpSpPr>
      <p:grpSpPr>
        <a:xfrm>
          <a:off x="0" y="0"/>
          <a:ext cx="0" cy="0"/>
          <a:chOff x="0" y="0"/>
          <a:chExt cx="0" cy="0"/>
        </a:xfrm>
      </p:grpSpPr>
      <p:sp>
        <p:nvSpPr>
          <p:cNvPr id="2542" name="Google Shape;2542;g47c738d4f5_10_535:notes"/>
          <p:cNvSpPr txBox="1">
            <a:spLocks noGrp="1"/>
          </p:cNvSpPr>
          <p:nvPr>
            <p:ph type="body" idx="1"/>
          </p:nvPr>
        </p:nvSpPr>
        <p:spPr>
          <a:xfrm>
            <a:off x="685800" y="4343713"/>
            <a:ext cx="5486700" cy="4113600"/>
          </a:xfrm>
          <a:prstGeom prst="rect">
            <a:avLst/>
          </a:prstGeom>
          <a:noFill/>
          <a:ln>
            <a:noFill/>
          </a:ln>
        </p:spPr>
        <p:txBody>
          <a:bodyPr spcFirstLastPara="1" wrap="square" lIns="89875" tIns="44900" rIns="89875" bIns="449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Arial"/>
              <a:ea typeface="Arial"/>
              <a:cs typeface="Arial"/>
              <a:sym typeface="Arial"/>
            </a:endParaRPr>
          </a:p>
        </p:txBody>
      </p:sp>
      <p:sp>
        <p:nvSpPr>
          <p:cNvPr id="2543" name="Google Shape;2543;g47c738d4f5_1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0"/>
        <p:cNvGrpSpPr/>
        <p:nvPr/>
      </p:nvGrpSpPr>
      <p:grpSpPr>
        <a:xfrm>
          <a:off x="0" y="0"/>
          <a:ext cx="0" cy="0"/>
          <a:chOff x="0" y="0"/>
          <a:chExt cx="0" cy="0"/>
        </a:xfrm>
      </p:grpSpPr>
      <p:sp>
        <p:nvSpPr>
          <p:cNvPr id="2551" name="Google Shape;2551;g47ee0846e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2" name="Google Shape;2552;g47ee0846e6_6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1"/>
        <p:cNvGrpSpPr/>
        <p:nvPr/>
      </p:nvGrpSpPr>
      <p:grpSpPr>
        <a:xfrm>
          <a:off x="0" y="0"/>
          <a:ext cx="0" cy="0"/>
          <a:chOff x="0" y="0"/>
          <a:chExt cx="0" cy="0"/>
        </a:xfrm>
      </p:grpSpPr>
      <p:sp>
        <p:nvSpPr>
          <p:cNvPr id="2572" name="Google Shape;2572;g45ddd79f99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3" name="Google Shape;2573;g45ddd79f99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4">
  <p:cSld name="1_Section Header 4">
    <p:bg>
      <p:bgPr>
        <a:solidFill>
          <a:schemeClr val="lt1"/>
        </a:solidFill>
        <a:effectLst/>
      </p:bgPr>
    </p:bg>
    <p:spTree>
      <p:nvGrpSpPr>
        <p:cNvPr id="1" name="Shape 778"/>
        <p:cNvGrpSpPr/>
        <p:nvPr/>
      </p:nvGrpSpPr>
      <p:grpSpPr>
        <a:xfrm>
          <a:off x="0" y="0"/>
          <a:ext cx="0" cy="0"/>
          <a:chOff x="0" y="0"/>
          <a:chExt cx="0" cy="0"/>
        </a:xfrm>
      </p:grpSpPr>
      <p:sp>
        <p:nvSpPr>
          <p:cNvPr id="779" name="Google Shape;779;p93"/>
          <p:cNvSpPr txBox="1">
            <a:spLocks noGrp="1"/>
          </p:cNvSpPr>
          <p:nvPr>
            <p:ph type="ctrTitle"/>
          </p:nvPr>
        </p:nvSpPr>
        <p:spPr>
          <a:xfrm>
            <a:off x="311944" y="2330246"/>
            <a:ext cx="5685300" cy="601200"/>
          </a:xfrm>
          <a:prstGeom prst="rect">
            <a:avLst/>
          </a:prstGeom>
          <a:noFill/>
          <a:ln>
            <a:noFill/>
          </a:ln>
        </p:spPr>
        <p:txBody>
          <a:bodyPr spcFirstLastPara="1" wrap="square" lIns="0" tIns="0" rIns="0" bIns="0" anchor="t" anchorCtr="0"/>
          <a:lstStyle>
            <a:lvl1pPr marR="0" lvl="0" algn="l">
              <a:lnSpc>
                <a:spcPct val="90000"/>
              </a:lnSpc>
              <a:spcBef>
                <a:spcPts val="800"/>
              </a:spcBef>
              <a:spcAft>
                <a:spcPts val="0"/>
              </a:spcAft>
              <a:buClr>
                <a:schemeClr val="dk2"/>
              </a:buClr>
              <a:buSzPts val="4300"/>
              <a:buFont typeface="Georgia"/>
              <a:buNone/>
              <a:defRPr sz="36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sp>
        <p:nvSpPr>
          <p:cNvPr id="780" name="Google Shape;780;p93"/>
          <p:cNvSpPr txBox="1"/>
          <p:nvPr/>
        </p:nvSpPr>
        <p:spPr>
          <a:xfrm>
            <a:off x="311944" y="4800785"/>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chemeClr val="lt1"/>
                </a:solidFill>
                <a:latin typeface="Arial"/>
                <a:ea typeface="Arial"/>
                <a:cs typeface="Arial"/>
                <a:sym typeface="Arial"/>
              </a:rPr>
              <a:t>PwC</a:t>
            </a:r>
            <a:r>
              <a:rPr lang="en" sz="600" b="0" i="0" u="none" strike="noStrike" cap="none">
                <a:solidFill>
                  <a:schemeClr val="lt1"/>
                </a:solidFill>
                <a:latin typeface="Arial"/>
                <a:ea typeface="Arial"/>
                <a:cs typeface="Arial"/>
                <a:sym typeface="Arial"/>
              </a:rPr>
              <a:t> | Apple – Private &amp; Confidential </a:t>
            </a:r>
            <a:endParaRPr sz="600" b="0" i="0" u="none" strike="noStrike" cap="none">
              <a:solidFill>
                <a:schemeClr val="lt1"/>
              </a:solidFill>
              <a:latin typeface="Arial"/>
              <a:ea typeface="Arial"/>
              <a:cs typeface="Arial"/>
              <a:sym typeface="Arial"/>
            </a:endParaRPr>
          </a:p>
        </p:txBody>
      </p:sp>
      <p:sp>
        <p:nvSpPr>
          <p:cNvPr id="781" name="Google Shape;781;p9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Black">
  <p:cSld name="Title Slide Black">
    <p:bg>
      <p:bgPr>
        <a:solidFill>
          <a:schemeClr val="dk1"/>
        </a:solidFill>
        <a:effectLst/>
      </p:bgPr>
    </p:bg>
    <p:spTree>
      <p:nvGrpSpPr>
        <p:cNvPr id="1" name="Shape 782"/>
        <p:cNvGrpSpPr/>
        <p:nvPr/>
      </p:nvGrpSpPr>
      <p:grpSpPr>
        <a:xfrm>
          <a:off x="0" y="0"/>
          <a:ext cx="0" cy="0"/>
          <a:chOff x="0" y="0"/>
          <a:chExt cx="0" cy="0"/>
        </a:xfrm>
      </p:grpSpPr>
      <p:sp>
        <p:nvSpPr>
          <p:cNvPr id="783" name="Google Shape;783;p94"/>
          <p:cNvSpPr txBox="1">
            <a:spLocks noGrp="1"/>
          </p:cNvSpPr>
          <p:nvPr>
            <p:ph type="ctrTitle"/>
          </p:nvPr>
        </p:nvSpPr>
        <p:spPr>
          <a:xfrm>
            <a:off x="308216" y="2032600"/>
            <a:ext cx="4263785" cy="332399"/>
          </a:xfrm>
          <a:prstGeom prst="rect">
            <a:avLst/>
          </a:prstGeom>
          <a:noFill/>
          <a:ln>
            <a:noFill/>
          </a:ln>
        </p:spPr>
        <p:txBody>
          <a:bodyPr spcFirstLastPara="1" wrap="square" lIns="91425" tIns="91425" rIns="91425" bIns="91425" anchor="t" anchorCtr="0"/>
          <a:lstStyle>
            <a:lvl1pPr marR="0" lvl="0" algn="l">
              <a:lnSpc>
                <a:spcPct val="90000"/>
              </a:lnSpc>
              <a:spcBef>
                <a:spcPts val="450"/>
              </a:spcBef>
              <a:spcAft>
                <a:spcPts val="0"/>
              </a:spcAft>
              <a:buClr>
                <a:schemeClr val="dk2"/>
              </a:buClr>
              <a:buSzPts val="2400"/>
              <a:buFont typeface="Georgia"/>
              <a:buNone/>
              <a:defRPr sz="2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84" name="Google Shape;784;p94"/>
          <p:cNvSpPr txBox="1">
            <a:spLocks noGrp="1"/>
          </p:cNvSpPr>
          <p:nvPr>
            <p:ph type="subTitle" idx="1"/>
          </p:nvPr>
        </p:nvSpPr>
        <p:spPr>
          <a:xfrm>
            <a:off x="308215" y="1350821"/>
            <a:ext cx="4257243" cy="664797"/>
          </a:xfrm>
          <a:prstGeom prst="rect">
            <a:avLst/>
          </a:prstGeom>
          <a:noFill/>
          <a:ln>
            <a:noFill/>
          </a:ln>
        </p:spPr>
        <p:txBody>
          <a:bodyPr spcFirstLastPara="1" wrap="square" lIns="91425" tIns="91425" rIns="91425" bIns="91425" anchor="b" anchorCtr="0"/>
          <a:lstStyle>
            <a:lvl1pPr marR="0" lvl="0" algn="l">
              <a:lnSpc>
                <a:spcPct val="90000"/>
              </a:lnSpc>
              <a:spcBef>
                <a:spcPts val="45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R="0" lvl="1" algn="ctr">
              <a:lnSpc>
                <a:spcPct val="100000"/>
              </a:lnSpc>
              <a:spcBef>
                <a:spcPts val="150"/>
              </a:spcBef>
              <a:spcAft>
                <a:spcPts val="0"/>
              </a:spcAft>
              <a:buClr>
                <a:srgbClr val="888888"/>
              </a:buClr>
              <a:buSzPts val="750"/>
              <a:buFont typeface="Noto Sans Symbols"/>
              <a:buNone/>
              <a:defRPr sz="750" b="0" i="0" u="none" strike="noStrike" cap="none">
                <a:solidFill>
                  <a:srgbClr val="888888"/>
                </a:solidFill>
                <a:latin typeface="Arial"/>
                <a:ea typeface="Arial"/>
                <a:cs typeface="Arial"/>
                <a:sym typeface="Arial"/>
              </a:defRPr>
            </a:lvl2pPr>
            <a:lvl3pPr marR="0" lvl="2" algn="ctr">
              <a:lnSpc>
                <a:spcPct val="100000"/>
              </a:lnSpc>
              <a:spcBef>
                <a:spcPts val="135"/>
              </a:spcBef>
              <a:spcAft>
                <a:spcPts val="0"/>
              </a:spcAft>
              <a:buClr>
                <a:srgbClr val="888888"/>
              </a:buClr>
              <a:buSzPts val="675"/>
              <a:buFont typeface="Arial"/>
              <a:buNone/>
              <a:defRPr sz="675" b="0" i="0" u="none" strike="noStrike" cap="none">
                <a:solidFill>
                  <a:srgbClr val="888888"/>
                </a:solidFill>
                <a:latin typeface="Arial"/>
                <a:ea typeface="Arial"/>
                <a:cs typeface="Arial"/>
                <a:sym typeface="Arial"/>
              </a:defRPr>
            </a:lvl3pPr>
            <a:lvl4pPr marR="0" lvl="3" algn="ctr">
              <a:lnSpc>
                <a:spcPct val="100000"/>
              </a:lnSpc>
              <a:spcBef>
                <a:spcPts val="120"/>
              </a:spcBef>
              <a:spcAft>
                <a:spcPts val="0"/>
              </a:spcAft>
              <a:buClr>
                <a:srgbClr val="888888"/>
              </a:buClr>
              <a:buSzPts val="600"/>
              <a:buFont typeface="Arial"/>
              <a:buNone/>
              <a:defRPr sz="600" b="0" i="0" u="none" strike="noStrike" cap="none">
                <a:solidFill>
                  <a:srgbClr val="888888"/>
                </a:solidFill>
                <a:latin typeface="Arial"/>
                <a:ea typeface="Arial"/>
                <a:cs typeface="Arial"/>
                <a:sym typeface="Arial"/>
              </a:defRPr>
            </a:lvl4pPr>
            <a:lvl5pPr marR="0" lvl="4" algn="ctr">
              <a:lnSpc>
                <a:spcPct val="100000"/>
              </a:lnSpc>
              <a:spcBef>
                <a:spcPts val="105"/>
              </a:spcBef>
              <a:spcAft>
                <a:spcPts val="0"/>
              </a:spcAft>
              <a:buClr>
                <a:srgbClr val="888888"/>
              </a:buClr>
              <a:buSzPts val="525"/>
              <a:buFont typeface="Arial"/>
              <a:buNone/>
              <a:defRPr sz="525"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785" name="Google Shape;785;p94"/>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86" name="Google Shape;786;p94"/>
          <p:cNvSpPr txBox="1">
            <a:spLocks noGrp="1"/>
          </p:cNvSpPr>
          <p:nvPr>
            <p:ph type="ftr" idx="11"/>
          </p:nvPr>
        </p:nvSpPr>
        <p:spPr>
          <a:xfrm>
            <a:off x="191323" y="5745627"/>
            <a:ext cx="2895600" cy="6925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87" name="Google Shape;787;p94"/>
          <p:cNvSpPr txBox="1">
            <a:spLocks noGrp="1"/>
          </p:cNvSpPr>
          <p:nvPr>
            <p:ph type="sldNum" idx="12"/>
          </p:nvPr>
        </p:nvSpPr>
        <p:spPr>
          <a:xfrm>
            <a:off x="6700839" y="5442944"/>
            <a:ext cx="2133600" cy="92333"/>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88" name="Google Shape;788;p94"/>
          <p:cNvSpPr txBox="1">
            <a:spLocks noGrp="1"/>
          </p:cNvSpPr>
          <p:nvPr>
            <p:ph type="body" idx="2"/>
          </p:nvPr>
        </p:nvSpPr>
        <p:spPr>
          <a:xfrm>
            <a:off x="309564" y="380357"/>
            <a:ext cx="3424237" cy="16158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89" name="Google Shape;789;p94"/>
          <p:cNvSpPr txBox="1">
            <a:spLocks noGrp="1"/>
          </p:cNvSpPr>
          <p:nvPr>
            <p:ph type="body" idx="3"/>
          </p:nvPr>
        </p:nvSpPr>
        <p:spPr>
          <a:xfrm>
            <a:off x="6869682" y="4499654"/>
            <a:ext cx="1940935" cy="184666"/>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lt1"/>
              </a:buClr>
              <a:buSzPts val="600"/>
              <a:buFont typeface="Arial"/>
              <a:buNone/>
              <a:defRPr sz="600" b="0" i="0" u="none" strike="noStrike" cap="none">
                <a:solidFill>
                  <a:schemeClr val="lt1"/>
                </a:solidFill>
                <a:latin typeface="Georgia"/>
                <a:ea typeface="Georgia"/>
                <a:cs typeface="Georgia"/>
                <a:sym typeface="Georgia"/>
              </a:defRPr>
            </a:lvl1pPr>
            <a:lvl2pPr marL="914400" marR="0" lvl="1" indent="-228600" algn="r">
              <a:lnSpc>
                <a:spcPct val="100000"/>
              </a:lnSpc>
              <a:spcBef>
                <a:spcPts val="0"/>
              </a:spcBef>
              <a:spcAft>
                <a:spcPts val="0"/>
              </a:spcAft>
              <a:buClr>
                <a:schemeClr val="lt1"/>
              </a:buClr>
              <a:buSzPts val="600"/>
              <a:buFont typeface="Noto Sans Symbols"/>
              <a:buNone/>
              <a:defRPr sz="600" b="0" i="1" u="none" strike="noStrike" cap="none">
                <a:solidFill>
                  <a:schemeClr val="lt1"/>
                </a:solidFill>
                <a:latin typeface="Georgia"/>
                <a:ea typeface="Georgia"/>
                <a:cs typeface="Georgia"/>
                <a:sym typeface="Georgia"/>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90" name="Google Shape;790;p94"/>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pic>
        <p:nvPicPr>
          <p:cNvPr id="791" name="Google Shape;791;p94" descr="C:\Users\OFFICE~1\AppData\Local\Temp\vmware-Office ROI\VMwareDnD\d95b34d1\pwc_logo_white.png"/>
          <p:cNvPicPr preferRelativeResize="0"/>
          <p:nvPr/>
        </p:nvPicPr>
        <p:blipFill rotWithShape="1">
          <a:blip r:embed="rId2">
            <a:alphaModFix/>
          </a:blip>
          <a:srcRect/>
          <a:stretch/>
        </p:blipFill>
        <p:spPr>
          <a:xfrm>
            <a:off x="331093" y="4145769"/>
            <a:ext cx="768096" cy="583753"/>
          </a:xfrm>
          <a:prstGeom prst="rect">
            <a:avLst/>
          </a:prstGeom>
          <a:noFill/>
          <a:ln>
            <a:noFill/>
          </a:ln>
        </p:spPr>
      </p:pic>
    </p:spTree>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xperience 5">
  <p:cSld name="Experience 5">
    <p:bg>
      <p:bgPr>
        <a:solidFill>
          <a:schemeClr val="lt1"/>
        </a:solidFill>
        <a:effectLst/>
      </p:bgPr>
    </p:bg>
    <p:spTree>
      <p:nvGrpSpPr>
        <p:cNvPr id="1" name="Shape 792"/>
        <p:cNvGrpSpPr/>
        <p:nvPr/>
      </p:nvGrpSpPr>
      <p:grpSpPr>
        <a:xfrm>
          <a:off x="0" y="0"/>
          <a:ext cx="0" cy="0"/>
          <a:chOff x="0" y="0"/>
          <a:chExt cx="0" cy="0"/>
        </a:xfrm>
      </p:grpSpPr>
      <p:sp>
        <p:nvSpPr>
          <p:cNvPr id="793" name="Google Shape;793;p95"/>
          <p:cNvSpPr/>
          <p:nvPr/>
        </p:nvSpPr>
        <p:spPr>
          <a:xfrm>
            <a:off x="1588" y="1588"/>
            <a:ext cx="1587" cy="1587"/>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95"/>
          <p:cNvSpPr txBox="1">
            <a:spLocks noGrp="1"/>
          </p:cNvSpPr>
          <p:nvPr>
            <p:ph type="title"/>
          </p:nvPr>
        </p:nvSpPr>
        <p:spPr>
          <a:xfrm>
            <a:off x="305502" y="1861402"/>
            <a:ext cx="2458325" cy="203133"/>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dk1"/>
              </a:buClr>
              <a:buSzPts val="1200"/>
              <a:buFont typeface="Georgia"/>
              <a:buNone/>
              <a:defRPr sz="1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95" name="Google Shape;795;p95"/>
          <p:cNvSpPr txBox="1">
            <a:spLocks noGrp="1"/>
          </p:cNvSpPr>
          <p:nvPr>
            <p:ph type="body" idx="1"/>
          </p:nvPr>
        </p:nvSpPr>
        <p:spPr>
          <a:xfrm>
            <a:off x="311946" y="3424659"/>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96" name="Google Shape;796;p95"/>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97" name="Google Shape;797;p95"/>
          <p:cNvSpPr/>
          <p:nvPr/>
        </p:nvSpPr>
        <p:spPr>
          <a:xfrm rot="-5400000">
            <a:off x="169929"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798" name="Google Shape;798;p95"/>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799" name="Google Shape;799;p95"/>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00"/>
        <p:cNvGrpSpPr/>
        <p:nvPr/>
      </p:nvGrpSpPr>
      <p:grpSpPr>
        <a:xfrm>
          <a:off x="0" y="0"/>
          <a:ext cx="0" cy="0"/>
          <a:chOff x="0" y="0"/>
          <a:chExt cx="0" cy="0"/>
        </a:xfrm>
      </p:grpSpPr>
      <p:sp>
        <p:nvSpPr>
          <p:cNvPr id="801" name="Google Shape;801;p96"/>
          <p:cNvSpPr/>
          <p:nvPr/>
        </p:nvSpPr>
        <p:spPr>
          <a:xfrm>
            <a:off x="1588" y="1588"/>
            <a:ext cx="1587" cy="1587"/>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96"/>
          <p:cNvSpPr txBox="1">
            <a:spLocks noGrp="1"/>
          </p:cNvSpPr>
          <p:nvPr>
            <p:ph type="title"/>
          </p:nvPr>
        </p:nvSpPr>
        <p:spPr>
          <a:xfrm>
            <a:off x="309563" y="452648"/>
            <a:ext cx="8524875" cy="230832"/>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03" name="Google Shape;803;p96"/>
          <p:cNvSpPr txBox="1">
            <a:spLocks noGrp="1"/>
          </p:cNvSpPr>
          <p:nvPr>
            <p:ph type="body" idx="1"/>
          </p:nvPr>
        </p:nvSpPr>
        <p:spPr>
          <a:xfrm>
            <a:off x="309563" y="1327149"/>
            <a:ext cx="7049181" cy="690189"/>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300"/>
              </a:spcBef>
              <a:spcAft>
                <a:spcPts val="0"/>
              </a:spcAft>
              <a:buClr>
                <a:schemeClr val="lt2"/>
              </a:buClr>
              <a:buSzPts val="1500"/>
              <a:buFont typeface="Arial"/>
              <a:buNone/>
              <a:defRPr sz="1500" b="0" i="0" u="none" strike="noStrike" cap="none">
                <a:solidFill>
                  <a:schemeClr val="lt2"/>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04" name="Google Shape;804;p96"/>
          <p:cNvSpPr txBox="1">
            <a:spLocks noGrp="1"/>
          </p:cNvSpPr>
          <p:nvPr>
            <p:ph type="sldNum" idx="12"/>
          </p:nvPr>
        </p:nvSpPr>
        <p:spPr>
          <a:xfrm>
            <a:off x="6892031" y="5008984"/>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Work Showcase">
  <p:cSld name="Work Showcase">
    <p:bg>
      <p:bgPr>
        <a:solidFill>
          <a:schemeClr val="lt1"/>
        </a:solidFill>
        <a:effectLst/>
      </p:bgPr>
    </p:bg>
    <p:spTree>
      <p:nvGrpSpPr>
        <p:cNvPr id="1" name="Shape 805"/>
        <p:cNvGrpSpPr/>
        <p:nvPr/>
      </p:nvGrpSpPr>
      <p:grpSpPr>
        <a:xfrm>
          <a:off x="0" y="0"/>
          <a:ext cx="0" cy="0"/>
          <a:chOff x="0" y="0"/>
          <a:chExt cx="0" cy="0"/>
        </a:xfrm>
      </p:grpSpPr>
      <p:sp>
        <p:nvSpPr>
          <p:cNvPr id="806" name="Google Shape;806;p97"/>
          <p:cNvSpPr/>
          <p:nvPr/>
        </p:nvSpPr>
        <p:spPr>
          <a:xfrm>
            <a:off x="7815418" y="-2877"/>
            <a:ext cx="1329287" cy="5156396"/>
          </a:xfrm>
          <a:custGeom>
            <a:avLst/>
            <a:gdLst/>
            <a:ahLst/>
            <a:cxnLst/>
            <a:rect l="l" t="t" r="r" b="b"/>
            <a:pathLst>
              <a:path w="120000" h="120000" extrusionOk="0">
                <a:moveTo>
                  <a:pt x="0" y="55"/>
                </a:moveTo>
                <a:lnTo>
                  <a:pt x="120000" y="0"/>
                </a:lnTo>
                <a:cubicBezTo>
                  <a:pt x="119928" y="39926"/>
                  <a:pt x="119641" y="79963"/>
                  <a:pt x="119570" y="119889"/>
                </a:cubicBezTo>
                <a:lnTo>
                  <a:pt x="215" y="119999"/>
                </a:lnTo>
                <a:cubicBezTo>
                  <a:pt x="207" y="116854"/>
                  <a:pt x="170" y="72660"/>
                  <a:pt x="199" y="62503"/>
                </a:cubicBezTo>
                <a:cubicBezTo>
                  <a:pt x="3461" y="61533"/>
                  <a:pt x="5321" y="60979"/>
                  <a:pt x="8434" y="60201"/>
                </a:cubicBezTo>
                <a:cubicBezTo>
                  <a:pt x="5313" y="59535"/>
                  <a:pt x="4082" y="59070"/>
                  <a:pt x="175" y="58281"/>
                </a:cubicBezTo>
                <a:cubicBezTo>
                  <a:pt x="116" y="38027"/>
                  <a:pt x="58" y="20309"/>
                  <a:pt x="0" y="5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807" name="Google Shape;807;p97"/>
          <p:cNvSpPr txBox="1">
            <a:spLocks noGrp="1"/>
          </p:cNvSpPr>
          <p:nvPr>
            <p:ph type="title"/>
          </p:nvPr>
        </p:nvSpPr>
        <p:spPr>
          <a:xfrm>
            <a:off x="362703" y="3249147"/>
            <a:ext cx="2458325" cy="203133"/>
          </a:xfrm>
          <a:prstGeom prst="rect">
            <a:avLst/>
          </a:prstGeom>
          <a:noFill/>
          <a:ln>
            <a:noFill/>
          </a:ln>
        </p:spPr>
        <p:txBody>
          <a:bodyPr spcFirstLastPara="1" wrap="square" lIns="91425" tIns="91425" rIns="91425" bIns="91425" anchor="b" anchorCtr="0"/>
          <a:lstStyle>
            <a:lvl1pPr marR="0" lvl="0" algn="ctr">
              <a:lnSpc>
                <a:spcPct val="110000"/>
              </a:lnSpc>
              <a:spcBef>
                <a:spcPts val="0"/>
              </a:spcBef>
              <a:spcAft>
                <a:spcPts val="0"/>
              </a:spcAft>
              <a:buClr>
                <a:schemeClr val="dk1"/>
              </a:buClr>
              <a:buSzPts val="1200"/>
              <a:buFont typeface="Georgia"/>
              <a:buNone/>
              <a:defRPr sz="1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08" name="Google Shape;808;p97"/>
          <p:cNvSpPr txBox="1">
            <a:spLocks noGrp="1"/>
          </p:cNvSpPr>
          <p:nvPr>
            <p:ph type="body" idx="1"/>
          </p:nvPr>
        </p:nvSpPr>
        <p:spPr>
          <a:xfrm>
            <a:off x="311946" y="3692783"/>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09" name="Google Shape;809;p97"/>
          <p:cNvSpPr txBox="1">
            <a:spLocks noGrp="1"/>
          </p:cNvSpPr>
          <p:nvPr>
            <p:ph type="body" idx="2"/>
          </p:nvPr>
        </p:nvSpPr>
        <p:spPr>
          <a:xfrm>
            <a:off x="3465490" y="385202"/>
            <a:ext cx="3725959" cy="445635"/>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800"/>
              </a:spcBef>
              <a:spcAft>
                <a:spcPts val="0"/>
              </a:spcAft>
              <a:buClr>
                <a:schemeClr val="dk2"/>
              </a:buClr>
              <a:buSzPts val="825"/>
              <a:buFont typeface="Arial"/>
              <a:buNone/>
              <a:defRPr sz="825" b="0" i="0" u="none" strike="noStrike" cap="none">
                <a:solidFill>
                  <a:schemeClr val="dk2"/>
                </a:solidFill>
                <a:latin typeface="Georgia"/>
                <a:ea typeface="Georgia"/>
                <a:cs typeface="Georgia"/>
                <a:sym typeface="Georgia"/>
              </a:defRPr>
            </a:lvl1pPr>
            <a:lvl2pPr marL="914400" marR="0" lvl="1" indent="-228600" algn="l">
              <a:lnSpc>
                <a:spcPct val="110000"/>
              </a:lnSpc>
              <a:spcBef>
                <a:spcPts val="450"/>
              </a:spcBef>
              <a:spcAft>
                <a:spcPts val="0"/>
              </a:spcAft>
              <a:buClr>
                <a:schemeClr val="lt2"/>
              </a:buClr>
              <a:buSzPts val="600"/>
              <a:buFont typeface="Noto Sans Symbols"/>
              <a:buNone/>
              <a:defRPr sz="600" b="0" i="0" u="none" strike="noStrike" cap="none">
                <a:solidFill>
                  <a:schemeClr val="lt2"/>
                </a:solidFill>
                <a:latin typeface="Arial"/>
                <a:ea typeface="Arial"/>
                <a:cs typeface="Arial"/>
                <a:sym typeface="Arial"/>
              </a:defRPr>
            </a:lvl2pPr>
            <a:lvl3pPr marL="1371600" marR="0" lvl="2" indent="-261937" algn="l">
              <a:lnSpc>
                <a:spcPct val="110000"/>
              </a:lnSpc>
              <a:spcBef>
                <a:spcPts val="450"/>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10" name="Google Shape;810;p97"/>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811" name="Google Shape;811;p97"/>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812" name="Google Shape;812;p97"/>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black and white - two line">
  <p:cSld name="Title Slide black and white - two line">
    <p:spTree>
      <p:nvGrpSpPr>
        <p:cNvPr id="1" name="Shape 813"/>
        <p:cNvGrpSpPr/>
        <p:nvPr/>
      </p:nvGrpSpPr>
      <p:grpSpPr>
        <a:xfrm>
          <a:off x="0" y="0"/>
          <a:ext cx="0" cy="0"/>
          <a:chOff x="0" y="0"/>
          <a:chExt cx="0" cy="0"/>
        </a:xfrm>
      </p:grpSpPr>
      <p:sp>
        <p:nvSpPr>
          <p:cNvPr id="814" name="Google Shape;814;p98"/>
          <p:cNvSpPr/>
          <p:nvPr/>
        </p:nvSpPr>
        <p:spPr>
          <a:xfrm>
            <a:off x="1469" y="1193"/>
            <a:ext cx="1465" cy="119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98"/>
          <p:cNvSpPr/>
          <p:nvPr/>
        </p:nvSpPr>
        <p:spPr>
          <a:xfrm>
            <a:off x="0" y="0"/>
            <a:ext cx="9144000" cy="2565341"/>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cxnSp>
        <p:nvCxnSpPr>
          <p:cNvPr id="816" name="Google Shape;816;p98"/>
          <p:cNvCxnSpPr/>
          <p:nvPr/>
        </p:nvCxnSpPr>
        <p:spPr>
          <a:xfrm>
            <a:off x="0" y="2565341"/>
            <a:ext cx="9144000" cy="0"/>
          </a:xfrm>
          <a:prstGeom prst="straightConnector1">
            <a:avLst/>
          </a:prstGeom>
          <a:noFill/>
          <a:ln w="25400" cap="flat" cmpd="sng">
            <a:solidFill>
              <a:srgbClr val="000000"/>
            </a:solidFill>
            <a:prstDash val="solid"/>
            <a:round/>
            <a:headEnd type="none" w="sm" len="sm"/>
            <a:tailEnd type="none" w="sm" len="sm"/>
          </a:ln>
        </p:spPr>
      </p:cxnSp>
      <p:sp>
        <p:nvSpPr>
          <p:cNvPr id="817" name="Google Shape;817;p98"/>
          <p:cNvSpPr txBox="1">
            <a:spLocks noGrp="1"/>
          </p:cNvSpPr>
          <p:nvPr>
            <p:ph type="subTitle" idx="1"/>
          </p:nvPr>
        </p:nvSpPr>
        <p:spPr>
          <a:xfrm>
            <a:off x="2201863" y="2700589"/>
            <a:ext cx="6341668" cy="461665"/>
          </a:xfrm>
          <a:prstGeom prst="rect">
            <a:avLst/>
          </a:prstGeom>
          <a:noFill/>
          <a:ln>
            <a:noFill/>
          </a:ln>
        </p:spPr>
        <p:txBody>
          <a:bodyPr spcFirstLastPara="1" wrap="square" lIns="91425" tIns="91425" rIns="91425" bIns="91425" anchor="t" anchorCtr="0"/>
          <a:lstStyle>
            <a:lvl1pPr marR="0" lvl="0" algn="l">
              <a:lnSpc>
                <a:spcPct val="115015"/>
              </a:lnSpc>
              <a:spcBef>
                <a:spcPts val="450"/>
              </a:spcBef>
              <a:spcAft>
                <a:spcPts val="0"/>
              </a:spcAft>
              <a:buClr>
                <a:schemeClr val="accent2"/>
              </a:buClr>
              <a:buSzPts val="1400"/>
              <a:buFont typeface="Arial"/>
              <a:buNone/>
              <a:defRPr sz="3150" b="0" i="0" u="none" strike="noStrike" cap="none">
                <a:solidFill>
                  <a:srgbClr val="000000"/>
                </a:solidFill>
                <a:latin typeface="Arial"/>
                <a:ea typeface="Arial"/>
                <a:cs typeface="Arial"/>
                <a:sym typeface="Arial"/>
              </a:defRPr>
            </a:lvl1pPr>
            <a:lvl2pPr marR="0" lvl="1" algn="ctr">
              <a:lnSpc>
                <a:spcPct val="100000"/>
              </a:lnSpc>
              <a:spcBef>
                <a:spcPts val="280"/>
              </a:spcBef>
              <a:spcAft>
                <a:spcPts val="0"/>
              </a:spcAft>
              <a:buClr>
                <a:schemeClr val="accent2"/>
              </a:buClr>
              <a:buSzPts val="1400"/>
              <a:buFont typeface="Noto Sans Symbols"/>
              <a:buNone/>
              <a:defRPr sz="1400" b="0" i="0" u="none" strike="noStrike" cap="none">
                <a:solidFill>
                  <a:srgbClr val="888888"/>
                </a:solidFill>
                <a:latin typeface="Georgia"/>
                <a:ea typeface="Georgia"/>
                <a:cs typeface="Georgia"/>
                <a:sym typeface="Georgia"/>
              </a:defRPr>
            </a:lvl2pPr>
            <a:lvl3pPr marR="0" lvl="2" algn="ctr">
              <a:lnSpc>
                <a:spcPct val="100000"/>
              </a:lnSpc>
              <a:spcBef>
                <a:spcPts val="240"/>
              </a:spcBef>
              <a:spcAft>
                <a:spcPts val="0"/>
              </a:spcAft>
              <a:buClr>
                <a:schemeClr val="accent2"/>
              </a:buClr>
              <a:buSzPts val="1200"/>
              <a:buFont typeface="Arial"/>
              <a:buNone/>
              <a:defRPr sz="1200" b="0" i="0" u="none" strike="noStrike" cap="none">
                <a:solidFill>
                  <a:srgbClr val="888888"/>
                </a:solidFill>
                <a:latin typeface="Arial"/>
                <a:ea typeface="Arial"/>
                <a:cs typeface="Arial"/>
                <a:sym typeface="Arial"/>
              </a:defRPr>
            </a:lvl3pPr>
            <a:lvl4pPr marR="0" lvl="3" algn="ctr">
              <a:lnSpc>
                <a:spcPct val="100000"/>
              </a:lnSpc>
              <a:spcBef>
                <a:spcPts val="200"/>
              </a:spcBef>
              <a:spcAft>
                <a:spcPts val="0"/>
              </a:spcAft>
              <a:buClr>
                <a:schemeClr val="accent2"/>
              </a:buClr>
              <a:buSzPts val="1000"/>
              <a:buFont typeface="Arial"/>
              <a:buNone/>
              <a:defRPr sz="1000" b="0" i="0" u="none" strike="noStrike" cap="none">
                <a:solidFill>
                  <a:srgbClr val="888888"/>
                </a:solidFill>
                <a:latin typeface="Arial"/>
                <a:ea typeface="Arial"/>
                <a:cs typeface="Arial"/>
                <a:sym typeface="Arial"/>
              </a:defRPr>
            </a:lvl4pPr>
            <a:lvl5pPr marR="0" lvl="4" algn="ctr">
              <a:lnSpc>
                <a:spcPct val="100000"/>
              </a:lnSpc>
              <a:spcBef>
                <a:spcPts val="160"/>
              </a:spcBef>
              <a:spcAft>
                <a:spcPts val="0"/>
              </a:spcAft>
              <a:buClr>
                <a:schemeClr val="accent2"/>
              </a:buClr>
              <a:buSzPts val="700"/>
              <a:buFont typeface="Georgia"/>
              <a:buNone/>
              <a:defRPr sz="700" b="0" i="0" u="none" strike="noStrike" cap="none">
                <a:solidFill>
                  <a:srgbClr val="888888"/>
                </a:solidFill>
                <a:latin typeface="Georgia"/>
                <a:ea typeface="Georgia"/>
                <a:cs typeface="Georgia"/>
                <a:sym typeface="Georgia"/>
              </a:defRPr>
            </a:lvl5pPr>
            <a:lvl6pPr marR="0" lvl="5"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6pPr>
            <a:lvl7pPr marR="0" lvl="6"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7pPr>
            <a:lvl8pPr marR="0" lvl="7"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8pPr>
            <a:lvl9pPr marR="0" lvl="8"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9pPr>
          </a:lstStyle>
          <a:p>
            <a:endParaRPr/>
          </a:p>
        </p:txBody>
      </p:sp>
      <p:sp>
        <p:nvSpPr>
          <p:cNvPr id="818" name="Google Shape;818;p98"/>
          <p:cNvSpPr txBox="1">
            <a:spLocks noGrp="1"/>
          </p:cNvSpPr>
          <p:nvPr>
            <p:ph type="ctrTitle"/>
          </p:nvPr>
        </p:nvSpPr>
        <p:spPr>
          <a:xfrm>
            <a:off x="2199564" y="1540669"/>
            <a:ext cx="6341668" cy="923330"/>
          </a:xfrm>
          <a:prstGeom prst="rect">
            <a:avLst/>
          </a:prstGeom>
          <a:noFill/>
          <a:ln>
            <a:noFill/>
          </a:ln>
        </p:spPr>
        <p:txBody>
          <a:bodyPr spcFirstLastPara="1" wrap="square" lIns="91425" tIns="91425" rIns="91425" bIns="91425" anchor="t" anchorCtr="0"/>
          <a:lstStyle>
            <a:lvl1pPr marR="0" lvl="0" algn="l">
              <a:lnSpc>
                <a:spcPct val="115015"/>
              </a:lnSpc>
              <a:spcBef>
                <a:spcPts val="450"/>
              </a:spcBef>
              <a:spcAft>
                <a:spcPts val="0"/>
              </a:spcAft>
              <a:buClr>
                <a:schemeClr val="accent2"/>
              </a:buClr>
              <a:buSzPts val="1400"/>
              <a:buFont typeface="Georgia"/>
              <a:buNone/>
              <a:defRPr sz="3150" b="0" i="1" u="none" strike="noStrike" cap="none">
                <a:solidFill>
                  <a:srgbClr val="FFFFFF"/>
                </a:solidFill>
                <a:latin typeface="Georgia"/>
                <a:ea typeface="Georgia"/>
                <a:cs typeface="Georgia"/>
                <a:sym typeface="Georgia"/>
              </a:defRPr>
            </a:lvl1pPr>
            <a:lvl2pPr lvl="1" algn="l">
              <a:lnSpc>
                <a:spcPct val="100000"/>
              </a:lnSpc>
              <a:spcBef>
                <a:spcPts val="0"/>
              </a:spcBef>
              <a:spcAft>
                <a:spcPts val="0"/>
              </a:spcAft>
              <a:buClr>
                <a:srgbClr val="333332"/>
              </a:buClr>
              <a:buSzPts val="1400"/>
              <a:buFont typeface="Arial"/>
              <a:buNone/>
              <a:defRPr sz="1800">
                <a:solidFill>
                  <a:srgbClr val="333332"/>
                </a:solidFill>
              </a:defRPr>
            </a:lvl2pPr>
            <a:lvl3pPr lvl="2" algn="l">
              <a:lnSpc>
                <a:spcPct val="100000"/>
              </a:lnSpc>
              <a:spcBef>
                <a:spcPts val="0"/>
              </a:spcBef>
              <a:spcAft>
                <a:spcPts val="0"/>
              </a:spcAft>
              <a:buClr>
                <a:srgbClr val="333332"/>
              </a:buClr>
              <a:buSzPts val="1400"/>
              <a:buFont typeface="Arial"/>
              <a:buNone/>
              <a:defRPr sz="1800">
                <a:solidFill>
                  <a:srgbClr val="333332"/>
                </a:solidFill>
              </a:defRPr>
            </a:lvl3pPr>
            <a:lvl4pPr lvl="3" algn="l">
              <a:lnSpc>
                <a:spcPct val="100000"/>
              </a:lnSpc>
              <a:spcBef>
                <a:spcPts val="0"/>
              </a:spcBef>
              <a:spcAft>
                <a:spcPts val="0"/>
              </a:spcAft>
              <a:buClr>
                <a:srgbClr val="333332"/>
              </a:buClr>
              <a:buSzPts val="1400"/>
              <a:buFont typeface="Arial"/>
              <a:buNone/>
              <a:defRPr sz="1800">
                <a:solidFill>
                  <a:srgbClr val="333332"/>
                </a:solidFill>
              </a:defRPr>
            </a:lvl4pPr>
            <a:lvl5pPr lvl="4" algn="l">
              <a:lnSpc>
                <a:spcPct val="100000"/>
              </a:lnSpc>
              <a:spcBef>
                <a:spcPts val="0"/>
              </a:spcBef>
              <a:spcAft>
                <a:spcPts val="0"/>
              </a:spcAft>
              <a:buClr>
                <a:srgbClr val="333332"/>
              </a:buClr>
              <a:buSzPts val="1400"/>
              <a:buFont typeface="Arial"/>
              <a:buNone/>
              <a:defRPr sz="1800">
                <a:solidFill>
                  <a:srgbClr val="333332"/>
                </a:solidFill>
              </a:defRPr>
            </a:lvl5pPr>
            <a:lvl6pPr lvl="5" algn="l">
              <a:lnSpc>
                <a:spcPct val="100000"/>
              </a:lnSpc>
              <a:spcBef>
                <a:spcPts val="0"/>
              </a:spcBef>
              <a:spcAft>
                <a:spcPts val="0"/>
              </a:spcAft>
              <a:buClr>
                <a:srgbClr val="333332"/>
              </a:buClr>
              <a:buSzPts val="1400"/>
              <a:buFont typeface="Arial"/>
              <a:buNone/>
              <a:defRPr sz="1800">
                <a:solidFill>
                  <a:srgbClr val="333332"/>
                </a:solidFill>
              </a:defRPr>
            </a:lvl6pPr>
            <a:lvl7pPr lvl="6" algn="l">
              <a:lnSpc>
                <a:spcPct val="100000"/>
              </a:lnSpc>
              <a:spcBef>
                <a:spcPts val="0"/>
              </a:spcBef>
              <a:spcAft>
                <a:spcPts val="0"/>
              </a:spcAft>
              <a:buClr>
                <a:srgbClr val="333332"/>
              </a:buClr>
              <a:buSzPts val="1400"/>
              <a:buFont typeface="Arial"/>
              <a:buNone/>
              <a:defRPr sz="1800">
                <a:solidFill>
                  <a:srgbClr val="333332"/>
                </a:solidFill>
              </a:defRPr>
            </a:lvl7pPr>
            <a:lvl8pPr lvl="7" algn="l">
              <a:lnSpc>
                <a:spcPct val="100000"/>
              </a:lnSpc>
              <a:spcBef>
                <a:spcPts val="0"/>
              </a:spcBef>
              <a:spcAft>
                <a:spcPts val="0"/>
              </a:spcAft>
              <a:buClr>
                <a:srgbClr val="333332"/>
              </a:buClr>
              <a:buSzPts val="1400"/>
              <a:buFont typeface="Arial"/>
              <a:buNone/>
              <a:defRPr sz="1800">
                <a:solidFill>
                  <a:srgbClr val="333332"/>
                </a:solidFill>
              </a:defRPr>
            </a:lvl8pPr>
            <a:lvl9pPr lvl="8" algn="l">
              <a:lnSpc>
                <a:spcPct val="100000"/>
              </a:lnSpc>
              <a:spcBef>
                <a:spcPts val="0"/>
              </a:spcBef>
              <a:spcAft>
                <a:spcPts val="0"/>
              </a:spcAft>
              <a:buClr>
                <a:srgbClr val="333332"/>
              </a:buClr>
              <a:buSzPts val="1400"/>
              <a:buFont typeface="Arial"/>
              <a:buNone/>
              <a:defRPr sz="1800">
                <a:solidFill>
                  <a:srgbClr val="333332"/>
                </a:solidFill>
              </a:defRPr>
            </a:lvl9pPr>
          </a:lstStyle>
          <a:p>
            <a:endParaRPr/>
          </a:p>
        </p:txBody>
      </p:sp>
      <p:cxnSp>
        <p:nvCxnSpPr>
          <p:cNvPr id="819" name="Google Shape;819;p98"/>
          <p:cNvCxnSpPr/>
          <p:nvPr/>
        </p:nvCxnSpPr>
        <p:spPr>
          <a:xfrm rot="10800000" flipH="1">
            <a:off x="2022897" y="1456043"/>
            <a:ext cx="6516000" cy="135000"/>
          </a:xfrm>
          <a:prstGeom prst="bentConnector2">
            <a:avLst/>
          </a:prstGeom>
          <a:noFill/>
          <a:ln w="9525" cap="flat" cmpd="sng">
            <a:solidFill>
              <a:srgbClr val="FFFFFF"/>
            </a:solidFill>
            <a:prstDash val="solid"/>
            <a:round/>
            <a:headEnd type="none" w="sm" len="sm"/>
            <a:tailEnd type="none" w="sm" len="sm"/>
          </a:ln>
        </p:spPr>
      </p:cxnSp>
      <p:sp>
        <p:nvSpPr>
          <p:cNvPr id="820" name="Google Shape;820;p98"/>
          <p:cNvSpPr txBox="1">
            <a:spLocks noGrp="1"/>
          </p:cNvSpPr>
          <p:nvPr>
            <p:ph type="body" idx="2"/>
          </p:nvPr>
        </p:nvSpPr>
        <p:spPr>
          <a:xfrm>
            <a:off x="3204393" y="508319"/>
            <a:ext cx="936154" cy="12824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sp>
        <p:nvSpPr>
          <p:cNvPr id="821" name="Google Shape;821;p98"/>
          <p:cNvSpPr txBox="1">
            <a:spLocks noGrp="1"/>
          </p:cNvSpPr>
          <p:nvPr>
            <p:ph type="body" idx="3"/>
          </p:nvPr>
        </p:nvSpPr>
        <p:spPr>
          <a:xfrm>
            <a:off x="5031106" y="508319"/>
            <a:ext cx="1431482" cy="12824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sp>
        <p:nvSpPr>
          <p:cNvPr id="822" name="Google Shape;822;p98"/>
          <p:cNvSpPr txBox="1">
            <a:spLocks noGrp="1"/>
          </p:cNvSpPr>
          <p:nvPr>
            <p:ph type="body" idx="4"/>
          </p:nvPr>
        </p:nvSpPr>
        <p:spPr>
          <a:xfrm>
            <a:off x="7556996" y="508319"/>
            <a:ext cx="963405" cy="128240"/>
          </a:xfrm>
          <a:prstGeom prst="rect">
            <a:avLst/>
          </a:prstGeom>
          <a:noFill/>
          <a:ln>
            <a:noFill/>
          </a:ln>
        </p:spPr>
        <p:txBody>
          <a:bodyPr spcFirstLastPara="1" wrap="square" lIns="91425" tIns="91425" rIns="91425" bIns="91425" anchor="t" anchorCtr="0"/>
          <a:lstStyle>
            <a:lvl1pPr marL="457200" marR="0" lvl="0" indent="-228600" algn="r">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pic>
        <p:nvPicPr>
          <p:cNvPr id="823" name="Google Shape;823;p98"/>
          <p:cNvPicPr preferRelativeResize="0"/>
          <p:nvPr/>
        </p:nvPicPr>
        <p:blipFill rotWithShape="1">
          <a:blip r:embed="rId2">
            <a:alphaModFix/>
          </a:blip>
          <a:srcRect/>
          <a:stretch/>
        </p:blipFill>
        <p:spPr>
          <a:xfrm>
            <a:off x="669072" y="2383358"/>
            <a:ext cx="428037" cy="378000"/>
          </a:xfrm>
          <a:prstGeom prst="rect">
            <a:avLst/>
          </a:prstGeom>
          <a:noFill/>
          <a:ln>
            <a:noFill/>
          </a:ln>
        </p:spPr>
      </p:pic>
      <p:pic>
        <p:nvPicPr>
          <p:cNvPr id="824" name="Google Shape;824;p98"/>
          <p:cNvPicPr preferRelativeResize="0"/>
          <p:nvPr/>
        </p:nvPicPr>
        <p:blipFill rotWithShape="1">
          <a:blip r:embed="rId3">
            <a:alphaModFix/>
          </a:blip>
          <a:srcRect/>
          <a:stretch/>
        </p:blipFill>
        <p:spPr>
          <a:xfrm>
            <a:off x="847493" y="4011216"/>
            <a:ext cx="961294" cy="692642"/>
          </a:xfrm>
          <a:prstGeom prst="rect">
            <a:avLst/>
          </a:prstGeom>
          <a:noFill/>
          <a:ln>
            <a:noFill/>
          </a:ln>
        </p:spPr>
      </p:pic>
      <p:pic>
        <p:nvPicPr>
          <p:cNvPr id="825" name="Google Shape;825;p98"/>
          <p:cNvPicPr preferRelativeResize="0"/>
          <p:nvPr/>
        </p:nvPicPr>
        <p:blipFill rotWithShape="1">
          <a:blip r:embed="rId4">
            <a:alphaModFix/>
          </a:blip>
          <a:srcRect/>
          <a:stretch/>
        </p:blipFill>
        <p:spPr>
          <a:xfrm>
            <a:off x="596901" y="438150"/>
            <a:ext cx="1602663" cy="29382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Slide White">
  <p:cSld name="Title Slide White">
    <p:bg>
      <p:bgPr>
        <a:solidFill>
          <a:schemeClr val="lt1"/>
        </a:solidFill>
        <a:effectLst/>
      </p:bgPr>
    </p:bg>
    <p:spTree>
      <p:nvGrpSpPr>
        <p:cNvPr id="1" name="Shape 826"/>
        <p:cNvGrpSpPr/>
        <p:nvPr/>
      </p:nvGrpSpPr>
      <p:grpSpPr>
        <a:xfrm>
          <a:off x="0" y="0"/>
          <a:ext cx="0" cy="0"/>
          <a:chOff x="0" y="0"/>
          <a:chExt cx="0" cy="0"/>
        </a:xfrm>
      </p:grpSpPr>
      <p:sp>
        <p:nvSpPr>
          <p:cNvPr id="827" name="Google Shape;827;p99"/>
          <p:cNvSpPr txBox="1">
            <a:spLocks noGrp="1"/>
          </p:cNvSpPr>
          <p:nvPr>
            <p:ph type="ctrTitle"/>
          </p:nvPr>
        </p:nvSpPr>
        <p:spPr>
          <a:xfrm>
            <a:off x="308216" y="2032600"/>
            <a:ext cx="4263785" cy="332399"/>
          </a:xfrm>
          <a:prstGeom prst="rect">
            <a:avLst/>
          </a:prstGeom>
          <a:noFill/>
          <a:ln>
            <a:noFill/>
          </a:ln>
        </p:spPr>
        <p:txBody>
          <a:bodyPr spcFirstLastPara="1" wrap="square" lIns="91425" tIns="91425" rIns="91425" bIns="91425" anchor="t" anchorCtr="0"/>
          <a:lstStyle>
            <a:lvl1pPr marR="0" lvl="0" algn="l">
              <a:lnSpc>
                <a:spcPct val="90000"/>
              </a:lnSpc>
              <a:spcBef>
                <a:spcPts val="450"/>
              </a:spcBef>
              <a:spcAft>
                <a:spcPts val="0"/>
              </a:spcAft>
              <a:buClr>
                <a:schemeClr val="dk2"/>
              </a:buClr>
              <a:buSzPts val="2400"/>
              <a:buFont typeface="Georgia"/>
              <a:buNone/>
              <a:defRPr sz="2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28" name="Google Shape;828;p99"/>
          <p:cNvSpPr txBox="1">
            <a:spLocks noGrp="1"/>
          </p:cNvSpPr>
          <p:nvPr>
            <p:ph type="subTitle" idx="1"/>
          </p:nvPr>
        </p:nvSpPr>
        <p:spPr>
          <a:xfrm>
            <a:off x="308215" y="1350821"/>
            <a:ext cx="4257243" cy="664797"/>
          </a:xfrm>
          <a:prstGeom prst="rect">
            <a:avLst/>
          </a:prstGeom>
          <a:noFill/>
          <a:ln>
            <a:noFill/>
          </a:ln>
        </p:spPr>
        <p:txBody>
          <a:bodyPr spcFirstLastPara="1" wrap="square" lIns="91425" tIns="91425" rIns="91425" bIns="91425" anchor="b" anchorCtr="0"/>
          <a:lstStyle>
            <a:lvl1pPr marR="0" lvl="0" algn="l">
              <a:lnSpc>
                <a:spcPct val="90000"/>
              </a:lnSpc>
              <a:spcBef>
                <a:spcPts val="450"/>
              </a:spcBef>
              <a:spcAft>
                <a:spcPts val="0"/>
              </a:spcAft>
              <a:buClr>
                <a:schemeClr val="dk1"/>
              </a:buClr>
              <a:buSzPts val="2400"/>
              <a:buFont typeface="Arial"/>
              <a:buNone/>
              <a:defRPr sz="2400" b="0" i="0" u="none" strike="noStrike" cap="none">
                <a:solidFill>
                  <a:schemeClr val="dk1"/>
                </a:solidFill>
                <a:latin typeface="Georgia"/>
                <a:ea typeface="Georgia"/>
                <a:cs typeface="Georgia"/>
                <a:sym typeface="Georgia"/>
              </a:defRPr>
            </a:lvl1pPr>
            <a:lvl2pPr marR="0" lvl="1" algn="ctr">
              <a:lnSpc>
                <a:spcPct val="100000"/>
              </a:lnSpc>
              <a:spcBef>
                <a:spcPts val="150"/>
              </a:spcBef>
              <a:spcAft>
                <a:spcPts val="0"/>
              </a:spcAft>
              <a:buClr>
                <a:srgbClr val="888888"/>
              </a:buClr>
              <a:buSzPts val="750"/>
              <a:buFont typeface="Noto Sans Symbols"/>
              <a:buNone/>
              <a:defRPr sz="750" b="0" i="0" u="none" strike="noStrike" cap="none">
                <a:solidFill>
                  <a:srgbClr val="888888"/>
                </a:solidFill>
                <a:latin typeface="Arial"/>
                <a:ea typeface="Arial"/>
                <a:cs typeface="Arial"/>
                <a:sym typeface="Arial"/>
              </a:defRPr>
            </a:lvl2pPr>
            <a:lvl3pPr marR="0" lvl="2" algn="ctr">
              <a:lnSpc>
                <a:spcPct val="100000"/>
              </a:lnSpc>
              <a:spcBef>
                <a:spcPts val="135"/>
              </a:spcBef>
              <a:spcAft>
                <a:spcPts val="0"/>
              </a:spcAft>
              <a:buClr>
                <a:srgbClr val="888888"/>
              </a:buClr>
              <a:buSzPts val="675"/>
              <a:buFont typeface="Arial"/>
              <a:buNone/>
              <a:defRPr sz="675" b="0" i="0" u="none" strike="noStrike" cap="none">
                <a:solidFill>
                  <a:srgbClr val="888888"/>
                </a:solidFill>
                <a:latin typeface="Arial"/>
                <a:ea typeface="Arial"/>
                <a:cs typeface="Arial"/>
                <a:sym typeface="Arial"/>
              </a:defRPr>
            </a:lvl3pPr>
            <a:lvl4pPr marR="0" lvl="3" algn="ctr">
              <a:lnSpc>
                <a:spcPct val="100000"/>
              </a:lnSpc>
              <a:spcBef>
                <a:spcPts val="120"/>
              </a:spcBef>
              <a:spcAft>
                <a:spcPts val="0"/>
              </a:spcAft>
              <a:buClr>
                <a:srgbClr val="888888"/>
              </a:buClr>
              <a:buSzPts val="600"/>
              <a:buFont typeface="Arial"/>
              <a:buNone/>
              <a:defRPr sz="600" b="0" i="0" u="none" strike="noStrike" cap="none">
                <a:solidFill>
                  <a:srgbClr val="888888"/>
                </a:solidFill>
                <a:latin typeface="Arial"/>
                <a:ea typeface="Arial"/>
                <a:cs typeface="Arial"/>
                <a:sym typeface="Arial"/>
              </a:defRPr>
            </a:lvl4pPr>
            <a:lvl5pPr marR="0" lvl="4" algn="ctr">
              <a:lnSpc>
                <a:spcPct val="100000"/>
              </a:lnSpc>
              <a:spcBef>
                <a:spcPts val="105"/>
              </a:spcBef>
              <a:spcAft>
                <a:spcPts val="0"/>
              </a:spcAft>
              <a:buClr>
                <a:srgbClr val="888888"/>
              </a:buClr>
              <a:buSzPts val="525"/>
              <a:buFont typeface="Arial"/>
              <a:buNone/>
              <a:defRPr sz="525"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829" name="Google Shape;829;p99"/>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30" name="Google Shape;830;p99"/>
          <p:cNvSpPr txBox="1">
            <a:spLocks noGrp="1"/>
          </p:cNvSpPr>
          <p:nvPr>
            <p:ph type="ftr" idx="11"/>
          </p:nvPr>
        </p:nvSpPr>
        <p:spPr>
          <a:xfrm>
            <a:off x="301671" y="5786723"/>
            <a:ext cx="2895600" cy="6925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31" name="Google Shape;831;p99"/>
          <p:cNvSpPr txBox="1">
            <a:spLocks noGrp="1"/>
          </p:cNvSpPr>
          <p:nvPr>
            <p:ph type="sldNum" idx="12"/>
          </p:nvPr>
        </p:nvSpPr>
        <p:spPr>
          <a:xfrm>
            <a:off x="6680291" y="5514861"/>
            <a:ext cx="2133600" cy="92333"/>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32" name="Google Shape;832;p99"/>
          <p:cNvSpPr txBox="1">
            <a:spLocks noGrp="1"/>
          </p:cNvSpPr>
          <p:nvPr>
            <p:ph type="body" idx="2"/>
          </p:nvPr>
        </p:nvSpPr>
        <p:spPr>
          <a:xfrm>
            <a:off x="309564" y="380357"/>
            <a:ext cx="3424237" cy="16158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33" name="Google Shape;833;p99"/>
          <p:cNvSpPr txBox="1">
            <a:spLocks noGrp="1"/>
          </p:cNvSpPr>
          <p:nvPr>
            <p:ph type="body" idx="3"/>
          </p:nvPr>
        </p:nvSpPr>
        <p:spPr>
          <a:xfrm>
            <a:off x="6869682" y="4499654"/>
            <a:ext cx="1940935" cy="184666"/>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dk1"/>
              </a:buClr>
              <a:buSzPts val="600"/>
              <a:buFont typeface="Arial"/>
              <a:buNone/>
              <a:defRPr sz="600" b="0" i="0" u="none" strike="noStrike" cap="none">
                <a:solidFill>
                  <a:schemeClr val="dk1"/>
                </a:solidFill>
                <a:latin typeface="Georgia"/>
                <a:ea typeface="Georgia"/>
                <a:cs typeface="Georgia"/>
                <a:sym typeface="Georgia"/>
              </a:defRPr>
            </a:lvl1pPr>
            <a:lvl2pPr marL="914400" marR="0" lvl="1" indent="-228600" algn="r">
              <a:lnSpc>
                <a:spcPct val="100000"/>
              </a:lnSpc>
              <a:spcBef>
                <a:spcPts val="0"/>
              </a:spcBef>
              <a:spcAft>
                <a:spcPts val="0"/>
              </a:spcAft>
              <a:buClr>
                <a:schemeClr val="dk1"/>
              </a:buClr>
              <a:buSzPts val="600"/>
              <a:buFont typeface="Noto Sans Symbols"/>
              <a:buNone/>
              <a:defRPr sz="600" b="0" i="1" u="none" strike="noStrike" cap="none">
                <a:solidFill>
                  <a:schemeClr val="dk1"/>
                </a:solidFill>
                <a:latin typeface="Georgia"/>
                <a:ea typeface="Georgia"/>
                <a:cs typeface="Georgia"/>
                <a:sym typeface="Georgia"/>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34" name="Google Shape;834;p99"/>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Tree>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hapter Head">
  <p:cSld name="Chapter Head">
    <p:bg>
      <p:bgPr>
        <a:solidFill>
          <a:schemeClr val="dk1"/>
        </a:solidFill>
        <a:effectLst/>
      </p:bgPr>
    </p:bg>
    <p:spTree>
      <p:nvGrpSpPr>
        <p:cNvPr id="1" name="Shape 835"/>
        <p:cNvGrpSpPr/>
        <p:nvPr/>
      </p:nvGrpSpPr>
      <p:grpSpPr>
        <a:xfrm>
          <a:off x="0" y="0"/>
          <a:ext cx="0" cy="0"/>
          <a:chOff x="0" y="0"/>
          <a:chExt cx="0" cy="0"/>
        </a:xfrm>
      </p:grpSpPr>
      <p:sp>
        <p:nvSpPr>
          <p:cNvPr id="836" name="Google Shape;836;p100"/>
          <p:cNvSpPr txBox="1">
            <a:spLocks noGrp="1"/>
          </p:cNvSpPr>
          <p:nvPr>
            <p:ph type="title"/>
          </p:nvPr>
        </p:nvSpPr>
        <p:spPr>
          <a:xfrm>
            <a:off x="309562" y="122665"/>
            <a:ext cx="8834439" cy="900246"/>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5850"/>
              <a:buFont typeface="Georgia"/>
              <a:buNone/>
              <a:defRPr sz="585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37" name="Google Shape;837;p100"/>
          <p:cNvSpPr txBox="1">
            <a:spLocks noGrp="1"/>
          </p:cNvSpPr>
          <p:nvPr>
            <p:ph type="body" idx="1"/>
          </p:nvPr>
        </p:nvSpPr>
        <p:spPr>
          <a:xfrm>
            <a:off x="309563" y="1196433"/>
            <a:ext cx="7772400" cy="369332"/>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48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38" name="Google Shape;838;p100"/>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39" name="Google Shape;839;p100"/>
          <p:cNvSpPr txBox="1">
            <a:spLocks noGrp="1"/>
          </p:cNvSpPr>
          <p:nvPr>
            <p:ph type="body" idx="2"/>
          </p:nvPr>
        </p:nvSpPr>
        <p:spPr>
          <a:xfrm>
            <a:off x="309563" y="3740237"/>
            <a:ext cx="1895019"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40" name="Google Shape;840;p100"/>
          <p:cNvSpPr txBox="1">
            <a:spLocks noGrp="1"/>
          </p:cNvSpPr>
          <p:nvPr>
            <p:ph type="body" idx="3"/>
          </p:nvPr>
        </p:nvSpPr>
        <p:spPr>
          <a:xfrm>
            <a:off x="2486025" y="3740237"/>
            <a:ext cx="1866771"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41" name="Google Shape;841;p100"/>
          <p:cNvSpPr txBox="1">
            <a:spLocks noGrp="1"/>
          </p:cNvSpPr>
          <p:nvPr>
            <p:ph type="body" idx="4"/>
          </p:nvPr>
        </p:nvSpPr>
        <p:spPr>
          <a:xfrm>
            <a:off x="4636297" y="3740237"/>
            <a:ext cx="2011680"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842" name="Google Shape;842;p100"/>
          <p:cNvCxnSpPr/>
          <p:nvPr/>
        </p:nvCxnSpPr>
        <p:spPr>
          <a:xfrm>
            <a:off x="4505327" y="3695702"/>
            <a:ext cx="0" cy="569119"/>
          </a:xfrm>
          <a:prstGeom prst="straightConnector1">
            <a:avLst/>
          </a:prstGeom>
          <a:noFill/>
          <a:ln w="9525" cap="flat" cmpd="sng">
            <a:solidFill>
              <a:srgbClr val="DE2A18"/>
            </a:solidFill>
            <a:prstDash val="solid"/>
            <a:round/>
            <a:headEnd type="none" w="sm" len="sm"/>
            <a:tailEnd type="none" w="sm" len="sm"/>
          </a:ln>
        </p:spPr>
      </p:cxnSp>
      <p:cxnSp>
        <p:nvCxnSpPr>
          <p:cNvPr id="843" name="Google Shape;843;p100"/>
          <p:cNvCxnSpPr/>
          <p:nvPr/>
        </p:nvCxnSpPr>
        <p:spPr>
          <a:xfrm>
            <a:off x="2352676" y="3695702"/>
            <a:ext cx="0" cy="569119"/>
          </a:xfrm>
          <a:prstGeom prst="straightConnector1">
            <a:avLst/>
          </a:prstGeom>
          <a:noFill/>
          <a:ln w="9525" cap="flat" cmpd="sng">
            <a:solidFill>
              <a:srgbClr val="DE2A18"/>
            </a:solidFill>
            <a:prstDash val="solid"/>
            <a:round/>
            <a:headEnd type="none" w="sm" len="sm"/>
            <a:tailEnd type="none" w="sm" len="sm"/>
          </a:ln>
        </p:spPr>
      </p:cxnSp>
      <p:sp>
        <p:nvSpPr>
          <p:cNvPr id="844" name="Google Shape;844;p100"/>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845" name="Google Shape;845;p100"/>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846" name="Google Shape;846;p100"/>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hapter Head Simple">
  <p:cSld name="Chapter Head Simple">
    <p:bg>
      <p:bgPr>
        <a:solidFill>
          <a:schemeClr val="dk1"/>
        </a:solidFill>
        <a:effectLst/>
      </p:bgPr>
    </p:bg>
    <p:spTree>
      <p:nvGrpSpPr>
        <p:cNvPr id="1" name="Shape 847"/>
        <p:cNvGrpSpPr/>
        <p:nvPr/>
      </p:nvGrpSpPr>
      <p:grpSpPr>
        <a:xfrm>
          <a:off x="0" y="0"/>
          <a:ext cx="0" cy="0"/>
          <a:chOff x="0" y="0"/>
          <a:chExt cx="0" cy="0"/>
        </a:xfrm>
      </p:grpSpPr>
      <p:sp>
        <p:nvSpPr>
          <p:cNvPr id="848" name="Google Shape;848;p101"/>
          <p:cNvSpPr txBox="1">
            <a:spLocks noGrp="1"/>
          </p:cNvSpPr>
          <p:nvPr>
            <p:ph type="body" idx="1"/>
          </p:nvPr>
        </p:nvSpPr>
        <p:spPr>
          <a:xfrm>
            <a:off x="309563" y="1196433"/>
            <a:ext cx="7772400" cy="369332"/>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48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49" name="Google Shape;849;p101"/>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50" name="Google Shape;850;p101"/>
          <p:cNvSpPr txBox="1">
            <a:spLocks noGrp="1"/>
          </p:cNvSpPr>
          <p:nvPr>
            <p:ph type="title"/>
          </p:nvPr>
        </p:nvSpPr>
        <p:spPr>
          <a:xfrm>
            <a:off x="309562" y="122665"/>
            <a:ext cx="8834439" cy="900246"/>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5850"/>
              <a:buFont typeface="Georgia"/>
              <a:buNone/>
              <a:defRPr sz="585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51" name="Google Shape;851;p101"/>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852" name="Google Shape;852;p101"/>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853" name="Google Shape;853;p101"/>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Section Header 3">
  <p:cSld name="Section Header 3">
    <p:bg>
      <p:bgPr>
        <a:solidFill>
          <a:schemeClr val="lt1"/>
        </a:solidFill>
        <a:effectLst/>
      </p:bgPr>
    </p:bg>
    <p:spTree>
      <p:nvGrpSpPr>
        <p:cNvPr id="1" name="Shape 854"/>
        <p:cNvGrpSpPr/>
        <p:nvPr/>
      </p:nvGrpSpPr>
      <p:grpSpPr>
        <a:xfrm>
          <a:off x="0" y="0"/>
          <a:ext cx="0" cy="0"/>
          <a:chOff x="0" y="0"/>
          <a:chExt cx="0" cy="0"/>
        </a:xfrm>
      </p:grpSpPr>
      <p:sp>
        <p:nvSpPr>
          <p:cNvPr id="855" name="Google Shape;855;p102"/>
          <p:cNvSpPr txBox="1">
            <a:spLocks noGrp="1"/>
          </p:cNvSpPr>
          <p:nvPr>
            <p:ph type="title"/>
          </p:nvPr>
        </p:nvSpPr>
        <p:spPr>
          <a:xfrm>
            <a:off x="305502" y="2136402"/>
            <a:ext cx="2458325" cy="230832"/>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dk1"/>
              </a:buClr>
              <a:buSzPts val="1500"/>
              <a:buFont typeface="Georgia"/>
              <a:buNone/>
              <a:defRPr sz="15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56" name="Google Shape;856;p102"/>
          <p:cNvSpPr txBox="1">
            <a:spLocks noGrp="1"/>
          </p:cNvSpPr>
          <p:nvPr>
            <p:ph type="body" idx="1"/>
          </p:nvPr>
        </p:nvSpPr>
        <p:spPr>
          <a:xfrm>
            <a:off x="311946" y="3282697"/>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grpSp>
        <p:nvGrpSpPr>
          <p:cNvPr id="857" name="Google Shape;857;p102"/>
          <p:cNvGrpSpPr/>
          <p:nvPr/>
        </p:nvGrpSpPr>
        <p:grpSpPr>
          <a:xfrm>
            <a:off x="3039428" y="-5837"/>
            <a:ext cx="135608" cy="5148119"/>
            <a:chOff x="3039428" y="-5837"/>
            <a:chExt cx="135608" cy="5148119"/>
          </a:xfrm>
        </p:grpSpPr>
        <p:sp>
          <p:nvSpPr>
            <p:cNvPr id="858" name="Google Shape;858;p102"/>
            <p:cNvSpPr/>
            <p:nvPr/>
          </p:nvSpPr>
          <p:spPr>
            <a:xfrm rot="5400000">
              <a:off x="2992932" y="2522999"/>
              <a:ext cx="228599" cy="135608"/>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859" name="Google Shape;859;p102"/>
            <p:cNvSpPr/>
            <p:nvPr/>
          </p:nvSpPr>
          <p:spPr>
            <a:xfrm rot="-5400000">
              <a:off x="550555" y="2518612"/>
              <a:ext cx="5148119" cy="99220"/>
            </a:xfrm>
            <a:custGeom>
              <a:avLst/>
              <a:gdLst/>
              <a:ahLst/>
              <a:cxnLst/>
              <a:rect l="l" t="t" r="r" b="b"/>
              <a:pathLst>
                <a:path w="120000" h="120000" extrusionOk="0">
                  <a:moveTo>
                    <a:pt x="120000" y="0"/>
                  </a:moveTo>
                  <a:cubicBezTo>
                    <a:pt x="100556" y="1918"/>
                    <a:pt x="80873" y="964"/>
                    <a:pt x="61430" y="2883"/>
                  </a:cubicBezTo>
                  <a:cubicBezTo>
                    <a:pt x="60820" y="41918"/>
                    <a:pt x="60185" y="80964"/>
                    <a:pt x="59563" y="120000"/>
                  </a:cubicBezTo>
                  <a:cubicBezTo>
                    <a:pt x="58856" y="80964"/>
                    <a:pt x="58162" y="41918"/>
                    <a:pt x="57443" y="2883"/>
                  </a:cubicBezTo>
                  <a:lnTo>
                    <a:pt x="0" y="2883"/>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grpSp>
      <p:sp>
        <p:nvSpPr>
          <p:cNvPr id="860" name="Google Shape;860;p102"/>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61" name="Google Shape;861;p102"/>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Experience 2">
  <p:cSld name="Experience 2">
    <p:bg>
      <p:bgPr>
        <a:solidFill>
          <a:schemeClr val="lt1"/>
        </a:solidFill>
        <a:effectLst/>
      </p:bgPr>
    </p:bg>
    <p:spTree>
      <p:nvGrpSpPr>
        <p:cNvPr id="1" name="Shape 862"/>
        <p:cNvGrpSpPr/>
        <p:nvPr/>
      </p:nvGrpSpPr>
      <p:grpSpPr>
        <a:xfrm>
          <a:off x="0" y="0"/>
          <a:ext cx="0" cy="0"/>
          <a:chOff x="0" y="0"/>
          <a:chExt cx="0" cy="0"/>
        </a:xfrm>
      </p:grpSpPr>
      <p:sp>
        <p:nvSpPr>
          <p:cNvPr id="863" name="Google Shape;863;p103"/>
          <p:cNvSpPr/>
          <p:nvPr/>
        </p:nvSpPr>
        <p:spPr>
          <a:xfrm rot="5400000">
            <a:off x="-230020" y="230021"/>
            <a:ext cx="5143501" cy="4683459"/>
          </a:xfrm>
          <a:custGeom>
            <a:avLst/>
            <a:gdLst/>
            <a:ahLst/>
            <a:cxnLst/>
            <a:rect l="l" t="t" r="r" b="b"/>
            <a:pathLst>
              <a:path w="120000" h="120000" extrusionOk="0">
                <a:moveTo>
                  <a:pt x="0" y="120000"/>
                </a:moveTo>
                <a:lnTo>
                  <a:pt x="0" y="2595"/>
                </a:lnTo>
                <a:lnTo>
                  <a:pt x="58405" y="2534"/>
                </a:lnTo>
                <a:lnTo>
                  <a:pt x="60264" y="0"/>
                </a:lnTo>
                <a:lnTo>
                  <a:pt x="62733" y="2595"/>
                </a:lnTo>
                <a:lnTo>
                  <a:pt x="120000" y="2595"/>
                </a:lnTo>
                <a:lnTo>
                  <a:pt x="120000" y="120000"/>
                </a:lnTo>
                <a:lnTo>
                  <a:pt x="0" y="120000"/>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864" name="Google Shape;864;p103"/>
          <p:cNvSpPr txBox="1">
            <a:spLocks noGrp="1"/>
          </p:cNvSpPr>
          <p:nvPr>
            <p:ph type="title"/>
          </p:nvPr>
        </p:nvSpPr>
        <p:spPr>
          <a:xfrm>
            <a:off x="694395" y="1985305"/>
            <a:ext cx="3396343" cy="369332"/>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lt2"/>
              </a:buClr>
              <a:buSzPts val="2400"/>
              <a:buFont typeface="Georgia"/>
              <a:buNone/>
              <a:defRPr sz="2400" b="0" i="0" u="none" strike="noStrike" cap="none">
                <a:solidFill>
                  <a:schemeClr val="lt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65" name="Google Shape;865;p103"/>
          <p:cNvSpPr txBox="1">
            <a:spLocks noGrp="1"/>
          </p:cNvSpPr>
          <p:nvPr>
            <p:ph type="body" idx="1"/>
          </p:nvPr>
        </p:nvSpPr>
        <p:spPr>
          <a:xfrm>
            <a:off x="1130093" y="3435213"/>
            <a:ext cx="2445007" cy="126958"/>
          </a:xfrm>
          <a:prstGeom prst="rect">
            <a:avLst/>
          </a:prstGeom>
          <a:noFill/>
          <a:ln>
            <a:noFill/>
          </a:ln>
        </p:spPr>
        <p:txBody>
          <a:bodyPr spcFirstLastPara="1" wrap="square" lIns="91425" tIns="91425" rIns="91425" bIns="91425" anchor="t" anchorCtr="0"/>
          <a:lstStyle>
            <a:lvl1pPr marL="457200" marR="0" lvl="0" indent="-276225" algn="ctr">
              <a:lnSpc>
                <a:spcPct val="110000"/>
              </a:lnSpc>
              <a:spcBef>
                <a:spcPts val="4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66" name="Google Shape;866;p103"/>
          <p:cNvSpPr txBox="1">
            <a:spLocks noGrp="1"/>
          </p:cNvSpPr>
          <p:nvPr>
            <p:ph type="body" idx="2"/>
          </p:nvPr>
        </p:nvSpPr>
        <p:spPr>
          <a:xfrm>
            <a:off x="1109469" y="912021"/>
            <a:ext cx="2445007" cy="507831"/>
          </a:xfrm>
          <a:prstGeom prst="rect">
            <a:avLst/>
          </a:prstGeom>
          <a:noFill/>
          <a:ln>
            <a:noFill/>
          </a:ln>
        </p:spPr>
        <p:txBody>
          <a:bodyPr spcFirstLastPara="1" wrap="square" lIns="91425" tIns="91425" rIns="91425" bIns="91425" anchor="t" anchorCtr="0"/>
          <a:lstStyle>
            <a:lvl1pPr marL="457200" marR="0" lvl="0" indent="-228600" algn="ctr">
              <a:lnSpc>
                <a:spcPct val="110000"/>
              </a:lnSpc>
              <a:spcBef>
                <a:spcPts val="450"/>
              </a:spcBef>
              <a:spcAft>
                <a:spcPts val="0"/>
              </a:spcAft>
              <a:buClr>
                <a:schemeClr val="lt2"/>
              </a:buClr>
              <a:buSzPts val="1500"/>
              <a:buFont typeface="Arial"/>
              <a:buNone/>
              <a:defRPr sz="15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67" name="Google Shape;867;p103"/>
          <p:cNvSpPr txBox="1">
            <a:spLocks noGrp="1"/>
          </p:cNvSpPr>
          <p:nvPr>
            <p:ph type="body" idx="3"/>
          </p:nvPr>
        </p:nvSpPr>
        <p:spPr>
          <a:xfrm>
            <a:off x="5649247" y="3435213"/>
            <a:ext cx="2445007" cy="126958"/>
          </a:xfrm>
          <a:prstGeom prst="rect">
            <a:avLst/>
          </a:prstGeom>
          <a:noFill/>
          <a:ln>
            <a:noFill/>
          </a:ln>
        </p:spPr>
        <p:txBody>
          <a:bodyPr spcFirstLastPara="1" wrap="square" lIns="91425" tIns="91425" rIns="91425" bIns="91425" anchor="t" anchorCtr="0"/>
          <a:lstStyle>
            <a:lvl1pPr marL="457200" marR="0" lvl="0" indent="-276225" algn="ctr">
              <a:lnSpc>
                <a:spcPct val="110000"/>
              </a:lnSpc>
              <a:spcBef>
                <a:spcPts val="450"/>
              </a:spcBef>
              <a:spcAft>
                <a:spcPts val="0"/>
              </a:spcAft>
              <a:buClr>
                <a:schemeClr val="dk1"/>
              </a:buClr>
              <a:buSzPts val="750"/>
              <a:buFont typeface="Noto Sans Symbols"/>
              <a:buChar char="▪"/>
              <a:defRPr sz="750" b="0"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68" name="Google Shape;868;p103"/>
          <p:cNvSpPr txBox="1">
            <a:spLocks noGrp="1"/>
          </p:cNvSpPr>
          <p:nvPr>
            <p:ph type="body" idx="4"/>
          </p:nvPr>
        </p:nvSpPr>
        <p:spPr>
          <a:xfrm>
            <a:off x="5649247" y="912021"/>
            <a:ext cx="2445007" cy="507831"/>
          </a:xfrm>
          <a:prstGeom prst="rect">
            <a:avLst/>
          </a:prstGeom>
          <a:noFill/>
          <a:ln>
            <a:noFill/>
          </a:ln>
        </p:spPr>
        <p:txBody>
          <a:bodyPr spcFirstLastPara="1" wrap="square" lIns="91425" tIns="91425" rIns="91425" bIns="91425" anchor="t" anchorCtr="0"/>
          <a:lstStyle>
            <a:lvl1pPr marL="457200" marR="0" lvl="0" indent="-228600" algn="ctr">
              <a:lnSpc>
                <a:spcPct val="110000"/>
              </a:lnSpc>
              <a:spcBef>
                <a:spcPts val="450"/>
              </a:spcBef>
              <a:spcAft>
                <a:spcPts val="0"/>
              </a:spcAft>
              <a:buClr>
                <a:schemeClr val="dk1"/>
              </a:buClr>
              <a:buSzPts val="1500"/>
              <a:buFont typeface="Arial"/>
              <a:buNone/>
              <a:defRPr sz="15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69" name="Google Shape;869;p103"/>
          <p:cNvSpPr txBox="1">
            <a:spLocks noGrp="1"/>
          </p:cNvSpPr>
          <p:nvPr>
            <p:ph type="body" idx="5"/>
          </p:nvPr>
        </p:nvSpPr>
        <p:spPr>
          <a:xfrm>
            <a:off x="5122017" y="1985305"/>
            <a:ext cx="3499471" cy="369332"/>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dk1"/>
              </a:buClr>
              <a:buSzPts val="2400"/>
              <a:buFont typeface="Arial"/>
              <a:buNone/>
              <a:defRPr sz="24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cxnSp>
        <p:nvCxnSpPr>
          <p:cNvPr id="870" name="Google Shape;870;p103"/>
          <p:cNvCxnSpPr/>
          <p:nvPr/>
        </p:nvCxnSpPr>
        <p:spPr>
          <a:xfrm rot="10800000">
            <a:off x="2300631" y="1500599"/>
            <a:ext cx="0" cy="569119"/>
          </a:xfrm>
          <a:prstGeom prst="straightConnector1">
            <a:avLst/>
          </a:prstGeom>
          <a:noFill/>
          <a:ln w="9525" cap="flat" cmpd="sng">
            <a:solidFill>
              <a:srgbClr val="DE2A18"/>
            </a:solidFill>
            <a:prstDash val="solid"/>
            <a:round/>
            <a:headEnd type="none" w="sm" len="sm"/>
            <a:tailEnd type="none" w="sm" len="sm"/>
          </a:ln>
        </p:spPr>
      </p:cxnSp>
      <p:cxnSp>
        <p:nvCxnSpPr>
          <p:cNvPr id="871" name="Google Shape;871;p103"/>
          <p:cNvCxnSpPr/>
          <p:nvPr/>
        </p:nvCxnSpPr>
        <p:spPr>
          <a:xfrm rot="10800000">
            <a:off x="6882907" y="1500600"/>
            <a:ext cx="0" cy="569119"/>
          </a:xfrm>
          <a:prstGeom prst="straightConnector1">
            <a:avLst/>
          </a:prstGeom>
          <a:noFill/>
          <a:ln w="9525" cap="flat" cmpd="sng">
            <a:solidFill>
              <a:srgbClr val="DE2A18"/>
            </a:solidFill>
            <a:prstDash val="solid"/>
            <a:round/>
            <a:headEnd type="none" w="sm" len="sm"/>
            <a:tailEnd type="none" w="sm" len="sm"/>
          </a:ln>
        </p:spPr>
      </p:cxnSp>
      <p:cxnSp>
        <p:nvCxnSpPr>
          <p:cNvPr id="872" name="Google Shape;872;p103"/>
          <p:cNvCxnSpPr/>
          <p:nvPr/>
        </p:nvCxnSpPr>
        <p:spPr>
          <a:xfrm rot="10800000">
            <a:off x="2300631" y="2877336"/>
            <a:ext cx="0" cy="569119"/>
          </a:xfrm>
          <a:prstGeom prst="straightConnector1">
            <a:avLst/>
          </a:prstGeom>
          <a:noFill/>
          <a:ln w="9525" cap="flat" cmpd="sng">
            <a:solidFill>
              <a:srgbClr val="DE2A18"/>
            </a:solidFill>
            <a:prstDash val="solid"/>
            <a:round/>
            <a:headEnd type="none" w="sm" len="sm"/>
            <a:tailEnd type="none" w="sm" len="sm"/>
          </a:ln>
        </p:spPr>
      </p:cxnSp>
      <p:cxnSp>
        <p:nvCxnSpPr>
          <p:cNvPr id="873" name="Google Shape;873;p103"/>
          <p:cNvCxnSpPr/>
          <p:nvPr/>
        </p:nvCxnSpPr>
        <p:spPr>
          <a:xfrm rot="10800000">
            <a:off x="6882907" y="2877337"/>
            <a:ext cx="0" cy="569119"/>
          </a:xfrm>
          <a:prstGeom prst="straightConnector1">
            <a:avLst/>
          </a:prstGeom>
          <a:noFill/>
          <a:ln w="9525" cap="flat" cmpd="sng">
            <a:solidFill>
              <a:srgbClr val="DE2A18"/>
            </a:solidFill>
            <a:prstDash val="solid"/>
            <a:round/>
            <a:headEnd type="none" w="sm" len="sm"/>
            <a:tailEnd type="none" w="sm" len="sm"/>
          </a:ln>
        </p:spPr>
      </p:cxnSp>
      <p:sp>
        <p:nvSpPr>
          <p:cNvPr id="874" name="Google Shape;874;p103"/>
          <p:cNvSpPr/>
          <p:nvPr/>
        </p:nvSpPr>
        <p:spPr>
          <a:xfrm rot="-5400000">
            <a:off x="2063445"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875" name="Google Shape;875;p103"/>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76" name="Google Shape;876;p103"/>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Experience 3">
  <p:cSld name="Experience 3">
    <p:bg>
      <p:bgPr>
        <a:solidFill>
          <a:srgbClr val="333332"/>
        </a:solidFill>
        <a:effectLst/>
      </p:bgPr>
    </p:bg>
    <p:spTree>
      <p:nvGrpSpPr>
        <p:cNvPr id="1" name="Shape 877"/>
        <p:cNvGrpSpPr/>
        <p:nvPr/>
      </p:nvGrpSpPr>
      <p:grpSpPr>
        <a:xfrm>
          <a:off x="0" y="0"/>
          <a:ext cx="0" cy="0"/>
          <a:chOff x="0" y="0"/>
          <a:chExt cx="0" cy="0"/>
        </a:xfrm>
      </p:grpSpPr>
      <p:sp>
        <p:nvSpPr>
          <p:cNvPr id="878" name="Google Shape;878;p104"/>
          <p:cNvSpPr>
            <a:spLocks noGrp="1"/>
          </p:cNvSpPr>
          <p:nvPr>
            <p:ph type="pic" idx="2"/>
          </p:nvPr>
        </p:nvSpPr>
        <p:spPr>
          <a:xfrm>
            <a:off x="3068061" y="1714172"/>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79" name="Google Shape;879;p104"/>
          <p:cNvSpPr>
            <a:spLocks noGrp="1"/>
          </p:cNvSpPr>
          <p:nvPr>
            <p:ph type="pic" idx="3"/>
          </p:nvPr>
        </p:nvSpPr>
        <p:spPr>
          <a:xfrm>
            <a:off x="3068061" y="0"/>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80" name="Google Shape;880;p104"/>
          <p:cNvSpPr>
            <a:spLocks noGrp="1"/>
          </p:cNvSpPr>
          <p:nvPr>
            <p:ph type="pic" idx="4"/>
          </p:nvPr>
        </p:nvSpPr>
        <p:spPr>
          <a:xfrm>
            <a:off x="3068061" y="3428343"/>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81" name="Google Shape;881;p104"/>
          <p:cNvSpPr txBox="1">
            <a:spLocks noGrp="1"/>
          </p:cNvSpPr>
          <p:nvPr>
            <p:ph type="title"/>
          </p:nvPr>
        </p:nvSpPr>
        <p:spPr>
          <a:xfrm>
            <a:off x="195209" y="1613890"/>
            <a:ext cx="2676579" cy="203133"/>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lt1"/>
              </a:buClr>
              <a:buSzPts val="1200"/>
              <a:buFont typeface="Georgia"/>
              <a:buNone/>
              <a:defRPr sz="12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82" name="Google Shape;882;p104"/>
          <p:cNvSpPr txBox="1">
            <a:spLocks noGrp="1"/>
          </p:cNvSpPr>
          <p:nvPr>
            <p:ph type="body" idx="1"/>
          </p:nvPr>
        </p:nvSpPr>
        <p:spPr>
          <a:xfrm>
            <a:off x="184935" y="3486540"/>
            <a:ext cx="2686852" cy="96950"/>
          </a:xfrm>
          <a:prstGeom prst="rect">
            <a:avLst/>
          </a:prstGeom>
          <a:noFill/>
          <a:ln>
            <a:noFill/>
          </a:ln>
        </p:spPr>
        <p:txBody>
          <a:bodyPr spcFirstLastPara="1" wrap="square" lIns="91425" tIns="91425" rIns="91425" bIns="91425" anchor="t" anchorCtr="0"/>
          <a:lstStyle>
            <a:lvl1pPr marL="457200" marR="0" lvl="0" indent="-228600" algn="ctr">
              <a:lnSpc>
                <a:spcPct val="120000"/>
              </a:lnSpc>
              <a:spcBef>
                <a:spcPts val="0"/>
              </a:spcBef>
              <a:spcAft>
                <a:spcPts val="0"/>
              </a:spcAft>
              <a:buClr>
                <a:schemeClr val="lt1"/>
              </a:buClr>
              <a:buSzPts val="525"/>
              <a:buFont typeface="Noto Sans Symbols"/>
              <a:buNone/>
              <a:defRPr sz="525" b="1"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883" name="Google Shape;883;p104"/>
          <p:cNvSpPr>
            <a:spLocks noGrp="1"/>
          </p:cNvSpPr>
          <p:nvPr>
            <p:ph type="pic" idx="5"/>
          </p:nvPr>
        </p:nvSpPr>
        <p:spPr>
          <a:xfrm>
            <a:off x="6094112" y="0"/>
            <a:ext cx="3049888"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84" name="Google Shape;884;p104"/>
          <p:cNvSpPr/>
          <p:nvPr/>
        </p:nvSpPr>
        <p:spPr>
          <a:xfrm rot="-5400000">
            <a:off x="554048"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885" name="Google Shape;885;p104"/>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86" name="Google Shape;886;p104"/>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Gallery Callouts">
  <p:cSld name="Gallery Callouts">
    <p:bg>
      <p:bgPr>
        <a:solidFill>
          <a:schemeClr val="lt1"/>
        </a:solidFill>
        <a:effectLst/>
      </p:bgPr>
    </p:bg>
    <p:spTree>
      <p:nvGrpSpPr>
        <p:cNvPr id="1" name="Shape 887"/>
        <p:cNvGrpSpPr/>
        <p:nvPr/>
      </p:nvGrpSpPr>
      <p:grpSpPr>
        <a:xfrm>
          <a:off x="0" y="0"/>
          <a:ext cx="0" cy="0"/>
          <a:chOff x="0" y="0"/>
          <a:chExt cx="0" cy="0"/>
        </a:xfrm>
      </p:grpSpPr>
      <p:sp>
        <p:nvSpPr>
          <p:cNvPr id="888" name="Google Shape;888;p105"/>
          <p:cNvSpPr>
            <a:spLocks noGrp="1"/>
          </p:cNvSpPr>
          <p:nvPr>
            <p:ph type="pic" idx="2"/>
          </p:nvPr>
        </p:nvSpPr>
        <p:spPr>
          <a:xfrm>
            <a:off x="0" y="-10274"/>
            <a:ext cx="4755299" cy="5153773"/>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89" name="Google Shape;889;p105"/>
          <p:cNvSpPr>
            <a:spLocks noGrp="1"/>
          </p:cNvSpPr>
          <p:nvPr>
            <p:ph type="pic" idx="3"/>
          </p:nvPr>
        </p:nvSpPr>
        <p:spPr>
          <a:xfrm>
            <a:off x="4756681" y="-6724"/>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90" name="Google Shape;890;p105"/>
          <p:cNvSpPr>
            <a:spLocks noGrp="1"/>
          </p:cNvSpPr>
          <p:nvPr>
            <p:ph type="pic" idx="4"/>
          </p:nvPr>
        </p:nvSpPr>
        <p:spPr>
          <a:xfrm>
            <a:off x="4756681" y="1280438"/>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91" name="Google Shape;891;p105"/>
          <p:cNvSpPr>
            <a:spLocks noGrp="1"/>
          </p:cNvSpPr>
          <p:nvPr>
            <p:ph type="pic" idx="5"/>
          </p:nvPr>
        </p:nvSpPr>
        <p:spPr>
          <a:xfrm>
            <a:off x="4756681" y="2567596"/>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92" name="Google Shape;892;p105"/>
          <p:cNvSpPr>
            <a:spLocks noGrp="1"/>
          </p:cNvSpPr>
          <p:nvPr>
            <p:ph type="pic" idx="6"/>
          </p:nvPr>
        </p:nvSpPr>
        <p:spPr>
          <a:xfrm>
            <a:off x="4756681" y="3852377"/>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893" name="Google Shape;893;p105"/>
          <p:cNvCxnSpPr/>
          <p:nvPr/>
        </p:nvCxnSpPr>
        <p:spPr>
          <a:xfrm>
            <a:off x="4755299" y="-9524"/>
            <a:ext cx="0" cy="5157216"/>
          </a:xfrm>
          <a:prstGeom prst="straightConnector1">
            <a:avLst/>
          </a:prstGeom>
          <a:noFill/>
          <a:ln w="12700" cap="flat" cmpd="sng">
            <a:solidFill>
              <a:schemeClr val="lt2"/>
            </a:solidFill>
            <a:prstDash val="solid"/>
            <a:round/>
            <a:headEnd type="none" w="sm" len="sm"/>
            <a:tailEnd type="none" w="sm" len="sm"/>
          </a:ln>
        </p:spPr>
      </p:cxnSp>
      <p:sp>
        <p:nvSpPr>
          <p:cNvPr id="894" name="Google Shape;894;p105"/>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95" name="Google Shape;895;p105"/>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Experience 6">
  <p:cSld name="Experience 6">
    <p:bg>
      <p:bgPr>
        <a:solidFill>
          <a:srgbClr val="333332"/>
        </a:solidFill>
        <a:effectLst/>
      </p:bgPr>
    </p:bg>
    <p:spTree>
      <p:nvGrpSpPr>
        <p:cNvPr id="1" name="Shape 896"/>
        <p:cNvGrpSpPr/>
        <p:nvPr/>
      </p:nvGrpSpPr>
      <p:grpSpPr>
        <a:xfrm>
          <a:off x="0" y="0"/>
          <a:ext cx="0" cy="0"/>
          <a:chOff x="0" y="0"/>
          <a:chExt cx="0" cy="0"/>
        </a:xfrm>
      </p:grpSpPr>
      <p:sp>
        <p:nvSpPr>
          <p:cNvPr id="897" name="Google Shape;897;p106"/>
          <p:cNvSpPr txBox="1">
            <a:spLocks noGrp="1"/>
          </p:cNvSpPr>
          <p:nvPr>
            <p:ph type="title"/>
          </p:nvPr>
        </p:nvSpPr>
        <p:spPr>
          <a:xfrm>
            <a:off x="309564" y="2156411"/>
            <a:ext cx="2653643"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500"/>
              <a:buFont typeface="Georgia"/>
              <a:buNone/>
              <a:defRPr sz="1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98" name="Google Shape;898;p106"/>
          <p:cNvSpPr txBox="1">
            <a:spLocks noGrp="1"/>
          </p:cNvSpPr>
          <p:nvPr>
            <p:ph type="body" idx="1"/>
          </p:nvPr>
        </p:nvSpPr>
        <p:spPr>
          <a:xfrm>
            <a:off x="309565" y="2791261"/>
            <a:ext cx="2347913" cy="103875"/>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35"/>
              </a:spcBef>
              <a:spcAft>
                <a:spcPts val="0"/>
              </a:spcAft>
              <a:buClr>
                <a:schemeClr val="lt1"/>
              </a:buClr>
              <a:buSzPts val="675"/>
              <a:buFont typeface="Arial"/>
              <a:buNone/>
              <a:defRPr sz="675"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99" name="Google Shape;899;p106"/>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900" name="Google Shape;900;p106"/>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901" name="Google Shape;901;p106"/>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Experience 7">
  <p:cSld name="Experience 7">
    <p:bg>
      <p:bgPr>
        <a:solidFill>
          <a:srgbClr val="333332"/>
        </a:solidFill>
        <a:effectLst/>
      </p:bgPr>
    </p:bg>
    <p:spTree>
      <p:nvGrpSpPr>
        <p:cNvPr id="1" name="Shape 902"/>
        <p:cNvGrpSpPr/>
        <p:nvPr/>
      </p:nvGrpSpPr>
      <p:grpSpPr>
        <a:xfrm>
          <a:off x="0" y="0"/>
          <a:ext cx="0" cy="0"/>
          <a:chOff x="0" y="0"/>
          <a:chExt cx="0" cy="0"/>
        </a:xfrm>
      </p:grpSpPr>
      <p:sp>
        <p:nvSpPr>
          <p:cNvPr id="903" name="Google Shape;903;p107"/>
          <p:cNvSpPr txBox="1">
            <a:spLocks noGrp="1"/>
          </p:cNvSpPr>
          <p:nvPr>
            <p:ph type="title"/>
          </p:nvPr>
        </p:nvSpPr>
        <p:spPr>
          <a:xfrm>
            <a:off x="309564" y="2659836"/>
            <a:ext cx="2653643"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500"/>
              <a:buFont typeface="Georgia"/>
              <a:buNone/>
              <a:defRPr sz="1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04" name="Google Shape;904;p107"/>
          <p:cNvSpPr txBox="1">
            <a:spLocks noGrp="1"/>
          </p:cNvSpPr>
          <p:nvPr>
            <p:ph type="body" idx="1"/>
          </p:nvPr>
        </p:nvSpPr>
        <p:spPr>
          <a:xfrm>
            <a:off x="311945" y="3063135"/>
            <a:ext cx="2445007" cy="12465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0"/>
              </a:spcBef>
              <a:spcAft>
                <a:spcPts val="0"/>
              </a:spcAft>
              <a:buClr>
                <a:schemeClr val="lt1"/>
              </a:buClr>
              <a:buSzPts val="675"/>
              <a:buFont typeface="Noto Sans Symbols"/>
              <a:buNone/>
              <a:defRPr sz="675" b="0" i="0" u="none" strike="noStrike" cap="none">
                <a:solidFill>
                  <a:schemeClr val="lt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905" name="Google Shape;905;p107"/>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906" name="Google Shape;906;p107"/>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907" name="Google Shape;907;p107"/>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Header 4">
  <p:cSld name="Section Header 4">
    <p:bg>
      <p:bgPr>
        <a:solidFill>
          <a:schemeClr val="lt1"/>
        </a:solidFill>
        <a:effectLst/>
      </p:bgPr>
    </p:bg>
    <p:spTree>
      <p:nvGrpSpPr>
        <p:cNvPr id="1" name="Shape 908"/>
        <p:cNvGrpSpPr/>
        <p:nvPr/>
      </p:nvGrpSpPr>
      <p:grpSpPr>
        <a:xfrm>
          <a:off x="0" y="0"/>
          <a:ext cx="0" cy="0"/>
          <a:chOff x="0" y="0"/>
          <a:chExt cx="0" cy="0"/>
        </a:xfrm>
      </p:grpSpPr>
      <p:sp>
        <p:nvSpPr>
          <p:cNvPr id="909" name="Google Shape;909;p108"/>
          <p:cNvSpPr>
            <a:spLocks noGrp="1"/>
          </p:cNvSpPr>
          <p:nvPr>
            <p:ph type="pic" idx="2"/>
          </p:nvPr>
        </p:nvSpPr>
        <p:spPr>
          <a:xfrm>
            <a:off x="0" y="1008272"/>
            <a:ext cx="9144000" cy="4135227"/>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10" name="Google Shape;910;p108"/>
          <p:cNvSpPr txBox="1">
            <a:spLocks noGrp="1"/>
          </p:cNvSpPr>
          <p:nvPr>
            <p:ph type="title"/>
          </p:nvPr>
        </p:nvSpPr>
        <p:spPr>
          <a:xfrm>
            <a:off x="310896" y="607298"/>
            <a:ext cx="8479637"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grpSp>
        <p:nvGrpSpPr>
          <p:cNvPr id="911" name="Google Shape;911;p108"/>
          <p:cNvGrpSpPr/>
          <p:nvPr/>
        </p:nvGrpSpPr>
        <p:grpSpPr>
          <a:xfrm>
            <a:off x="-3347" y="998236"/>
            <a:ext cx="9141568" cy="104771"/>
            <a:chOff x="-3347" y="998234"/>
            <a:chExt cx="9141568" cy="104771"/>
          </a:xfrm>
        </p:grpSpPr>
        <p:sp>
          <p:nvSpPr>
            <p:cNvPr id="912" name="Google Shape;912;p108"/>
            <p:cNvSpPr/>
            <p:nvPr/>
          </p:nvSpPr>
          <p:spPr>
            <a:xfrm rot="10800000" flipH="1">
              <a:off x="976383" y="998234"/>
              <a:ext cx="199956" cy="97328"/>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913" name="Google Shape;913;p108"/>
            <p:cNvSpPr/>
            <p:nvPr/>
          </p:nvSpPr>
          <p:spPr>
            <a:xfrm>
              <a:off x="-3347" y="1004580"/>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grpSp>
      <p:sp>
        <p:nvSpPr>
          <p:cNvPr id="914" name="Google Shape;914;p108"/>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15" name="Google Shape;915;p108"/>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16"/>
        <p:cNvGrpSpPr/>
        <p:nvPr/>
      </p:nvGrpSpPr>
      <p:grpSpPr>
        <a:xfrm>
          <a:off x="0" y="0"/>
          <a:ext cx="0" cy="0"/>
          <a:chOff x="0" y="0"/>
          <a:chExt cx="0" cy="0"/>
        </a:xfrm>
      </p:grpSpPr>
      <p:sp>
        <p:nvSpPr>
          <p:cNvPr id="917" name="Google Shape;917;p109"/>
          <p:cNvSpPr txBox="1">
            <a:spLocks noGrp="1"/>
          </p:cNvSpPr>
          <p:nvPr>
            <p:ph type="body" idx="1"/>
          </p:nvPr>
        </p:nvSpPr>
        <p:spPr>
          <a:xfrm>
            <a:off x="280122" y="517922"/>
            <a:ext cx="2427600" cy="3955200"/>
          </a:xfrm>
          <a:prstGeom prst="rect">
            <a:avLst/>
          </a:prstGeom>
          <a:noFill/>
          <a:ln>
            <a:noFill/>
          </a:ln>
        </p:spPr>
        <p:txBody>
          <a:bodyPr spcFirstLastPara="1" wrap="square" lIns="68575" tIns="68575" rIns="68575" bIns="68575" anchor="t" anchorCtr="0"/>
          <a:lstStyle>
            <a:lvl1pPr marL="457200" marR="0" lvl="0" indent="-228600" algn="l">
              <a:lnSpc>
                <a:spcPct val="100000"/>
              </a:lnSpc>
              <a:spcBef>
                <a:spcPts val="0"/>
              </a:spcBef>
              <a:spcAft>
                <a:spcPts val="0"/>
              </a:spcAft>
              <a:buClr>
                <a:srgbClr val="000000"/>
              </a:buClr>
              <a:buSzPts val="1200"/>
              <a:buFont typeface="Noto Sans Symbols"/>
              <a:buNone/>
              <a:defRPr sz="1200" b="0" i="1" u="none" strike="noStrike" cap="none">
                <a:solidFill>
                  <a:schemeClr val="lt1"/>
                </a:solidFill>
                <a:latin typeface="Georgia"/>
                <a:ea typeface="Georgia"/>
                <a:cs typeface="Georgia"/>
                <a:sym typeface="Georgia"/>
              </a:defRPr>
            </a:lvl1pPr>
            <a:lvl2pPr marL="914400" marR="0" lvl="1" indent="-298450" algn="l">
              <a:lnSpc>
                <a:spcPct val="100000"/>
              </a:lnSpc>
              <a:spcBef>
                <a:spcPts val="400"/>
              </a:spcBef>
              <a:spcAft>
                <a:spcPts val="0"/>
              </a:spcAft>
              <a:buClr>
                <a:schemeClr val="accent6"/>
              </a:buClr>
              <a:buSzPts val="1100"/>
              <a:buFont typeface="Times New Roman"/>
              <a:buChar char="•"/>
              <a:defRPr sz="1100" b="0" i="0" u="none" strike="noStrike" cap="none">
                <a:solidFill>
                  <a:schemeClr val="dk1"/>
                </a:solidFill>
                <a:latin typeface="Arial"/>
                <a:ea typeface="Arial"/>
                <a:cs typeface="Arial"/>
                <a:sym typeface="Arial"/>
              </a:defRPr>
            </a:lvl2pPr>
            <a:lvl3pPr marL="1371600" marR="0" lvl="2" indent="-298450" algn="l">
              <a:lnSpc>
                <a:spcPct val="100000"/>
              </a:lnSpc>
              <a:spcBef>
                <a:spcPts val="400"/>
              </a:spcBef>
              <a:spcAft>
                <a:spcPts val="0"/>
              </a:spcAft>
              <a:buClr>
                <a:schemeClr val="accent6"/>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4pPr>
            <a:lvl5pPr marL="2286000" marR="0" lvl="4"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5pPr>
            <a:lvl6pPr marL="2743200" marR="0" lvl="5" indent="-279400" algn="l">
              <a:lnSpc>
                <a:spcPct val="100000"/>
              </a:lnSpc>
              <a:spcBef>
                <a:spcPts val="400"/>
              </a:spcBef>
              <a:spcAft>
                <a:spcPts val="0"/>
              </a:spcAft>
              <a:buClr>
                <a:schemeClr val="dk1"/>
              </a:buClr>
              <a:buSzPts val="800"/>
              <a:buFont typeface="Georgia"/>
              <a:buAutoNum type="arabicPeriod"/>
              <a:defRPr sz="800" b="0" i="0" u="none" strike="noStrike" cap="none">
                <a:solidFill>
                  <a:schemeClr val="dk1"/>
                </a:solidFill>
                <a:latin typeface="Georgia"/>
                <a:ea typeface="Georgia"/>
                <a:cs typeface="Georgia"/>
                <a:sym typeface="Georgia"/>
              </a:defRPr>
            </a:lvl6pPr>
            <a:lvl7pPr marL="3200400" marR="0" lvl="6" indent="-279400" algn="l">
              <a:lnSpc>
                <a:spcPct val="100000"/>
              </a:lnSpc>
              <a:spcBef>
                <a:spcPts val="0"/>
              </a:spcBef>
              <a:spcAft>
                <a:spcPts val="0"/>
              </a:spcAft>
              <a:buClr>
                <a:schemeClr val="dk1"/>
              </a:buClr>
              <a:buSzPts val="800"/>
              <a:buFont typeface="Georgia"/>
              <a:buAutoNum type="alphaLcPeriod"/>
              <a:defRPr sz="800" b="0" i="0" u="none" strike="noStrike" cap="none">
                <a:solidFill>
                  <a:schemeClr val="dk1"/>
                </a:solidFill>
                <a:latin typeface="Georgia"/>
                <a:ea typeface="Georgia"/>
                <a:cs typeface="Georgia"/>
                <a:sym typeface="Georgia"/>
              </a:defRPr>
            </a:lvl7pPr>
            <a:lvl8pPr marL="3657600" marR="0" lvl="7" indent="-279400" algn="l">
              <a:lnSpc>
                <a:spcPct val="100000"/>
              </a:lnSpc>
              <a:spcBef>
                <a:spcPts val="0"/>
              </a:spcBef>
              <a:spcAft>
                <a:spcPts val="0"/>
              </a:spcAft>
              <a:buClr>
                <a:schemeClr val="dk1"/>
              </a:buClr>
              <a:buSzPts val="800"/>
              <a:buFont typeface="Georgia"/>
              <a:buAutoNum type="romanLcPeriod"/>
              <a:defRPr sz="8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400"/>
              </a:spcAft>
              <a:buClr>
                <a:schemeClr val="dk2"/>
              </a:buClr>
              <a:buSzPts val="800"/>
              <a:buFont typeface="Arial"/>
              <a:buNone/>
              <a:defRPr sz="800" b="1" i="0" u="none" strike="noStrike" cap="none">
                <a:solidFill>
                  <a:schemeClr val="dk2"/>
                </a:solidFill>
                <a:latin typeface="Georgia"/>
                <a:ea typeface="Georgia"/>
                <a:cs typeface="Georgia"/>
                <a:sym typeface="Georgia"/>
              </a:defRPr>
            </a:lvl9pPr>
          </a:lstStyle>
          <a:p>
            <a:endParaRPr/>
          </a:p>
        </p:txBody>
      </p:sp>
      <p:sp>
        <p:nvSpPr>
          <p:cNvPr id="918" name="Google Shape;918;p109"/>
          <p:cNvSpPr txBox="1">
            <a:spLocks noGrp="1"/>
          </p:cNvSpPr>
          <p:nvPr>
            <p:ph type="title"/>
          </p:nvPr>
        </p:nvSpPr>
        <p:spPr>
          <a:xfrm>
            <a:off x="3250111" y="517924"/>
            <a:ext cx="5472600" cy="683400"/>
          </a:xfrm>
          <a:prstGeom prst="rect">
            <a:avLst/>
          </a:prstGeom>
          <a:noFill/>
          <a:ln>
            <a:noFill/>
          </a:ln>
        </p:spPr>
        <p:txBody>
          <a:bodyPr spcFirstLastPara="1" wrap="square" lIns="68575" tIns="68575" rIns="68575" bIns="68575" anchor="t" anchorCtr="0"/>
          <a:lstStyle>
            <a:lvl1pPr marR="0" lvl="0" algn="l">
              <a:lnSpc>
                <a:spcPct val="100000"/>
              </a:lnSpc>
              <a:spcBef>
                <a:spcPts val="0"/>
              </a:spcBef>
              <a:spcAft>
                <a:spcPts val="0"/>
              </a:spcAft>
              <a:buClr>
                <a:schemeClr val="accent2"/>
              </a:buClr>
              <a:buSzPts val="2100"/>
              <a:buFont typeface="Georgia"/>
              <a:buNone/>
              <a:defRPr sz="2100" b="1" i="1" u="none" strike="noStrike" cap="none">
                <a:solidFill>
                  <a:schemeClr val="accent2"/>
                </a:solidFill>
                <a:latin typeface="Georgia"/>
                <a:ea typeface="Georgia"/>
                <a:cs typeface="Georgia"/>
                <a:sym typeface="Georgia"/>
              </a:defRPr>
            </a:lvl1pPr>
            <a:lvl2pPr lvl="1" algn="l">
              <a:lnSpc>
                <a:spcPct val="100000"/>
              </a:lnSpc>
              <a:spcBef>
                <a:spcPts val="0"/>
              </a:spcBef>
              <a:spcAft>
                <a:spcPts val="0"/>
              </a:spcAft>
              <a:buSzPts val="900"/>
              <a:buFont typeface="Arial"/>
              <a:buNone/>
              <a:defRPr sz="1200"/>
            </a:lvl2pPr>
            <a:lvl3pPr lvl="2" algn="l">
              <a:lnSpc>
                <a:spcPct val="100000"/>
              </a:lnSpc>
              <a:spcBef>
                <a:spcPts val="0"/>
              </a:spcBef>
              <a:spcAft>
                <a:spcPts val="0"/>
              </a:spcAft>
              <a:buSzPts val="900"/>
              <a:buFont typeface="Arial"/>
              <a:buNone/>
              <a:defRPr sz="1200"/>
            </a:lvl3pPr>
            <a:lvl4pPr lvl="3" algn="l">
              <a:lnSpc>
                <a:spcPct val="100000"/>
              </a:lnSpc>
              <a:spcBef>
                <a:spcPts val="0"/>
              </a:spcBef>
              <a:spcAft>
                <a:spcPts val="0"/>
              </a:spcAft>
              <a:buSzPts val="900"/>
              <a:buFont typeface="Arial"/>
              <a:buNone/>
              <a:defRPr sz="1200"/>
            </a:lvl4pPr>
            <a:lvl5pPr lvl="4" algn="l">
              <a:lnSpc>
                <a:spcPct val="100000"/>
              </a:lnSpc>
              <a:spcBef>
                <a:spcPts val="0"/>
              </a:spcBef>
              <a:spcAft>
                <a:spcPts val="0"/>
              </a:spcAft>
              <a:buSzPts val="900"/>
              <a:buFont typeface="Arial"/>
              <a:buNone/>
              <a:defRPr sz="1200"/>
            </a:lvl5pPr>
            <a:lvl6pPr lvl="5" algn="l">
              <a:lnSpc>
                <a:spcPct val="100000"/>
              </a:lnSpc>
              <a:spcBef>
                <a:spcPts val="0"/>
              </a:spcBef>
              <a:spcAft>
                <a:spcPts val="0"/>
              </a:spcAft>
              <a:buSzPts val="900"/>
              <a:buFont typeface="Arial"/>
              <a:buNone/>
              <a:defRPr sz="1200"/>
            </a:lvl6pPr>
            <a:lvl7pPr lvl="6" algn="l">
              <a:lnSpc>
                <a:spcPct val="100000"/>
              </a:lnSpc>
              <a:spcBef>
                <a:spcPts val="0"/>
              </a:spcBef>
              <a:spcAft>
                <a:spcPts val="0"/>
              </a:spcAft>
              <a:buSzPts val="900"/>
              <a:buFont typeface="Arial"/>
              <a:buNone/>
              <a:defRPr sz="1200"/>
            </a:lvl7pPr>
            <a:lvl8pPr lvl="7" algn="l">
              <a:lnSpc>
                <a:spcPct val="100000"/>
              </a:lnSpc>
              <a:spcBef>
                <a:spcPts val="0"/>
              </a:spcBef>
              <a:spcAft>
                <a:spcPts val="0"/>
              </a:spcAft>
              <a:buSzPts val="900"/>
              <a:buFont typeface="Arial"/>
              <a:buNone/>
              <a:defRPr sz="1200"/>
            </a:lvl8pPr>
            <a:lvl9pPr lvl="8" algn="l">
              <a:lnSpc>
                <a:spcPct val="100000"/>
              </a:lnSpc>
              <a:spcBef>
                <a:spcPts val="0"/>
              </a:spcBef>
              <a:spcAft>
                <a:spcPts val="0"/>
              </a:spcAft>
              <a:buSzPts val="900"/>
              <a:buFont typeface="Arial"/>
              <a:buNone/>
              <a:defRPr sz="1200"/>
            </a:lvl9pPr>
          </a:lstStyle>
          <a:p>
            <a:endParaRPr/>
          </a:p>
        </p:txBody>
      </p:sp>
      <p:sp>
        <p:nvSpPr>
          <p:cNvPr id="919" name="Google Shape;919;p109"/>
          <p:cNvSpPr txBox="1">
            <a:spLocks noGrp="1"/>
          </p:cNvSpPr>
          <p:nvPr>
            <p:ph type="body" idx="2"/>
          </p:nvPr>
        </p:nvSpPr>
        <p:spPr>
          <a:xfrm>
            <a:off x="3250110" y="1265916"/>
            <a:ext cx="5565000" cy="3373500"/>
          </a:xfrm>
          <a:prstGeom prst="rect">
            <a:avLst/>
          </a:prstGeom>
          <a:noFill/>
          <a:ln>
            <a:noFill/>
          </a:ln>
        </p:spPr>
        <p:txBody>
          <a:bodyPr spcFirstLastPara="1" wrap="square" lIns="68575" tIns="68575" rIns="68575" bIns="68575" anchor="t" anchorCtr="0"/>
          <a:lstStyle>
            <a:lvl1pPr marL="457200" marR="0" lvl="0" indent="-228600" algn="l">
              <a:lnSpc>
                <a:spcPct val="100000"/>
              </a:lnSpc>
              <a:spcBef>
                <a:spcPts val="0"/>
              </a:spcBef>
              <a:spcAft>
                <a:spcPts val="0"/>
              </a:spcAft>
              <a:buClr>
                <a:srgbClr val="000000"/>
              </a:buClr>
              <a:buSzPts val="1200"/>
              <a:buFont typeface="Noto Sans Symbols"/>
              <a:buNone/>
              <a:defRPr sz="1200" b="0" i="0" u="none" strike="noStrike" cap="none">
                <a:solidFill>
                  <a:schemeClr val="dk1"/>
                </a:solidFill>
                <a:latin typeface="Arial"/>
                <a:ea typeface="Arial"/>
                <a:cs typeface="Arial"/>
                <a:sym typeface="Arial"/>
              </a:defRPr>
            </a:lvl1pPr>
            <a:lvl2pPr marL="914400" marR="0" lvl="1" indent="-298450" algn="l">
              <a:lnSpc>
                <a:spcPct val="100000"/>
              </a:lnSpc>
              <a:spcBef>
                <a:spcPts val="400"/>
              </a:spcBef>
              <a:spcAft>
                <a:spcPts val="0"/>
              </a:spcAft>
              <a:buClr>
                <a:schemeClr val="accent6"/>
              </a:buClr>
              <a:buSzPts val="1100"/>
              <a:buFont typeface="Times New Roman"/>
              <a:buChar char="•"/>
              <a:defRPr sz="1100" b="0" i="0" u="none" strike="noStrike" cap="none">
                <a:solidFill>
                  <a:schemeClr val="dk1"/>
                </a:solidFill>
                <a:latin typeface="Arial"/>
                <a:ea typeface="Arial"/>
                <a:cs typeface="Arial"/>
                <a:sym typeface="Arial"/>
              </a:defRPr>
            </a:lvl2pPr>
            <a:lvl3pPr marL="1371600" marR="0" lvl="2" indent="-298450" algn="l">
              <a:lnSpc>
                <a:spcPct val="100000"/>
              </a:lnSpc>
              <a:spcBef>
                <a:spcPts val="400"/>
              </a:spcBef>
              <a:spcAft>
                <a:spcPts val="0"/>
              </a:spcAft>
              <a:buClr>
                <a:schemeClr val="accent6"/>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4pPr>
            <a:lvl5pPr marL="2286000" marR="0" lvl="4"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5pPr>
            <a:lvl6pPr marL="2743200" marR="0" lvl="5" indent="-279400" algn="l">
              <a:lnSpc>
                <a:spcPct val="100000"/>
              </a:lnSpc>
              <a:spcBef>
                <a:spcPts val="400"/>
              </a:spcBef>
              <a:spcAft>
                <a:spcPts val="0"/>
              </a:spcAft>
              <a:buClr>
                <a:schemeClr val="dk1"/>
              </a:buClr>
              <a:buSzPts val="800"/>
              <a:buFont typeface="Georgia"/>
              <a:buAutoNum type="arabicPeriod"/>
              <a:defRPr sz="800" b="0" i="0" u="none" strike="noStrike" cap="none">
                <a:solidFill>
                  <a:schemeClr val="dk1"/>
                </a:solidFill>
                <a:latin typeface="Georgia"/>
                <a:ea typeface="Georgia"/>
                <a:cs typeface="Georgia"/>
                <a:sym typeface="Georgia"/>
              </a:defRPr>
            </a:lvl6pPr>
            <a:lvl7pPr marL="3200400" marR="0" lvl="6" indent="-279400" algn="l">
              <a:lnSpc>
                <a:spcPct val="100000"/>
              </a:lnSpc>
              <a:spcBef>
                <a:spcPts val="0"/>
              </a:spcBef>
              <a:spcAft>
                <a:spcPts val="0"/>
              </a:spcAft>
              <a:buClr>
                <a:schemeClr val="dk1"/>
              </a:buClr>
              <a:buSzPts val="800"/>
              <a:buFont typeface="Georgia"/>
              <a:buAutoNum type="alphaLcPeriod"/>
              <a:defRPr sz="800" b="0" i="0" u="none" strike="noStrike" cap="none">
                <a:solidFill>
                  <a:schemeClr val="dk1"/>
                </a:solidFill>
                <a:latin typeface="Georgia"/>
                <a:ea typeface="Georgia"/>
                <a:cs typeface="Georgia"/>
                <a:sym typeface="Georgia"/>
              </a:defRPr>
            </a:lvl7pPr>
            <a:lvl8pPr marL="3657600" marR="0" lvl="7" indent="-279400" algn="l">
              <a:lnSpc>
                <a:spcPct val="100000"/>
              </a:lnSpc>
              <a:spcBef>
                <a:spcPts val="0"/>
              </a:spcBef>
              <a:spcAft>
                <a:spcPts val="0"/>
              </a:spcAft>
              <a:buClr>
                <a:schemeClr val="dk1"/>
              </a:buClr>
              <a:buSzPts val="800"/>
              <a:buFont typeface="Georgia"/>
              <a:buAutoNum type="romanLcPeriod"/>
              <a:defRPr sz="8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400"/>
              </a:spcAft>
              <a:buClr>
                <a:schemeClr val="dk2"/>
              </a:buClr>
              <a:buSzPts val="800"/>
              <a:buFont typeface="Arial"/>
              <a:buNone/>
              <a:defRPr sz="800" b="1" i="0" u="none" strike="noStrike" cap="none">
                <a:solidFill>
                  <a:schemeClr val="dk2"/>
                </a:solidFill>
                <a:latin typeface="Georgia"/>
                <a:ea typeface="Georgia"/>
                <a:cs typeface="Georgia"/>
                <a:sym typeface="Georgia"/>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Perspective3">
  <p:cSld name="Perspective3">
    <p:bg>
      <p:bgPr>
        <a:solidFill>
          <a:schemeClr val="lt1"/>
        </a:solidFill>
        <a:effectLst/>
      </p:bgPr>
    </p:bg>
    <p:spTree>
      <p:nvGrpSpPr>
        <p:cNvPr id="1" name="Shape 920"/>
        <p:cNvGrpSpPr/>
        <p:nvPr/>
      </p:nvGrpSpPr>
      <p:grpSpPr>
        <a:xfrm>
          <a:off x="0" y="0"/>
          <a:ext cx="0" cy="0"/>
          <a:chOff x="0" y="0"/>
          <a:chExt cx="0" cy="0"/>
        </a:xfrm>
      </p:grpSpPr>
      <p:sp>
        <p:nvSpPr>
          <p:cNvPr id="921" name="Google Shape;921;p110"/>
          <p:cNvSpPr/>
          <p:nvPr/>
        </p:nvSpPr>
        <p:spPr>
          <a:xfrm>
            <a:off x="0" y="0"/>
            <a:ext cx="2010335" cy="5143500"/>
          </a:xfrm>
          <a:prstGeom prst="rect">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2" name="Google Shape;922;p110"/>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
        <p:nvSpPr>
          <p:cNvPr id="923" name="Google Shape;923;p110"/>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lack blank">
  <p:cSld name="Black blank">
    <p:bg>
      <p:bgPr>
        <a:solidFill>
          <a:schemeClr val="dk1"/>
        </a:solidFill>
        <a:effectLst/>
      </p:bgPr>
    </p:bg>
    <p:spTree>
      <p:nvGrpSpPr>
        <p:cNvPr id="1" name="Shape 924"/>
        <p:cNvGrpSpPr/>
        <p:nvPr/>
      </p:nvGrpSpPr>
      <p:grpSpPr>
        <a:xfrm>
          <a:off x="0" y="0"/>
          <a:ext cx="0" cy="0"/>
          <a:chOff x="0" y="0"/>
          <a:chExt cx="0" cy="0"/>
        </a:xfrm>
      </p:grpSpPr>
      <p:sp>
        <p:nvSpPr>
          <p:cNvPr id="925" name="Google Shape;925;p11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26" name="Google Shape;926;p111"/>
          <p:cNvSpPr txBox="1"/>
          <p:nvPr/>
        </p:nvSpPr>
        <p:spPr>
          <a:xfrm>
            <a:off x="311944" y="4800785"/>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
        <p:nvSpPr>
          <p:cNvPr id="927" name="Google Shape;927;p111"/>
          <p:cNvSpPr txBox="1"/>
          <p:nvPr/>
        </p:nvSpPr>
        <p:spPr>
          <a:xfrm>
            <a:off x="311944" y="4800785"/>
            <a:ext cx="2559843" cy="9233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chemeClr val="lt1"/>
                </a:solidFill>
                <a:latin typeface="Arial"/>
                <a:ea typeface="Arial"/>
                <a:cs typeface="Arial"/>
                <a:sym typeface="Arial"/>
              </a:rPr>
              <a:t>PwC</a:t>
            </a:r>
            <a:r>
              <a:rPr lang="en" sz="600" b="0" i="0" u="none" strike="noStrike" cap="none">
                <a:solidFill>
                  <a:schemeClr val="lt1"/>
                </a:solidFill>
                <a:latin typeface="Arial"/>
                <a:ea typeface="Arial"/>
                <a:cs typeface="Arial"/>
                <a:sym typeface="Arial"/>
              </a:rPr>
              <a:t> | Finance Workforce of the Future</a:t>
            </a: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28"/>
        <p:cNvGrpSpPr/>
        <p:nvPr/>
      </p:nvGrpSpPr>
      <p:grpSpPr>
        <a:xfrm>
          <a:off x="0" y="0"/>
          <a:ext cx="0" cy="0"/>
          <a:chOff x="0" y="0"/>
          <a:chExt cx="0" cy="0"/>
        </a:xfrm>
      </p:grpSpPr>
      <p:sp>
        <p:nvSpPr>
          <p:cNvPr id="929" name="Google Shape;929;p112"/>
          <p:cNvSpPr txBox="1">
            <a:spLocks noGrp="1"/>
          </p:cNvSpPr>
          <p:nvPr>
            <p:ph type="title"/>
          </p:nvPr>
        </p:nvSpPr>
        <p:spPr>
          <a:xfrm>
            <a:off x="309563" y="423815"/>
            <a:ext cx="8526463" cy="246221"/>
          </a:xfrm>
          <a:prstGeom prst="rect">
            <a:avLst/>
          </a:prstGeom>
          <a:noFill/>
          <a:ln>
            <a:noFill/>
          </a:ln>
        </p:spPr>
        <p:txBody>
          <a:bodyPr spcFirstLastPara="1" wrap="square" lIns="91425" tIns="91425" rIns="91425" bIns="91425" anchor="ctr" anchorCtr="0"/>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0" name="Google Shape;930;p112"/>
          <p:cNvSpPr txBox="1">
            <a:spLocks noGrp="1"/>
          </p:cNvSpPr>
          <p:nvPr>
            <p:ph type="body" idx="1"/>
          </p:nvPr>
        </p:nvSpPr>
        <p:spPr>
          <a:xfrm>
            <a:off x="306060" y="1200151"/>
            <a:ext cx="4038600" cy="843308"/>
          </a:xfrm>
          <a:prstGeom prst="rect">
            <a:avLst/>
          </a:prstGeom>
          <a:noFill/>
          <a:ln>
            <a:noFill/>
          </a:ln>
        </p:spPr>
        <p:txBody>
          <a:bodyPr spcFirstLastPara="1" wrap="square" lIns="91425" tIns="91425" rIns="91425" bIns="91425" anchor="t" anchorCtr="0"/>
          <a:lstStyle>
            <a:lvl1pPr marL="457200" lvl="0" indent="-228600" algn="l">
              <a:lnSpc>
                <a:spcPct val="100000"/>
              </a:lnSpc>
              <a:spcBef>
                <a:spcPts val="210"/>
              </a:spcBef>
              <a:spcAft>
                <a:spcPts val="0"/>
              </a:spcAft>
              <a:buSzPts val="1050"/>
              <a:buNone/>
              <a:defRPr sz="1400"/>
            </a:lvl1pPr>
            <a:lvl2pPr marL="914400" lvl="1" indent="-276225" algn="l">
              <a:lnSpc>
                <a:spcPct val="100000"/>
              </a:lnSpc>
              <a:spcBef>
                <a:spcPts val="150"/>
              </a:spcBef>
              <a:spcAft>
                <a:spcPts val="0"/>
              </a:spcAft>
              <a:buSzPts val="750"/>
              <a:buChar char="▪"/>
              <a:defRPr sz="1000"/>
            </a:lvl2pPr>
            <a:lvl3pPr marL="1371600" lvl="2" indent="-271462" algn="l">
              <a:lnSpc>
                <a:spcPct val="100000"/>
              </a:lnSpc>
              <a:spcBef>
                <a:spcPts val="135"/>
              </a:spcBef>
              <a:spcAft>
                <a:spcPts val="0"/>
              </a:spcAft>
              <a:buSzPts val="675"/>
              <a:buChar char="–"/>
              <a:defRPr sz="900"/>
            </a:lvl3pPr>
            <a:lvl4pPr marL="1828800" lvl="3" indent="-266700" algn="l">
              <a:lnSpc>
                <a:spcPct val="100000"/>
              </a:lnSpc>
              <a:spcBef>
                <a:spcPts val="120"/>
              </a:spcBef>
              <a:spcAft>
                <a:spcPts val="0"/>
              </a:spcAft>
              <a:buSzPts val="600"/>
              <a:buChar char="•"/>
              <a:defRPr sz="800"/>
            </a:lvl4pPr>
            <a:lvl5pPr marL="2286000" lvl="4" indent="-261937" algn="l">
              <a:lnSpc>
                <a:spcPct val="100000"/>
              </a:lnSpc>
              <a:spcBef>
                <a:spcPts val="105"/>
              </a:spcBef>
              <a:spcAft>
                <a:spcPts val="0"/>
              </a:spcAft>
              <a:buSzPts val="525"/>
              <a:buChar char="–"/>
              <a:defRPr sz="700"/>
            </a:lvl5pPr>
            <a:lvl6pPr marL="2743200" lvl="5" indent="-323850" algn="l">
              <a:lnSpc>
                <a:spcPct val="100000"/>
              </a:lnSpc>
              <a:spcBef>
                <a:spcPts val="300"/>
              </a:spcBef>
              <a:spcAft>
                <a:spcPts val="0"/>
              </a:spcAft>
              <a:buSzPts val="1500"/>
              <a:buChar char="•"/>
              <a:defRPr sz="1800"/>
            </a:lvl6pPr>
            <a:lvl7pPr marL="3200400" lvl="6" indent="-323850" algn="l">
              <a:lnSpc>
                <a:spcPct val="100000"/>
              </a:lnSpc>
              <a:spcBef>
                <a:spcPts val="300"/>
              </a:spcBef>
              <a:spcAft>
                <a:spcPts val="0"/>
              </a:spcAft>
              <a:buSzPts val="1500"/>
              <a:buChar char="•"/>
              <a:defRPr sz="1800"/>
            </a:lvl7pPr>
            <a:lvl8pPr marL="3657600" lvl="7" indent="-323850" algn="l">
              <a:lnSpc>
                <a:spcPct val="100000"/>
              </a:lnSpc>
              <a:spcBef>
                <a:spcPts val="300"/>
              </a:spcBef>
              <a:spcAft>
                <a:spcPts val="0"/>
              </a:spcAft>
              <a:buSzPts val="1500"/>
              <a:buChar char="•"/>
              <a:defRPr sz="1800"/>
            </a:lvl8pPr>
            <a:lvl9pPr marL="4114800" lvl="8" indent="-323850" algn="l">
              <a:lnSpc>
                <a:spcPct val="100000"/>
              </a:lnSpc>
              <a:spcBef>
                <a:spcPts val="300"/>
              </a:spcBef>
              <a:spcAft>
                <a:spcPts val="0"/>
              </a:spcAft>
              <a:buSzPts val="1500"/>
              <a:buChar char="•"/>
              <a:defRPr sz="1800"/>
            </a:lvl9pPr>
          </a:lstStyle>
          <a:p>
            <a:endParaRPr/>
          </a:p>
        </p:txBody>
      </p:sp>
      <p:sp>
        <p:nvSpPr>
          <p:cNvPr id="931" name="Google Shape;931;p112"/>
          <p:cNvSpPr txBox="1">
            <a:spLocks noGrp="1"/>
          </p:cNvSpPr>
          <p:nvPr>
            <p:ph type="body" idx="2"/>
          </p:nvPr>
        </p:nvSpPr>
        <p:spPr>
          <a:xfrm>
            <a:off x="4572630" y="1200151"/>
            <a:ext cx="4038600" cy="843308"/>
          </a:xfrm>
          <a:prstGeom prst="rect">
            <a:avLst/>
          </a:prstGeom>
          <a:noFill/>
          <a:ln>
            <a:noFill/>
          </a:ln>
        </p:spPr>
        <p:txBody>
          <a:bodyPr spcFirstLastPara="1" wrap="square" lIns="0" tIns="0" rIns="0" bIns="0" anchor="t" anchorCtr="0"/>
          <a:lstStyle>
            <a:lvl1pPr marL="457200" lvl="0" indent="-228600" algn="l">
              <a:lnSpc>
                <a:spcPct val="100000"/>
              </a:lnSpc>
              <a:spcBef>
                <a:spcPts val="210"/>
              </a:spcBef>
              <a:spcAft>
                <a:spcPts val="0"/>
              </a:spcAft>
              <a:buSzPts val="1050"/>
              <a:buNone/>
              <a:defRPr/>
            </a:lvl1pPr>
            <a:lvl2pPr marL="914400" lvl="1" indent="-276225" algn="l">
              <a:lnSpc>
                <a:spcPct val="100000"/>
              </a:lnSpc>
              <a:spcBef>
                <a:spcPts val="150"/>
              </a:spcBef>
              <a:spcAft>
                <a:spcPts val="0"/>
              </a:spcAft>
              <a:buSzPts val="750"/>
              <a:buChar char="▪"/>
              <a:defRPr/>
            </a:lvl2pPr>
            <a:lvl3pPr marL="1371600" lvl="2" indent="-271462" algn="l">
              <a:lnSpc>
                <a:spcPct val="100000"/>
              </a:lnSpc>
              <a:spcBef>
                <a:spcPts val="135"/>
              </a:spcBef>
              <a:spcAft>
                <a:spcPts val="0"/>
              </a:spcAft>
              <a:buSzPts val="675"/>
              <a:buChar char="–"/>
              <a:defRPr/>
            </a:lvl3pPr>
            <a:lvl4pPr marL="1828800" lvl="3" indent="-266700" algn="l">
              <a:lnSpc>
                <a:spcPct val="100000"/>
              </a:lnSpc>
              <a:spcBef>
                <a:spcPts val="120"/>
              </a:spcBef>
              <a:spcAft>
                <a:spcPts val="0"/>
              </a:spcAft>
              <a:buSzPts val="600"/>
              <a:buChar char="•"/>
              <a:defRPr/>
            </a:lvl4pPr>
            <a:lvl5pPr marL="2286000" lvl="4" indent="-261937" algn="l">
              <a:lnSpc>
                <a:spcPct val="100000"/>
              </a:lnSpc>
              <a:spcBef>
                <a:spcPts val="105"/>
              </a:spcBef>
              <a:spcAft>
                <a:spcPts val="0"/>
              </a:spcAft>
              <a:buSzPts val="525"/>
              <a:buChar char="–"/>
              <a:defRPr/>
            </a:lvl5pPr>
            <a:lvl6pPr marL="2743200" lvl="5" indent="-323850" algn="l">
              <a:lnSpc>
                <a:spcPct val="100000"/>
              </a:lnSpc>
              <a:spcBef>
                <a:spcPts val="300"/>
              </a:spcBef>
              <a:spcAft>
                <a:spcPts val="0"/>
              </a:spcAft>
              <a:buSzPts val="1500"/>
              <a:buChar char="•"/>
              <a:defRPr/>
            </a:lvl6pPr>
            <a:lvl7pPr marL="3200400" lvl="6" indent="-323850" algn="l">
              <a:lnSpc>
                <a:spcPct val="100000"/>
              </a:lnSpc>
              <a:spcBef>
                <a:spcPts val="300"/>
              </a:spcBef>
              <a:spcAft>
                <a:spcPts val="0"/>
              </a:spcAft>
              <a:buSzPts val="1500"/>
              <a:buChar char="•"/>
              <a:defRPr/>
            </a:lvl7pPr>
            <a:lvl8pPr marL="3657600" lvl="7" indent="-323850" algn="l">
              <a:lnSpc>
                <a:spcPct val="100000"/>
              </a:lnSpc>
              <a:spcBef>
                <a:spcPts val="300"/>
              </a:spcBef>
              <a:spcAft>
                <a:spcPts val="0"/>
              </a:spcAft>
              <a:buSzPts val="1500"/>
              <a:buChar char="•"/>
              <a:defRPr/>
            </a:lvl8pPr>
            <a:lvl9pPr marL="4114800" lvl="8" indent="-323850" algn="l">
              <a:lnSpc>
                <a:spcPct val="100000"/>
              </a:lnSpc>
              <a:spcBef>
                <a:spcPts val="300"/>
              </a:spcBef>
              <a:spcAft>
                <a:spcPts val="0"/>
              </a:spcAft>
              <a:buSzPts val="1500"/>
              <a:buChar char="•"/>
              <a:defRPr/>
            </a:lvl9pPr>
          </a:lstStyle>
          <a:p>
            <a:endParaRPr/>
          </a:p>
        </p:txBody>
      </p:sp>
      <p:sp>
        <p:nvSpPr>
          <p:cNvPr id="932" name="Google Shape;932;p112"/>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3" name="Google Shape;933;p112"/>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41"/>
        <p:cNvGrpSpPr/>
        <p:nvPr/>
      </p:nvGrpSpPr>
      <p:grpSpPr>
        <a:xfrm>
          <a:off x="0" y="0"/>
          <a:ext cx="0" cy="0"/>
          <a:chOff x="0" y="0"/>
          <a:chExt cx="0" cy="0"/>
        </a:xfrm>
      </p:grpSpPr>
      <p:sp>
        <p:nvSpPr>
          <p:cNvPr id="942" name="Google Shape;942;p114"/>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114"/>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4" name="Google Shape;944;p114"/>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45" name="Google Shape;945;p114"/>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46" name="Google Shape;946;p114"/>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47" name="Google Shape;947;p11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948"/>
        <p:cNvGrpSpPr/>
        <p:nvPr/>
      </p:nvGrpSpPr>
      <p:grpSpPr>
        <a:xfrm>
          <a:off x="0" y="0"/>
          <a:ext cx="0" cy="0"/>
          <a:chOff x="0" y="0"/>
          <a:chExt cx="0" cy="0"/>
        </a:xfrm>
      </p:grpSpPr>
      <p:sp>
        <p:nvSpPr>
          <p:cNvPr id="949" name="Google Shape;949;p115"/>
          <p:cNvSpPr/>
          <p:nvPr/>
        </p:nvSpPr>
        <p:spPr>
          <a:xfrm>
            <a:off x="0" y="4686794"/>
            <a:ext cx="3133616" cy="2481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950" name="Google Shape;950;p115"/>
          <p:cNvSpPr/>
          <p:nvPr/>
        </p:nvSpPr>
        <p:spPr>
          <a:xfrm>
            <a:off x="0" y="840912"/>
            <a:ext cx="9144000" cy="3611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951" name="Google Shape;951;p115"/>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952"/>
        <p:cNvGrpSpPr/>
        <p:nvPr/>
      </p:nvGrpSpPr>
      <p:grpSpPr>
        <a:xfrm>
          <a:off x="0" y="0"/>
          <a:ext cx="0" cy="0"/>
          <a:chOff x="0" y="0"/>
          <a:chExt cx="0" cy="0"/>
        </a:xfrm>
      </p:grpSpPr>
      <p:sp>
        <p:nvSpPr>
          <p:cNvPr id="953" name="Google Shape;953;p11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54" name="Google Shape;954;p11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11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56" name="Google Shape;956;p116"/>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7" name="Google Shape;957;p116"/>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8" name="Google Shape;958;p116"/>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959"/>
        <p:cNvGrpSpPr/>
        <p:nvPr/>
      </p:nvGrpSpPr>
      <p:grpSpPr>
        <a:xfrm>
          <a:off x="0" y="0"/>
          <a:ext cx="0" cy="0"/>
          <a:chOff x="0" y="0"/>
          <a:chExt cx="0" cy="0"/>
        </a:xfrm>
      </p:grpSpPr>
      <p:sp>
        <p:nvSpPr>
          <p:cNvPr id="960" name="Google Shape;960;p117"/>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961" name="Google Shape;961;p11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62" name="Google Shape;962;p11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63" name="Google Shape;963;p11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117"/>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65" name="Google Shape;965;p117"/>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966"/>
        <p:cNvGrpSpPr/>
        <p:nvPr/>
      </p:nvGrpSpPr>
      <p:grpSpPr>
        <a:xfrm>
          <a:off x="0" y="0"/>
          <a:ext cx="0" cy="0"/>
          <a:chOff x="0" y="0"/>
          <a:chExt cx="0" cy="0"/>
        </a:xfrm>
      </p:grpSpPr>
      <p:sp>
        <p:nvSpPr>
          <p:cNvPr id="967" name="Google Shape;967;p118"/>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968" name="Google Shape;968;p118"/>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969" name="Google Shape;969;p118"/>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118"/>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971" name="Google Shape;971;p118"/>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972" name="Google Shape;972;p11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973"/>
        <p:cNvGrpSpPr/>
        <p:nvPr/>
      </p:nvGrpSpPr>
      <p:grpSpPr>
        <a:xfrm>
          <a:off x="0" y="0"/>
          <a:ext cx="0" cy="0"/>
          <a:chOff x="0" y="0"/>
          <a:chExt cx="0" cy="0"/>
        </a:xfrm>
      </p:grpSpPr>
      <p:sp>
        <p:nvSpPr>
          <p:cNvPr id="974" name="Google Shape;974;p119"/>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975" name="Google Shape;975;p119"/>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976" name="Google Shape;976;p119"/>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977" name="Google Shape;977;p119"/>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119"/>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979" name="Google Shape;979;p11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980"/>
        <p:cNvGrpSpPr/>
        <p:nvPr/>
      </p:nvGrpSpPr>
      <p:grpSpPr>
        <a:xfrm>
          <a:off x="0" y="0"/>
          <a:ext cx="0" cy="0"/>
          <a:chOff x="0" y="0"/>
          <a:chExt cx="0" cy="0"/>
        </a:xfrm>
      </p:grpSpPr>
      <p:sp>
        <p:nvSpPr>
          <p:cNvPr id="981" name="Google Shape;981;p120"/>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2" name="Google Shape;982;p120"/>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83" name="Google Shape;983;p12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84" name="Google Shape;984;p12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85" name="Google Shape;985;p12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86" name="Google Shape;986;p120"/>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87" name="Google Shape;987;p120"/>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988" name="Google Shape;988;p12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120"/>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0" name="Google Shape;990;p120"/>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991"/>
        <p:cNvGrpSpPr/>
        <p:nvPr/>
      </p:nvGrpSpPr>
      <p:grpSpPr>
        <a:xfrm>
          <a:off x="0" y="0"/>
          <a:ext cx="0" cy="0"/>
          <a:chOff x="0" y="0"/>
          <a:chExt cx="0" cy="0"/>
        </a:xfrm>
      </p:grpSpPr>
      <p:sp>
        <p:nvSpPr>
          <p:cNvPr id="992" name="Google Shape;992;p12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93" name="Google Shape;993;p12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12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995"/>
        <p:cNvGrpSpPr/>
        <p:nvPr/>
      </p:nvGrpSpPr>
      <p:grpSpPr>
        <a:xfrm>
          <a:off x="0" y="0"/>
          <a:ext cx="0" cy="0"/>
          <a:chOff x="0" y="0"/>
          <a:chExt cx="0" cy="0"/>
        </a:xfrm>
      </p:grpSpPr>
      <p:sp>
        <p:nvSpPr>
          <p:cNvPr id="996" name="Google Shape;996;p122"/>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97" name="Google Shape;997;p122"/>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98" name="Google Shape;998;p12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99" name="Google Shape;999;p12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00" name="Google Shape;1000;p122"/>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12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002" name="Google Shape;1002;p122"/>
          <p:cNvGrpSpPr/>
          <p:nvPr/>
        </p:nvGrpSpPr>
        <p:grpSpPr>
          <a:xfrm>
            <a:off x="-3347" y="998362"/>
            <a:ext cx="9141600" cy="104618"/>
            <a:chOff x="-3347" y="998361"/>
            <a:chExt cx="9141600" cy="104618"/>
          </a:xfrm>
        </p:grpSpPr>
        <p:sp>
          <p:nvSpPr>
            <p:cNvPr id="1003" name="Google Shape;1003;p122"/>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04" name="Google Shape;1004;p122"/>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05" name="Google Shape;1005;p122"/>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006"/>
        <p:cNvGrpSpPr/>
        <p:nvPr/>
      </p:nvGrpSpPr>
      <p:grpSpPr>
        <a:xfrm>
          <a:off x="0" y="0"/>
          <a:ext cx="0" cy="0"/>
          <a:chOff x="0" y="0"/>
          <a:chExt cx="0" cy="0"/>
        </a:xfrm>
      </p:grpSpPr>
      <p:sp>
        <p:nvSpPr>
          <p:cNvPr id="1007" name="Google Shape;1007;p12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08" name="Google Shape;1008;p123"/>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9" name="Google Shape;1009;p12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010"/>
        <p:cNvGrpSpPr/>
        <p:nvPr/>
      </p:nvGrpSpPr>
      <p:grpSpPr>
        <a:xfrm>
          <a:off x="0" y="0"/>
          <a:ext cx="0" cy="0"/>
          <a:chOff x="0" y="0"/>
          <a:chExt cx="0" cy="0"/>
        </a:xfrm>
      </p:grpSpPr>
      <p:sp>
        <p:nvSpPr>
          <p:cNvPr id="1011" name="Google Shape;1011;p124"/>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12" name="Google Shape;1012;p124"/>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013" name="Google Shape;1013;p124"/>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14" name="Google Shape;1014;p124"/>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15" name="Google Shape;1015;p124"/>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16" name="Google Shape;1016;p124"/>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017" name="Google Shape;1017;p12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018"/>
        <p:cNvGrpSpPr/>
        <p:nvPr/>
      </p:nvGrpSpPr>
      <p:grpSpPr>
        <a:xfrm>
          <a:off x="0" y="0"/>
          <a:ext cx="0" cy="0"/>
          <a:chOff x="0" y="0"/>
          <a:chExt cx="0" cy="0"/>
        </a:xfrm>
      </p:grpSpPr>
      <p:sp>
        <p:nvSpPr>
          <p:cNvPr id="1019" name="Google Shape;1019;p125"/>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0" name="Google Shape;1020;p125"/>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021" name="Google Shape;1021;p12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2" name="Google Shape;1022;p12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23" name="Google Shape;1023;p125"/>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24" name="Google Shape;1024;p125"/>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25" name="Google Shape;1025;p125"/>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026" name="Google Shape;1026;p125"/>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027" name="Google Shape;1027;p125"/>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028" name="Google Shape;1028;p12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125"/>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030"/>
        <p:cNvGrpSpPr/>
        <p:nvPr/>
      </p:nvGrpSpPr>
      <p:grpSpPr>
        <a:xfrm>
          <a:off x="0" y="0"/>
          <a:ext cx="0" cy="0"/>
          <a:chOff x="0" y="0"/>
          <a:chExt cx="0" cy="0"/>
        </a:xfrm>
      </p:grpSpPr>
      <p:sp>
        <p:nvSpPr>
          <p:cNvPr id="1031" name="Google Shape;1031;p126"/>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32" name="Google Shape;1032;p126"/>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33" name="Google Shape;1033;p12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4" name="Google Shape;1034;p12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12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036" name="Google Shape;1036;p126"/>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037" name="Google Shape;1037;p126"/>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038"/>
        <p:cNvGrpSpPr/>
        <p:nvPr/>
      </p:nvGrpSpPr>
      <p:grpSpPr>
        <a:xfrm>
          <a:off x="0" y="0"/>
          <a:ext cx="0" cy="0"/>
          <a:chOff x="0" y="0"/>
          <a:chExt cx="0" cy="0"/>
        </a:xfrm>
      </p:grpSpPr>
      <p:sp>
        <p:nvSpPr>
          <p:cNvPr id="1039" name="Google Shape;1039;p127"/>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40" name="Google Shape;1040;p127"/>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41" name="Google Shape;1041;p127"/>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42" name="Google Shape;1042;p127"/>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43" name="Google Shape;1043;p127"/>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044" name="Google Shape;1044;p12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45" name="Google Shape;1045;p12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p12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47" name="Google Shape;1047;p127"/>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48" name="Google Shape;1048;p127"/>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049"/>
        <p:cNvGrpSpPr/>
        <p:nvPr/>
      </p:nvGrpSpPr>
      <p:grpSpPr>
        <a:xfrm>
          <a:off x="0" y="0"/>
          <a:ext cx="0" cy="0"/>
          <a:chOff x="0" y="0"/>
          <a:chExt cx="0" cy="0"/>
        </a:xfrm>
      </p:grpSpPr>
      <p:sp>
        <p:nvSpPr>
          <p:cNvPr id="1050" name="Google Shape;1050;p128"/>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51" name="Google Shape;1051;p12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2" name="Google Shape;1052;p12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3" name="Google Shape;1053;p12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54" name="Google Shape;1054;p128"/>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055" name="Google Shape;1055;p128"/>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056" name="Google Shape;1056;p128"/>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57" name="Google Shape;1057;p128"/>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58" name="Google Shape;1058;p128"/>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59" name="Google Shape;1059;p128"/>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060" name="Google Shape;1060;p128"/>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061"/>
        <p:cNvGrpSpPr/>
        <p:nvPr/>
      </p:nvGrpSpPr>
      <p:grpSpPr>
        <a:xfrm>
          <a:off x="0" y="0"/>
          <a:ext cx="0" cy="0"/>
          <a:chOff x="0" y="0"/>
          <a:chExt cx="0" cy="0"/>
        </a:xfrm>
      </p:grpSpPr>
      <p:sp>
        <p:nvSpPr>
          <p:cNvPr id="1062" name="Google Shape;1062;p129"/>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3" name="Google Shape;1063;p129"/>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064" name="Google Shape;1064;p12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65" name="Google Shape;1065;p12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p12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067" name="Google Shape;1067;p129"/>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068" name="Google Shape;1068;p129"/>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069"/>
        <p:cNvGrpSpPr/>
        <p:nvPr/>
      </p:nvGrpSpPr>
      <p:grpSpPr>
        <a:xfrm>
          <a:off x="0" y="0"/>
          <a:ext cx="0" cy="0"/>
          <a:chOff x="0" y="0"/>
          <a:chExt cx="0" cy="0"/>
        </a:xfrm>
      </p:grpSpPr>
      <p:sp>
        <p:nvSpPr>
          <p:cNvPr id="1070" name="Google Shape;1070;p13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71" name="Google Shape;1071;p13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72" name="Google Shape;1072;p13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3" name="Google Shape;1073;p13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74" name="Google Shape;1074;p130"/>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5" name="Google Shape;1075;p130"/>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076" name="Google Shape;1076;p130"/>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077"/>
        <p:cNvGrpSpPr/>
        <p:nvPr/>
      </p:nvGrpSpPr>
      <p:grpSpPr>
        <a:xfrm>
          <a:off x="0" y="0"/>
          <a:ext cx="0" cy="0"/>
          <a:chOff x="0" y="0"/>
          <a:chExt cx="0" cy="0"/>
        </a:xfrm>
      </p:grpSpPr>
      <p:sp>
        <p:nvSpPr>
          <p:cNvPr id="1078" name="Google Shape;1078;p131"/>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79" name="Google Shape;1079;p131"/>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0" name="Google Shape;1080;p131"/>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81" name="Google Shape;1081;p13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82" name="Google Shape;1082;p13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83" name="Google Shape;1083;p13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84" name="Google Shape;1084;p13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5" name="Google Shape;1085;p131"/>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086" name="Google Shape;1086;p131"/>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7"/>
        <p:cNvGrpSpPr/>
        <p:nvPr/>
      </p:nvGrpSpPr>
      <p:grpSpPr>
        <a:xfrm>
          <a:off x="0" y="0"/>
          <a:ext cx="0" cy="0"/>
          <a:chOff x="0" y="0"/>
          <a:chExt cx="0" cy="0"/>
        </a:xfrm>
      </p:grpSpPr>
      <p:sp>
        <p:nvSpPr>
          <p:cNvPr id="1088" name="Google Shape;1088;p13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9" name="Google Shape;1089;p132"/>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0" name="Google Shape;1090;p132"/>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91" name="Google Shape;1091;p13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92" name="Google Shape;1092;p13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93" name="Google Shape;1093;p13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1094"/>
        <p:cNvGrpSpPr/>
        <p:nvPr/>
      </p:nvGrpSpPr>
      <p:grpSpPr>
        <a:xfrm>
          <a:off x="0" y="0"/>
          <a:ext cx="0" cy="0"/>
          <a:chOff x="0" y="0"/>
          <a:chExt cx="0" cy="0"/>
        </a:xfrm>
      </p:grpSpPr>
      <p:sp>
        <p:nvSpPr>
          <p:cNvPr id="1095" name="Google Shape;1095;p13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6" name="Google Shape;1096;p13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97" name="Google Shape;1097;p13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98" name="Google Shape;1098;p13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99" name="Google Shape;1099;p133"/>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00" name="Google Shape;1100;p133"/>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01" name="Google Shape;1101;p133"/>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02" name="Google Shape;1102;p133"/>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03" name="Google Shape;1103;p133"/>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04" name="Google Shape;1104;p133"/>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1105"/>
        <p:cNvGrpSpPr/>
        <p:nvPr/>
      </p:nvGrpSpPr>
      <p:grpSpPr>
        <a:xfrm>
          <a:off x="0" y="0"/>
          <a:ext cx="0" cy="0"/>
          <a:chOff x="0" y="0"/>
          <a:chExt cx="0" cy="0"/>
        </a:xfrm>
      </p:grpSpPr>
      <p:sp>
        <p:nvSpPr>
          <p:cNvPr id="1106" name="Google Shape;1106;p13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07" name="Google Shape;1107;p134"/>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08" name="Google Shape;1108;p13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09" name="Google Shape;1109;p13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0" name="Google Shape;1110;p13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11" name="Google Shape;1111;p134"/>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1112" name="Google Shape;1112;p134"/>
          <p:cNvGrpSpPr/>
          <p:nvPr/>
        </p:nvGrpSpPr>
        <p:grpSpPr>
          <a:xfrm>
            <a:off x="1698177" y="1278800"/>
            <a:ext cx="5747657" cy="2502600"/>
            <a:chOff x="1698177" y="1278798"/>
            <a:chExt cx="5747657" cy="2502600"/>
          </a:xfrm>
        </p:grpSpPr>
        <p:cxnSp>
          <p:nvCxnSpPr>
            <p:cNvPr id="1113" name="Google Shape;1113;p13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14" name="Google Shape;1114;p13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15" name="Google Shape;1115;p13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16" name="Google Shape;1116;p13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17" name="Google Shape;1117;p13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1118" name="Google Shape;1118;p134"/>
          <p:cNvGrpSpPr/>
          <p:nvPr/>
        </p:nvGrpSpPr>
        <p:grpSpPr>
          <a:xfrm>
            <a:off x="1698177" y="4207572"/>
            <a:ext cx="5747657" cy="412428"/>
            <a:chOff x="1698177" y="1278798"/>
            <a:chExt cx="5747657" cy="2502600"/>
          </a:xfrm>
        </p:grpSpPr>
        <p:cxnSp>
          <p:nvCxnSpPr>
            <p:cNvPr id="1119" name="Google Shape;1119;p13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20" name="Google Shape;1120;p13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21" name="Google Shape;1121;p13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22" name="Google Shape;1122;p13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23" name="Google Shape;1123;p13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124" name="Google Shape;1124;p134"/>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25" name="Google Shape;1125;p134"/>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26" name="Google Shape;1126;p134"/>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27" name="Google Shape;1127;p134"/>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28" name="Google Shape;1128;p134"/>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29" name="Google Shape;1129;p134"/>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30" name="Google Shape;1130;p134"/>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31" name="Google Shape;1131;p134"/>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32" name="Google Shape;1132;p134"/>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33" name="Google Shape;1133;p134"/>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34" name="Google Shape;1134;p134"/>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35" name="Google Shape;1135;p134"/>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36" name="Google Shape;1136;p134"/>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37" name="Google Shape;1137;p134"/>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38" name="Google Shape;1138;p134"/>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39" name="Google Shape;1139;p134"/>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40" name="Google Shape;1140;p134"/>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141" name="Google Shape;1141;p134"/>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1142" name="Google Shape;1142;p134"/>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1143" name="Google Shape;1143;p134"/>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144" name="Google Shape;1144;p134"/>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145" name="Google Shape;1145;p134"/>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146" name="Google Shape;1146;p134"/>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1147" name="Google Shape;1147;p134"/>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1148"/>
        <p:cNvGrpSpPr/>
        <p:nvPr/>
      </p:nvGrpSpPr>
      <p:grpSpPr>
        <a:xfrm>
          <a:off x="0" y="0"/>
          <a:ext cx="0" cy="0"/>
          <a:chOff x="0" y="0"/>
          <a:chExt cx="0" cy="0"/>
        </a:xfrm>
      </p:grpSpPr>
      <p:sp>
        <p:nvSpPr>
          <p:cNvPr id="1149" name="Google Shape;1149;p135"/>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50" name="Google Shape;1150;p135"/>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51" name="Google Shape;1151;p13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52" name="Google Shape;1152;p13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53" name="Google Shape;1153;p13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154" name="Google Shape;1154;p135"/>
          <p:cNvGrpSpPr/>
          <p:nvPr/>
        </p:nvGrpSpPr>
        <p:grpSpPr>
          <a:xfrm>
            <a:off x="1698177" y="1278774"/>
            <a:ext cx="5747657" cy="687464"/>
            <a:chOff x="1698177" y="1278798"/>
            <a:chExt cx="5747657" cy="2502600"/>
          </a:xfrm>
        </p:grpSpPr>
        <p:cxnSp>
          <p:nvCxnSpPr>
            <p:cNvPr id="1155" name="Google Shape;1155;p135"/>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56" name="Google Shape;1156;p135"/>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57" name="Google Shape;1157;p135"/>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58" name="Google Shape;1158;p135"/>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159" name="Google Shape;1159;p135"/>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160" name="Google Shape;1160;p135"/>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61" name="Google Shape;1161;p135"/>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62" name="Google Shape;1162;p135"/>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63" name="Google Shape;1163;p135"/>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64" name="Google Shape;1164;p135"/>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165" name="Google Shape;1165;p135"/>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1166" name="Google Shape;1166;p135"/>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1167" name="Google Shape;1167;p135"/>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168" name="Google Shape;1168;p135"/>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169" name="Google Shape;1169;p135"/>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70" name="Google Shape;1170;p135"/>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1171"/>
        <p:cNvGrpSpPr/>
        <p:nvPr/>
      </p:nvGrpSpPr>
      <p:grpSpPr>
        <a:xfrm>
          <a:off x="0" y="0"/>
          <a:ext cx="0" cy="0"/>
          <a:chOff x="0" y="0"/>
          <a:chExt cx="0" cy="0"/>
        </a:xfrm>
      </p:grpSpPr>
      <p:sp>
        <p:nvSpPr>
          <p:cNvPr id="1172" name="Google Shape;1172;p136"/>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73" name="Google Shape;1173;p136"/>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74" name="Google Shape;1174;p13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75" name="Google Shape;1175;p13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176" name="Google Shape;1176;p136"/>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1177" name="Google Shape;1177;p136"/>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178" name="Google Shape;1178;p136"/>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79" name="Google Shape;1179;p136"/>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180" name="Google Shape;1180;p136"/>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181"/>
        <p:cNvGrpSpPr/>
        <p:nvPr/>
      </p:nvGrpSpPr>
      <p:grpSpPr>
        <a:xfrm>
          <a:off x="0" y="0"/>
          <a:ext cx="0" cy="0"/>
          <a:chOff x="0" y="0"/>
          <a:chExt cx="0" cy="0"/>
        </a:xfrm>
      </p:grpSpPr>
      <p:sp>
        <p:nvSpPr>
          <p:cNvPr id="1182" name="Google Shape;1182;p137"/>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83" name="Google Shape;1183;p137"/>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184" name="Google Shape;1184;p137"/>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1185" name="Google Shape;1185;p137"/>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86" name="Google Shape;1186;p137"/>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87" name="Google Shape;1187;p13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88" name="Google Shape;1188;p13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89" name="Google Shape;1189;p137"/>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1190"/>
        <p:cNvGrpSpPr/>
        <p:nvPr/>
      </p:nvGrpSpPr>
      <p:grpSpPr>
        <a:xfrm>
          <a:off x="0" y="0"/>
          <a:ext cx="0" cy="0"/>
          <a:chOff x="0" y="0"/>
          <a:chExt cx="0" cy="0"/>
        </a:xfrm>
      </p:grpSpPr>
      <p:sp>
        <p:nvSpPr>
          <p:cNvPr id="1191" name="Google Shape;1191;p138"/>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92" name="Google Shape;1192;p13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93" name="Google Shape;1193;p13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94" name="Google Shape;1194;p138"/>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195" name="Google Shape;1195;p138"/>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196"/>
        <p:cNvGrpSpPr/>
        <p:nvPr/>
      </p:nvGrpSpPr>
      <p:grpSpPr>
        <a:xfrm>
          <a:off x="0" y="0"/>
          <a:ext cx="0" cy="0"/>
          <a:chOff x="0" y="0"/>
          <a:chExt cx="0" cy="0"/>
        </a:xfrm>
      </p:grpSpPr>
      <p:sp>
        <p:nvSpPr>
          <p:cNvPr id="1197" name="Google Shape;1197;p139"/>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198"/>
        <p:cNvGrpSpPr/>
        <p:nvPr/>
      </p:nvGrpSpPr>
      <p:grpSpPr>
        <a:xfrm>
          <a:off x="0" y="0"/>
          <a:ext cx="0" cy="0"/>
          <a:chOff x="0" y="0"/>
          <a:chExt cx="0" cy="0"/>
        </a:xfrm>
      </p:grpSpPr>
      <p:sp>
        <p:nvSpPr>
          <p:cNvPr id="1199" name="Google Shape;1199;p140"/>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140"/>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1201" name="Google Shape;1201;p140"/>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1202" name="Google Shape;1202;p140"/>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1203" name="Google Shape;1203;p140"/>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204" name="Google Shape;1204;p140"/>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1205"/>
        <p:cNvGrpSpPr/>
        <p:nvPr/>
      </p:nvGrpSpPr>
      <p:grpSpPr>
        <a:xfrm>
          <a:off x="0" y="0"/>
          <a:ext cx="0" cy="0"/>
          <a:chOff x="0" y="0"/>
          <a:chExt cx="0" cy="0"/>
        </a:xfrm>
      </p:grpSpPr>
      <p:sp>
        <p:nvSpPr>
          <p:cNvPr id="1206" name="Google Shape;1206;p141"/>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141"/>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1208" name="Google Shape;1208;p141"/>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209" name="Google Shape;1209;p141"/>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1210" name="Google Shape;1210;p141"/>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211" name="Google Shape;1211;p141"/>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1212" name="Google Shape;1212;p141"/>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1213" name="Google Shape;1213;p141"/>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214" name="Google Shape;1214;p141"/>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215" name="Google Shape;1215;p141"/>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1223"/>
        <p:cNvGrpSpPr/>
        <p:nvPr/>
      </p:nvGrpSpPr>
      <p:grpSpPr>
        <a:xfrm>
          <a:off x="0" y="0"/>
          <a:ext cx="0" cy="0"/>
          <a:chOff x="0" y="0"/>
          <a:chExt cx="0" cy="0"/>
        </a:xfrm>
      </p:grpSpPr>
      <p:sp>
        <p:nvSpPr>
          <p:cNvPr id="1224" name="Google Shape;1224;p143"/>
          <p:cNvSpPr/>
          <p:nvPr/>
        </p:nvSpPr>
        <p:spPr>
          <a:xfrm>
            <a:off x="0" y="4686794"/>
            <a:ext cx="31335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225" name="Google Shape;1225;p143"/>
          <p:cNvSpPr/>
          <p:nvPr/>
        </p:nvSpPr>
        <p:spPr>
          <a:xfrm>
            <a:off x="0" y="840912"/>
            <a:ext cx="9144000" cy="36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226" name="Google Shape;1226;p14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27"/>
        <p:cNvGrpSpPr/>
        <p:nvPr/>
      </p:nvGrpSpPr>
      <p:grpSpPr>
        <a:xfrm>
          <a:off x="0" y="0"/>
          <a:ext cx="0" cy="0"/>
          <a:chOff x="0" y="0"/>
          <a:chExt cx="0" cy="0"/>
        </a:xfrm>
      </p:grpSpPr>
      <p:sp>
        <p:nvSpPr>
          <p:cNvPr id="1228" name="Google Shape;1228;p144"/>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44"/>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30" name="Google Shape;1230;p144"/>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31" name="Google Shape;1231;p144"/>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2" name="Google Shape;1232;p144"/>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3" name="Google Shape;1233;p14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1234"/>
        <p:cNvGrpSpPr/>
        <p:nvPr/>
      </p:nvGrpSpPr>
      <p:grpSpPr>
        <a:xfrm>
          <a:off x="0" y="0"/>
          <a:ext cx="0" cy="0"/>
          <a:chOff x="0" y="0"/>
          <a:chExt cx="0" cy="0"/>
        </a:xfrm>
      </p:grpSpPr>
      <p:sp>
        <p:nvSpPr>
          <p:cNvPr id="1235" name="Google Shape;1235;p14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6" name="Google Shape;1236;p14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14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38" name="Google Shape;1238;p145"/>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39" name="Google Shape;1239;p145"/>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0" name="Google Shape;1240;p145"/>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rtl="0">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1241"/>
        <p:cNvGrpSpPr/>
        <p:nvPr/>
      </p:nvGrpSpPr>
      <p:grpSpPr>
        <a:xfrm>
          <a:off x="0" y="0"/>
          <a:ext cx="0" cy="0"/>
          <a:chOff x="0" y="0"/>
          <a:chExt cx="0" cy="0"/>
        </a:xfrm>
      </p:grpSpPr>
      <p:sp>
        <p:nvSpPr>
          <p:cNvPr id="1242" name="Google Shape;1242;p146"/>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243" name="Google Shape;1243;p14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44" name="Google Shape;1244;p14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45" name="Google Shape;1245;p14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146"/>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7" name="Google Shape;1247;p146"/>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1248"/>
        <p:cNvGrpSpPr/>
        <p:nvPr/>
      </p:nvGrpSpPr>
      <p:grpSpPr>
        <a:xfrm>
          <a:off x="0" y="0"/>
          <a:ext cx="0" cy="0"/>
          <a:chOff x="0" y="0"/>
          <a:chExt cx="0" cy="0"/>
        </a:xfrm>
      </p:grpSpPr>
      <p:sp>
        <p:nvSpPr>
          <p:cNvPr id="1249" name="Google Shape;1249;p147"/>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0" name="Google Shape;1250;p147"/>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1" name="Google Shape;1251;p147"/>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147"/>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253" name="Google Shape;1253;p147"/>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4" name="Google Shape;1254;p14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1255"/>
        <p:cNvGrpSpPr/>
        <p:nvPr/>
      </p:nvGrpSpPr>
      <p:grpSpPr>
        <a:xfrm>
          <a:off x="0" y="0"/>
          <a:ext cx="0" cy="0"/>
          <a:chOff x="0" y="0"/>
          <a:chExt cx="0" cy="0"/>
        </a:xfrm>
      </p:grpSpPr>
      <p:sp>
        <p:nvSpPr>
          <p:cNvPr id="1256" name="Google Shape;1256;p148"/>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7" name="Google Shape;1257;p148"/>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258" name="Google Shape;1258;p148"/>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rtl="0">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rtl="0">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1259" name="Google Shape;1259;p148"/>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148"/>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1261" name="Google Shape;1261;p14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62"/>
        <p:cNvGrpSpPr/>
        <p:nvPr/>
      </p:nvGrpSpPr>
      <p:grpSpPr>
        <a:xfrm>
          <a:off x="0" y="0"/>
          <a:ext cx="0" cy="0"/>
          <a:chOff x="0" y="0"/>
          <a:chExt cx="0" cy="0"/>
        </a:xfrm>
      </p:grpSpPr>
      <p:sp>
        <p:nvSpPr>
          <p:cNvPr id="1263" name="Google Shape;1263;p149"/>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64" name="Google Shape;1264;p149"/>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65" name="Google Shape;1265;p14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66" name="Google Shape;1266;p14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67" name="Google Shape;1267;p14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68" name="Google Shape;1268;p149"/>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69" name="Google Shape;1269;p149"/>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1270" name="Google Shape;1270;p14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149"/>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2" name="Google Shape;1272;p149"/>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1273"/>
        <p:cNvGrpSpPr/>
        <p:nvPr/>
      </p:nvGrpSpPr>
      <p:grpSpPr>
        <a:xfrm>
          <a:off x="0" y="0"/>
          <a:ext cx="0" cy="0"/>
          <a:chOff x="0" y="0"/>
          <a:chExt cx="0" cy="0"/>
        </a:xfrm>
      </p:grpSpPr>
      <p:sp>
        <p:nvSpPr>
          <p:cNvPr id="1274" name="Google Shape;1274;p15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75" name="Google Shape;1275;p15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15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1277"/>
        <p:cNvGrpSpPr/>
        <p:nvPr/>
      </p:nvGrpSpPr>
      <p:grpSpPr>
        <a:xfrm>
          <a:off x="0" y="0"/>
          <a:ext cx="0" cy="0"/>
          <a:chOff x="0" y="0"/>
          <a:chExt cx="0" cy="0"/>
        </a:xfrm>
      </p:grpSpPr>
      <p:sp>
        <p:nvSpPr>
          <p:cNvPr id="1278" name="Google Shape;1278;p151"/>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79" name="Google Shape;1279;p151"/>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80" name="Google Shape;1280;p15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81" name="Google Shape;1281;p15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82" name="Google Shape;1282;p15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15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284" name="Google Shape;1284;p151"/>
          <p:cNvGrpSpPr/>
          <p:nvPr/>
        </p:nvGrpSpPr>
        <p:grpSpPr>
          <a:xfrm>
            <a:off x="-3347" y="998362"/>
            <a:ext cx="9141600" cy="104618"/>
            <a:chOff x="-3347" y="998361"/>
            <a:chExt cx="9141600" cy="104618"/>
          </a:xfrm>
        </p:grpSpPr>
        <p:sp>
          <p:nvSpPr>
            <p:cNvPr id="1285" name="Google Shape;1285;p151"/>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86" name="Google Shape;1286;p151"/>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87" name="Google Shape;1287;p151"/>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288"/>
        <p:cNvGrpSpPr/>
        <p:nvPr/>
      </p:nvGrpSpPr>
      <p:grpSpPr>
        <a:xfrm>
          <a:off x="0" y="0"/>
          <a:ext cx="0" cy="0"/>
          <a:chOff x="0" y="0"/>
          <a:chExt cx="0" cy="0"/>
        </a:xfrm>
      </p:grpSpPr>
      <p:sp>
        <p:nvSpPr>
          <p:cNvPr id="1289" name="Google Shape;1289;p15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90" name="Google Shape;1290;p152"/>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15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292"/>
        <p:cNvGrpSpPr/>
        <p:nvPr/>
      </p:nvGrpSpPr>
      <p:grpSpPr>
        <a:xfrm>
          <a:off x="0" y="0"/>
          <a:ext cx="0" cy="0"/>
          <a:chOff x="0" y="0"/>
          <a:chExt cx="0" cy="0"/>
        </a:xfrm>
      </p:grpSpPr>
      <p:sp>
        <p:nvSpPr>
          <p:cNvPr id="1293" name="Google Shape;1293;p153"/>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rtl="0">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4" name="Google Shape;1294;p153"/>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rtl="0">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rtl="0">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rtl="0">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rtl="0">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rtl="0">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295" name="Google Shape;1295;p153"/>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96" name="Google Shape;1296;p153"/>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rtl="0">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rtl="0">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97" name="Google Shape;1297;p153"/>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98" name="Google Shape;1298;p153"/>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299" name="Google Shape;1299;p15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300"/>
        <p:cNvGrpSpPr/>
        <p:nvPr/>
      </p:nvGrpSpPr>
      <p:grpSpPr>
        <a:xfrm>
          <a:off x="0" y="0"/>
          <a:ext cx="0" cy="0"/>
          <a:chOff x="0" y="0"/>
          <a:chExt cx="0" cy="0"/>
        </a:xfrm>
      </p:grpSpPr>
      <p:sp>
        <p:nvSpPr>
          <p:cNvPr id="1301" name="Google Shape;1301;p154"/>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02" name="Google Shape;1302;p154"/>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03" name="Google Shape;1303;p15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04" name="Google Shape;1304;p15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05" name="Google Shape;1305;p154"/>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06" name="Google Shape;1306;p154"/>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07" name="Google Shape;1307;p154"/>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08" name="Google Shape;1308;p154"/>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309" name="Google Shape;1309;p154"/>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310" name="Google Shape;1310;p15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154"/>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312"/>
        <p:cNvGrpSpPr/>
        <p:nvPr/>
      </p:nvGrpSpPr>
      <p:grpSpPr>
        <a:xfrm>
          <a:off x="0" y="0"/>
          <a:ext cx="0" cy="0"/>
          <a:chOff x="0" y="0"/>
          <a:chExt cx="0" cy="0"/>
        </a:xfrm>
      </p:grpSpPr>
      <p:sp>
        <p:nvSpPr>
          <p:cNvPr id="1313" name="Google Shape;1313;p155"/>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14" name="Google Shape;1314;p155"/>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5" name="Google Shape;1315;p15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16" name="Google Shape;1316;p15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15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318" name="Google Shape;1318;p155"/>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319" name="Google Shape;1319;p155"/>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320"/>
        <p:cNvGrpSpPr/>
        <p:nvPr/>
      </p:nvGrpSpPr>
      <p:grpSpPr>
        <a:xfrm>
          <a:off x="0" y="0"/>
          <a:ext cx="0" cy="0"/>
          <a:chOff x="0" y="0"/>
          <a:chExt cx="0" cy="0"/>
        </a:xfrm>
      </p:grpSpPr>
      <p:sp>
        <p:nvSpPr>
          <p:cNvPr id="1321" name="Google Shape;1321;p156"/>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2" name="Google Shape;1322;p156"/>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3" name="Google Shape;1323;p156"/>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4" name="Google Shape;1324;p156"/>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25" name="Google Shape;1325;p156"/>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rtl="0">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26" name="Google Shape;1326;p15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27" name="Google Shape;1327;p15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15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29" name="Google Shape;1329;p156"/>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0" name="Google Shape;1330;p156"/>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331"/>
        <p:cNvGrpSpPr/>
        <p:nvPr/>
      </p:nvGrpSpPr>
      <p:grpSpPr>
        <a:xfrm>
          <a:off x="0" y="0"/>
          <a:ext cx="0" cy="0"/>
          <a:chOff x="0" y="0"/>
          <a:chExt cx="0" cy="0"/>
        </a:xfrm>
      </p:grpSpPr>
      <p:sp>
        <p:nvSpPr>
          <p:cNvPr id="1332" name="Google Shape;1332;p157"/>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3" name="Google Shape;1333;p15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34" name="Google Shape;1334;p15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15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36" name="Google Shape;1336;p15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37" name="Google Shape;1337;p15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338" name="Google Shape;1338;p157"/>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9" name="Google Shape;1339;p157"/>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40" name="Google Shape;1340;p157"/>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41" name="Google Shape;1341;p157"/>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42" name="Google Shape;1342;p157"/>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343"/>
        <p:cNvGrpSpPr/>
        <p:nvPr/>
      </p:nvGrpSpPr>
      <p:grpSpPr>
        <a:xfrm>
          <a:off x="0" y="0"/>
          <a:ext cx="0" cy="0"/>
          <a:chOff x="0" y="0"/>
          <a:chExt cx="0" cy="0"/>
        </a:xfrm>
      </p:grpSpPr>
      <p:sp>
        <p:nvSpPr>
          <p:cNvPr id="1344" name="Google Shape;1344;p158"/>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45" name="Google Shape;1345;p158"/>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46" name="Google Shape;1346;p15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47" name="Google Shape;1347;p15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15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349" name="Google Shape;1349;p158"/>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350" name="Google Shape;1350;p158"/>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351"/>
        <p:cNvGrpSpPr/>
        <p:nvPr/>
      </p:nvGrpSpPr>
      <p:grpSpPr>
        <a:xfrm>
          <a:off x="0" y="0"/>
          <a:ext cx="0" cy="0"/>
          <a:chOff x="0" y="0"/>
          <a:chExt cx="0" cy="0"/>
        </a:xfrm>
      </p:grpSpPr>
      <p:sp>
        <p:nvSpPr>
          <p:cNvPr id="1352" name="Google Shape;1352;p15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53" name="Google Shape;1353;p15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54" name="Google Shape;1354;p15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15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56" name="Google Shape;1356;p159"/>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57" name="Google Shape;1357;p159"/>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rtl="0">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58" name="Google Shape;1358;p159"/>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359"/>
        <p:cNvGrpSpPr/>
        <p:nvPr/>
      </p:nvGrpSpPr>
      <p:grpSpPr>
        <a:xfrm>
          <a:off x="0" y="0"/>
          <a:ext cx="0" cy="0"/>
          <a:chOff x="0" y="0"/>
          <a:chExt cx="0" cy="0"/>
        </a:xfrm>
      </p:grpSpPr>
      <p:sp>
        <p:nvSpPr>
          <p:cNvPr id="1360" name="Google Shape;1360;p160"/>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61" name="Google Shape;1361;p160"/>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62" name="Google Shape;1362;p160"/>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63" name="Google Shape;1363;p16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64" name="Google Shape;1364;p16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65" name="Google Shape;1365;p16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66" name="Google Shape;1366;p16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160"/>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68" name="Google Shape;1368;p160"/>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69"/>
        <p:cNvGrpSpPr/>
        <p:nvPr/>
      </p:nvGrpSpPr>
      <p:grpSpPr>
        <a:xfrm>
          <a:off x="0" y="0"/>
          <a:ext cx="0" cy="0"/>
          <a:chOff x="0" y="0"/>
          <a:chExt cx="0" cy="0"/>
        </a:xfrm>
      </p:grpSpPr>
      <p:sp>
        <p:nvSpPr>
          <p:cNvPr id="1370" name="Google Shape;1370;p161"/>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1" name="Google Shape;1371;p161"/>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72" name="Google Shape;1372;p161"/>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73" name="Google Shape;1373;p16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4" name="Google Shape;1374;p16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5" name="Google Shape;1375;p16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1376"/>
        <p:cNvGrpSpPr/>
        <p:nvPr/>
      </p:nvGrpSpPr>
      <p:grpSpPr>
        <a:xfrm>
          <a:off x="0" y="0"/>
          <a:ext cx="0" cy="0"/>
          <a:chOff x="0" y="0"/>
          <a:chExt cx="0" cy="0"/>
        </a:xfrm>
      </p:grpSpPr>
      <p:sp>
        <p:nvSpPr>
          <p:cNvPr id="1377" name="Google Shape;1377;p16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8" name="Google Shape;1378;p16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9" name="Google Shape;1379;p16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80" name="Google Shape;1380;p16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81" name="Google Shape;1381;p162"/>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2" name="Google Shape;1382;p162"/>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3" name="Google Shape;1383;p162"/>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4" name="Google Shape;1384;p162"/>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5" name="Google Shape;1385;p162"/>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6" name="Google Shape;1386;p162"/>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1387"/>
        <p:cNvGrpSpPr/>
        <p:nvPr/>
      </p:nvGrpSpPr>
      <p:grpSpPr>
        <a:xfrm>
          <a:off x="0" y="0"/>
          <a:ext cx="0" cy="0"/>
          <a:chOff x="0" y="0"/>
          <a:chExt cx="0" cy="0"/>
        </a:xfrm>
      </p:grpSpPr>
      <p:sp>
        <p:nvSpPr>
          <p:cNvPr id="1388" name="Google Shape;1388;p16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89" name="Google Shape;1389;p163"/>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90" name="Google Shape;1390;p16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91" name="Google Shape;1391;p16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92" name="Google Shape;1392;p16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93" name="Google Shape;1393;p163"/>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1394" name="Google Shape;1394;p163"/>
          <p:cNvGrpSpPr/>
          <p:nvPr/>
        </p:nvGrpSpPr>
        <p:grpSpPr>
          <a:xfrm>
            <a:off x="1698177" y="1278800"/>
            <a:ext cx="5747657" cy="2502600"/>
            <a:chOff x="1698177" y="1278798"/>
            <a:chExt cx="5747657" cy="2502600"/>
          </a:xfrm>
        </p:grpSpPr>
        <p:cxnSp>
          <p:nvCxnSpPr>
            <p:cNvPr id="1395" name="Google Shape;1395;p1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6" name="Google Shape;1396;p1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7" name="Google Shape;1397;p1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8" name="Google Shape;1398;p1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9" name="Google Shape;1399;p1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1400" name="Google Shape;1400;p163"/>
          <p:cNvGrpSpPr/>
          <p:nvPr/>
        </p:nvGrpSpPr>
        <p:grpSpPr>
          <a:xfrm>
            <a:off x="1698177" y="4207572"/>
            <a:ext cx="5747657" cy="412428"/>
            <a:chOff x="1698177" y="1278798"/>
            <a:chExt cx="5747657" cy="2502600"/>
          </a:xfrm>
        </p:grpSpPr>
        <p:cxnSp>
          <p:nvCxnSpPr>
            <p:cNvPr id="1401" name="Google Shape;1401;p1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2" name="Google Shape;1402;p1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3" name="Google Shape;1403;p1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4" name="Google Shape;1404;p1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5" name="Google Shape;1405;p1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406" name="Google Shape;1406;p163"/>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7" name="Google Shape;1407;p163"/>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8" name="Google Shape;1408;p163"/>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9" name="Google Shape;1409;p163"/>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0" name="Google Shape;1410;p163"/>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1" name="Google Shape;1411;p163"/>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2" name="Google Shape;1412;p163"/>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3" name="Google Shape;1413;p163"/>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4" name="Google Shape;1414;p163"/>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5" name="Google Shape;1415;p163"/>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6" name="Google Shape;1416;p163"/>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7" name="Google Shape;1417;p163"/>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8" name="Google Shape;1418;p163"/>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9" name="Google Shape;1419;p163"/>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0" name="Google Shape;1420;p163"/>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1" name="Google Shape;1421;p163"/>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2" name="Google Shape;1422;p163"/>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23" name="Google Shape;1423;p163"/>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1424" name="Google Shape;1424;p163"/>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1425" name="Google Shape;1425;p163"/>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6" name="Google Shape;1426;p163"/>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7" name="Google Shape;1427;p163"/>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8" name="Google Shape;1428;p163"/>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1429" name="Google Shape;1429;p163"/>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1430"/>
        <p:cNvGrpSpPr/>
        <p:nvPr/>
      </p:nvGrpSpPr>
      <p:grpSpPr>
        <a:xfrm>
          <a:off x="0" y="0"/>
          <a:ext cx="0" cy="0"/>
          <a:chOff x="0" y="0"/>
          <a:chExt cx="0" cy="0"/>
        </a:xfrm>
      </p:grpSpPr>
      <p:sp>
        <p:nvSpPr>
          <p:cNvPr id="1431" name="Google Shape;1431;p16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32" name="Google Shape;1432;p164"/>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33" name="Google Shape;1433;p16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34" name="Google Shape;1434;p16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35" name="Google Shape;1435;p16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436" name="Google Shape;1436;p164"/>
          <p:cNvGrpSpPr/>
          <p:nvPr/>
        </p:nvGrpSpPr>
        <p:grpSpPr>
          <a:xfrm>
            <a:off x="1698177" y="1278774"/>
            <a:ext cx="5747657" cy="687464"/>
            <a:chOff x="1698177" y="1278798"/>
            <a:chExt cx="5747657" cy="2502600"/>
          </a:xfrm>
        </p:grpSpPr>
        <p:cxnSp>
          <p:nvCxnSpPr>
            <p:cNvPr id="1437" name="Google Shape;1437;p16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38" name="Google Shape;1438;p16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39" name="Google Shape;1439;p16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40" name="Google Shape;1440;p16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41" name="Google Shape;1441;p16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442" name="Google Shape;1442;p164"/>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3" name="Google Shape;1443;p164"/>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4" name="Google Shape;1444;p164"/>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5" name="Google Shape;1445;p164"/>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6" name="Google Shape;1446;p164"/>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447" name="Google Shape;1447;p164"/>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1448" name="Google Shape;1448;p164"/>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1449" name="Google Shape;1449;p164"/>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50" name="Google Shape;1450;p164"/>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51" name="Google Shape;1451;p164"/>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52" name="Google Shape;1452;p164"/>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1453"/>
        <p:cNvGrpSpPr/>
        <p:nvPr/>
      </p:nvGrpSpPr>
      <p:grpSpPr>
        <a:xfrm>
          <a:off x="0" y="0"/>
          <a:ext cx="0" cy="0"/>
          <a:chOff x="0" y="0"/>
          <a:chExt cx="0" cy="0"/>
        </a:xfrm>
      </p:grpSpPr>
      <p:sp>
        <p:nvSpPr>
          <p:cNvPr id="1454" name="Google Shape;1454;p165"/>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55" name="Google Shape;1455;p16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56" name="Google Shape;1456;p16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57" name="Google Shape;1457;p16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458" name="Google Shape;1458;p165"/>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1459" name="Google Shape;1459;p165"/>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60" name="Google Shape;1460;p165"/>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rtl="0">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61" name="Google Shape;1461;p165"/>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rtl="0">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62" name="Google Shape;1462;p165"/>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463"/>
        <p:cNvGrpSpPr/>
        <p:nvPr/>
      </p:nvGrpSpPr>
      <p:grpSpPr>
        <a:xfrm>
          <a:off x="0" y="0"/>
          <a:ext cx="0" cy="0"/>
          <a:chOff x="0" y="0"/>
          <a:chExt cx="0" cy="0"/>
        </a:xfrm>
      </p:grpSpPr>
      <p:sp>
        <p:nvSpPr>
          <p:cNvPr id="1464" name="Google Shape;1464;p166"/>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65" name="Google Shape;1465;p166"/>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66" name="Google Shape;1466;p166"/>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1467" name="Google Shape;1467;p166"/>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68" name="Google Shape;1468;p166"/>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69" name="Google Shape;1469;p16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0" name="Google Shape;1470;p16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71" name="Google Shape;1471;p166"/>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1472"/>
        <p:cNvGrpSpPr/>
        <p:nvPr/>
      </p:nvGrpSpPr>
      <p:grpSpPr>
        <a:xfrm>
          <a:off x="0" y="0"/>
          <a:ext cx="0" cy="0"/>
          <a:chOff x="0" y="0"/>
          <a:chExt cx="0" cy="0"/>
        </a:xfrm>
      </p:grpSpPr>
      <p:sp>
        <p:nvSpPr>
          <p:cNvPr id="1473" name="Google Shape;1473;p167"/>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74" name="Google Shape;1474;p16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5" name="Google Shape;1475;p16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76" name="Google Shape;1476;p16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77" name="Google Shape;1477;p16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478"/>
        <p:cNvGrpSpPr/>
        <p:nvPr/>
      </p:nvGrpSpPr>
      <p:grpSpPr>
        <a:xfrm>
          <a:off x="0" y="0"/>
          <a:ext cx="0" cy="0"/>
          <a:chOff x="0" y="0"/>
          <a:chExt cx="0" cy="0"/>
        </a:xfrm>
      </p:grpSpPr>
      <p:sp>
        <p:nvSpPr>
          <p:cNvPr id="1479" name="Google Shape;1479;p168"/>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480"/>
        <p:cNvGrpSpPr/>
        <p:nvPr/>
      </p:nvGrpSpPr>
      <p:grpSpPr>
        <a:xfrm>
          <a:off x="0" y="0"/>
          <a:ext cx="0" cy="0"/>
          <a:chOff x="0" y="0"/>
          <a:chExt cx="0" cy="0"/>
        </a:xfrm>
      </p:grpSpPr>
      <p:sp>
        <p:nvSpPr>
          <p:cNvPr id="1481" name="Google Shape;1481;p169"/>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p169"/>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rtl="0">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1483" name="Google Shape;1483;p169"/>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rtl="0">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1484" name="Google Shape;1484;p169"/>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1485" name="Google Shape;1485;p169"/>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6" name="Google Shape;1486;p169"/>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1487"/>
        <p:cNvGrpSpPr/>
        <p:nvPr/>
      </p:nvGrpSpPr>
      <p:grpSpPr>
        <a:xfrm>
          <a:off x="0" y="0"/>
          <a:ext cx="0" cy="0"/>
          <a:chOff x="0" y="0"/>
          <a:chExt cx="0" cy="0"/>
        </a:xfrm>
      </p:grpSpPr>
      <p:sp>
        <p:nvSpPr>
          <p:cNvPr id="1488" name="Google Shape;1488;p170"/>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70"/>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rtl="0">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rtl="0">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rtl="0">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rtl="0">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rtl="0">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rtl="0">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1490" name="Google Shape;1490;p170"/>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491" name="Google Shape;1491;p170"/>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1492" name="Google Shape;1492;p170"/>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493" name="Google Shape;1493;p170"/>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1494" name="Google Shape;1494;p170"/>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1495" name="Google Shape;1495;p170"/>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96" name="Google Shape;1496;p170"/>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97" name="Google Shape;1497;p170"/>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05"/>
        <p:cNvGrpSpPr/>
        <p:nvPr/>
      </p:nvGrpSpPr>
      <p:grpSpPr>
        <a:xfrm>
          <a:off x="0" y="0"/>
          <a:ext cx="0" cy="0"/>
          <a:chOff x="0" y="0"/>
          <a:chExt cx="0" cy="0"/>
        </a:xfrm>
      </p:grpSpPr>
      <p:sp>
        <p:nvSpPr>
          <p:cNvPr id="1506" name="Google Shape;1506;p172"/>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172"/>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8" name="Google Shape;1508;p172"/>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09" name="Google Shape;1509;p172"/>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0" name="Google Shape;1510;p172"/>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1" name="Google Shape;1511;p17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1512"/>
        <p:cNvGrpSpPr/>
        <p:nvPr/>
      </p:nvGrpSpPr>
      <p:grpSpPr>
        <a:xfrm>
          <a:off x="0" y="0"/>
          <a:ext cx="0" cy="0"/>
          <a:chOff x="0" y="0"/>
          <a:chExt cx="0" cy="0"/>
        </a:xfrm>
      </p:grpSpPr>
      <p:sp>
        <p:nvSpPr>
          <p:cNvPr id="1513" name="Google Shape;1513;p173"/>
          <p:cNvSpPr/>
          <p:nvPr/>
        </p:nvSpPr>
        <p:spPr>
          <a:xfrm>
            <a:off x="0" y="4686794"/>
            <a:ext cx="31335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514" name="Google Shape;1514;p173"/>
          <p:cNvSpPr/>
          <p:nvPr/>
        </p:nvSpPr>
        <p:spPr>
          <a:xfrm>
            <a:off x="0" y="840912"/>
            <a:ext cx="9144000" cy="36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515" name="Google Shape;1515;p17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1516"/>
        <p:cNvGrpSpPr/>
        <p:nvPr/>
      </p:nvGrpSpPr>
      <p:grpSpPr>
        <a:xfrm>
          <a:off x="0" y="0"/>
          <a:ext cx="0" cy="0"/>
          <a:chOff x="0" y="0"/>
          <a:chExt cx="0" cy="0"/>
        </a:xfrm>
      </p:grpSpPr>
      <p:sp>
        <p:nvSpPr>
          <p:cNvPr id="1517" name="Google Shape;1517;p17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8" name="Google Shape;1518;p17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17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20" name="Google Shape;1520;p174"/>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21" name="Google Shape;1521;p174"/>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2" name="Google Shape;1522;p174"/>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rtl="0">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1523"/>
        <p:cNvGrpSpPr/>
        <p:nvPr/>
      </p:nvGrpSpPr>
      <p:grpSpPr>
        <a:xfrm>
          <a:off x="0" y="0"/>
          <a:ext cx="0" cy="0"/>
          <a:chOff x="0" y="0"/>
          <a:chExt cx="0" cy="0"/>
        </a:xfrm>
      </p:grpSpPr>
      <p:sp>
        <p:nvSpPr>
          <p:cNvPr id="1524" name="Google Shape;1524;p175"/>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525" name="Google Shape;1525;p17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26" name="Google Shape;1526;p17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27" name="Google Shape;1527;p17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175"/>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29" name="Google Shape;1529;p175"/>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1530"/>
        <p:cNvGrpSpPr/>
        <p:nvPr/>
      </p:nvGrpSpPr>
      <p:grpSpPr>
        <a:xfrm>
          <a:off x="0" y="0"/>
          <a:ext cx="0" cy="0"/>
          <a:chOff x="0" y="0"/>
          <a:chExt cx="0" cy="0"/>
        </a:xfrm>
      </p:grpSpPr>
      <p:sp>
        <p:nvSpPr>
          <p:cNvPr id="1531" name="Google Shape;1531;p176"/>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2" name="Google Shape;1532;p176"/>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3" name="Google Shape;1533;p176"/>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176"/>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535" name="Google Shape;1535;p176"/>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6" name="Google Shape;1536;p17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1537"/>
        <p:cNvGrpSpPr/>
        <p:nvPr/>
      </p:nvGrpSpPr>
      <p:grpSpPr>
        <a:xfrm>
          <a:off x="0" y="0"/>
          <a:ext cx="0" cy="0"/>
          <a:chOff x="0" y="0"/>
          <a:chExt cx="0" cy="0"/>
        </a:xfrm>
      </p:grpSpPr>
      <p:sp>
        <p:nvSpPr>
          <p:cNvPr id="1538" name="Google Shape;1538;p177"/>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9" name="Google Shape;1539;p177"/>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540" name="Google Shape;1540;p177"/>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rtl="0">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rtl="0">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1541" name="Google Shape;1541;p177"/>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177"/>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1543" name="Google Shape;1543;p17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44"/>
        <p:cNvGrpSpPr/>
        <p:nvPr/>
      </p:nvGrpSpPr>
      <p:grpSpPr>
        <a:xfrm>
          <a:off x="0" y="0"/>
          <a:ext cx="0" cy="0"/>
          <a:chOff x="0" y="0"/>
          <a:chExt cx="0" cy="0"/>
        </a:xfrm>
      </p:grpSpPr>
      <p:sp>
        <p:nvSpPr>
          <p:cNvPr id="1545" name="Google Shape;1545;p178"/>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46" name="Google Shape;1546;p178"/>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47" name="Google Shape;1547;p178"/>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48" name="Google Shape;1548;p17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49" name="Google Shape;1549;p17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50" name="Google Shape;1550;p178"/>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51" name="Google Shape;1551;p178"/>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1552" name="Google Shape;1552;p17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3" name="Google Shape;1553;p178"/>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4" name="Google Shape;1554;p178"/>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1555"/>
        <p:cNvGrpSpPr/>
        <p:nvPr/>
      </p:nvGrpSpPr>
      <p:grpSpPr>
        <a:xfrm>
          <a:off x="0" y="0"/>
          <a:ext cx="0" cy="0"/>
          <a:chOff x="0" y="0"/>
          <a:chExt cx="0" cy="0"/>
        </a:xfrm>
      </p:grpSpPr>
      <p:sp>
        <p:nvSpPr>
          <p:cNvPr id="1556" name="Google Shape;1556;p17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57" name="Google Shape;1557;p17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17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1559"/>
        <p:cNvGrpSpPr/>
        <p:nvPr/>
      </p:nvGrpSpPr>
      <p:grpSpPr>
        <a:xfrm>
          <a:off x="0" y="0"/>
          <a:ext cx="0" cy="0"/>
          <a:chOff x="0" y="0"/>
          <a:chExt cx="0" cy="0"/>
        </a:xfrm>
      </p:grpSpPr>
      <p:sp>
        <p:nvSpPr>
          <p:cNvPr id="1560" name="Google Shape;1560;p180"/>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61" name="Google Shape;1561;p180"/>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2" name="Google Shape;1562;p18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63" name="Google Shape;1563;p18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64" name="Google Shape;1564;p18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18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566" name="Google Shape;1566;p180"/>
          <p:cNvGrpSpPr/>
          <p:nvPr/>
        </p:nvGrpSpPr>
        <p:grpSpPr>
          <a:xfrm>
            <a:off x="-3347" y="998362"/>
            <a:ext cx="9141600" cy="104618"/>
            <a:chOff x="-3347" y="998361"/>
            <a:chExt cx="9141600" cy="104618"/>
          </a:xfrm>
        </p:grpSpPr>
        <p:sp>
          <p:nvSpPr>
            <p:cNvPr id="1567" name="Google Shape;1567;p180"/>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568" name="Google Shape;1568;p180"/>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69" name="Google Shape;1569;p180"/>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570"/>
        <p:cNvGrpSpPr/>
        <p:nvPr/>
      </p:nvGrpSpPr>
      <p:grpSpPr>
        <a:xfrm>
          <a:off x="0" y="0"/>
          <a:ext cx="0" cy="0"/>
          <a:chOff x="0" y="0"/>
          <a:chExt cx="0" cy="0"/>
        </a:xfrm>
      </p:grpSpPr>
      <p:sp>
        <p:nvSpPr>
          <p:cNvPr id="1571" name="Google Shape;1571;p18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72" name="Google Shape;1572;p18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p18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574"/>
        <p:cNvGrpSpPr/>
        <p:nvPr/>
      </p:nvGrpSpPr>
      <p:grpSpPr>
        <a:xfrm>
          <a:off x="0" y="0"/>
          <a:ext cx="0" cy="0"/>
          <a:chOff x="0" y="0"/>
          <a:chExt cx="0" cy="0"/>
        </a:xfrm>
      </p:grpSpPr>
      <p:sp>
        <p:nvSpPr>
          <p:cNvPr id="1575" name="Google Shape;1575;p182"/>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rtl="0">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76" name="Google Shape;1576;p182"/>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rtl="0">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rtl="0">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rtl="0">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rtl="0">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rtl="0">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577" name="Google Shape;1577;p182"/>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78" name="Google Shape;1578;p182"/>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rtl="0">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rtl="0">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79" name="Google Shape;1579;p182"/>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80" name="Google Shape;1580;p182"/>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581" name="Google Shape;1581;p18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582"/>
        <p:cNvGrpSpPr/>
        <p:nvPr/>
      </p:nvGrpSpPr>
      <p:grpSpPr>
        <a:xfrm>
          <a:off x="0" y="0"/>
          <a:ext cx="0" cy="0"/>
          <a:chOff x="0" y="0"/>
          <a:chExt cx="0" cy="0"/>
        </a:xfrm>
      </p:grpSpPr>
      <p:sp>
        <p:nvSpPr>
          <p:cNvPr id="1583" name="Google Shape;1583;p183"/>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84" name="Google Shape;1584;p183"/>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585" name="Google Shape;1585;p18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86" name="Google Shape;1586;p18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87" name="Google Shape;1587;p183"/>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88" name="Google Shape;1588;p183"/>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89" name="Google Shape;1589;p183"/>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590" name="Google Shape;1590;p183"/>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591" name="Google Shape;1591;p183"/>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592" name="Google Shape;1592;p183"/>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p183"/>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594"/>
        <p:cNvGrpSpPr/>
        <p:nvPr/>
      </p:nvGrpSpPr>
      <p:grpSpPr>
        <a:xfrm>
          <a:off x="0" y="0"/>
          <a:ext cx="0" cy="0"/>
          <a:chOff x="0" y="0"/>
          <a:chExt cx="0" cy="0"/>
        </a:xfrm>
      </p:grpSpPr>
      <p:sp>
        <p:nvSpPr>
          <p:cNvPr id="1595" name="Google Shape;1595;p184"/>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96" name="Google Shape;1596;p184"/>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97" name="Google Shape;1597;p18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98" name="Google Shape;1598;p18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18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600" name="Google Shape;1600;p184"/>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601" name="Google Shape;1601;p184"/>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602"/>
        <p:cNvGrpSpPr/>
        <p:nvPr/>
      </p:nvGrpSpPr>
      <p:grpSpPr>
        <a:xfrm>
          <a:off x="0" y="0"/>
          <a:ext cx="0" cy="0"/>
          <a:chOff x="0" y="0"/>
          <a:chExt cx="0" cy="0"/>
        </a:xfrm>
      </p:grpSpPr>
      <p:sp>
        <p:nvSpPr>
          <p:cNvPr id="1603" name="Google Shape;1603;p185"/>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4" name="Google Shape;1604;p185"/>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5" name="Google Shape;1605;p185"/>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6" name="Google Shape;1606;p185"/>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07" name="Google Shape;1607;p185"/>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rtl="0">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08" name="Google Shape;1608;p18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09" name="Google Shape;1609;p18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18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11" name="Google Shape;1611;p185"/>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12" name="Google Shape;1612;p185"/>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613"/>
        <p:cNvGrpSpPr/>
        <p:nvPr/>
      </p:nvGrpSpPr>
      <p:grpSpPr>
        <a:xfrm>
          <a:off x="0" y="0"/>
          <a:ext cx="0" cy="0"/>
          <a:chOff x="0" y="0"/>
          <a:chExt cx="0" cy="0"/>
        </a:xfrm>
      </p:grpSpPr>
      <p:sp>
        <p:nvSpPr>
          <p:cNvPr id="1614" name="Google Shape;1614;p186"/>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15" name="Google Shape;1615;p18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16" name="Google Shape;1616;p18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18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18" name="Google Shape;1618;p186"/>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19" name="Google Shape;1619;p186"/>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620" name="Google Shape;1620;p186"/>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1" name="Google Shape;1621;p186"/>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2" name="Google Shape;1622;p186"/>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3" name="Google Shape;1623;p186"/>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24" name="Google Shape;1624;p186"/>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625"/>
        <p:cNvGrpSpPr/>
        <p:nvPr/>
      </p:nvGrpSpPr>
      <p:grpSpPr>
        <a:xfrm>
          <a:off x="0" y="0"/>
          <a:ext cx="0" cy="0"/>
          <a:chOff x="0" y="0"/>
          <a:chExt cx="0" cy="0"/>
        </a:xfrm>
      </p:grpSpPr>
      <p:sp>
        <p:nvSpPr>
          <p:cNvPr id="1626" name="Google Shape;1626;p187"/>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27" name="Google Shape;1627;p187"/>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28" name="Google Shape;1628;p18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9" name="Google Shape;1629;p18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p18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631" name="Google Shape;1631;p187"/>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632" name="Google Shape;1632;p187"/>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633"/>
        <p:cNvGrpSpPr/>
        <p:nvPr/>
      </p:nvGrpSpPr>
      <p:grpSpPr>
        <a:xfrm>
          <a:off x="0" y="0"/>
          <a:ext cx="0" cy="0"/>
          <a:chOff x="0" y="0"/>
          <a:chExt cx="0" cy="0"/>
        </a:xfrm>
      </p:grpSpPr>
      <p:sp>
        <p:nvSpPr>
          <p:cNvPr id="1634" name="Google Shape;1634;p188"/>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35" name="Google Shape;1635;p18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36" name="Google Shape;1636;p18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18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38" name="Google Shape;1638;p188"/>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39" name="Google Shape;1639;p188"/>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rtl="0">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40" name="Google Shape;1640;p188"/>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641"/>
        <p:cNvGrpSpPr/>
        <p:nvPr/>
      </p:nvGrpSpPr>
      <p:grpSpPr>
        <a:xfrm>
          <a:off x="0" y="0"/>
          <a:ext cx="0" cy="0"/>
          <a:chOff x="0" y="0"/>
          <a:chExt cx="0" cy="0"/>
        </a:xfrm>
      </p:grpSpPr>
      <p:sp>
        <p:nvSpPr>
          <p:cNvPr id="1642" name="Google Shape;1642;p189"/>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43" name="Google Shape;1643;p189"/>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44" name="Google Shape;1644;p189"/>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45" name="Google Shape;1645;p18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46" name="Google Shape;1646;p18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47" name="Google Shape;1647;p18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48" name="Google Shape;1648;p18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p189"/>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50" name="Google Shape;1650;p189"/>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51"/>
        <p:cNvGrpSpPr/>
        <p:nvPr/>
      </p:nvGrpSpPr>
      <p:grpSpPr>
        <a:xfrm>
          <a:off x="0" y="0"/>
          <a:ext cx="0" cy="0"/>
          <a:chOff x="0" y="0"/>
          <a:chExt cx="0" cy="0"/>
        </a:xfrm>
      </p:grpSpPr>
      <p:sp>
        <p:nvSpPr>
          <p:cNvPr id="1652" name="Google Shape;1652;p190"/>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53" name="Google Shape;1653;p190"/>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54" name="Google Shape;1654;p190"/>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55" name="Google Shape;1655;p19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56" name="Google Shape;1656;p19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57" name="Google Shape;1657;p19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1658"/>
        <p:cNvGrpSpPr/>
        <p:nvPr/>
      </p:nvGrpSpPr>
      <p:grpSpPr>
        <a:xfrm>
          <a:off x="0" y="0"/>
          <a:ext cx="0" cy="0"/>
          <a:chOff x="0" y="0"/>
          <a:chExt cx="0" cy="0"/>
        </a:xfrm>
      </p:grpSpPr>
      <p:sp>
        <p:nvSpPr>
          <p:cNvPr id="1659" name="Google Shape;1659;p191"/>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60" name="Google Shape;1660;p19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61" name="Google Shape;1661;p19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62" name="Google Shape;1662;p19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63" name="Google Shape;1663;p191"/>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4" name="Google Shape;1664;p191"/>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5" name="Google Shape;1665;p191"/>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6" name="Google Shape;1666;p191"/>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7" name="Google Shape;1667;p191"/>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8" name="Google Shape;1668;p191"/>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1669"/>
        <p:cNvGrpSpPr/>
        <p:nvPr/>
      </p:nvGrpSpPr>
      <p:grpSpPr>
        <a:xfrm>
          <a:off x="0" y="0"/>
          <a:ext cx="0" cy="0"/>
          <a:chOff x="0" y="0"/>
          <a:chExt cx="0" cy="0"/>
        </a:xfrm>
      </p:grpSpPr>
      <p:sp>
        <p:nvSpPr>
          <p:cNvPr id="1670" name="Google Shape;1670;p19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71" name="Google Shape;1671;p192"/>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72" name="Google Shape;1672;p19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73" name="Google Shape;1673;p19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74" name="Google Shape;1674;p19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75" name="Google Shape;1675;p192"/>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1676" name="Google Shape;1676;p192"/>
          <p:cNvGrpSpPr/>
          <p:nvPr/>
        </p:nvGrpSpPr>
        <p:grpSpPr>
          <a:xfrm>
            <a:off x="1698177" y="1278800"/>
            <a:ext cx="5747657" cy="2502600"/>
            <a:chOff x="1698177" y="1278798"/>
            <a:chExt cx="5747657" cy="2502600"/>
          </a:xfrm>
        </p:grpSpPr>
        <p:cxnSp>
          <p:nvCxnSpPr>
            <p:cNvPr id="1677" name="Google Shape;1677;p192"/>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78" name="Google Shape;1678;p192"/>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79" name="Google Shape;1679;p192"/>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0" name="Google Shape;1680;p192"/>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1" name="Google Shape;1681;p192"/>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1682" name="Google Shape;1682;p192"/>
          <p:cNvGrpSpPr/>
          <p:nvPr/>
        </p:nvGrpSpPr>
        <p:grpSpPr>
          <a:xfrm>
            <a:off x="1698177" y="4207572"/>
            <a:ext cx="5747657" cy="412428"/>
            <a:chOff x="1698177" y="1278798"/>
            <a:chExt cx="5747657" cy="2502600"/>
          </a:xfrm>
        </p:grpSpPr>
        <p:cxnSp>
          <p:nvCxnSpPr>
            <p:cNvPr id="1683" name="Google Shape;1683;p192"/>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4" name="Google Shape;1684;p192"/>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5" name="Google Shape;1685;p192"/>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6" name="Google Shape;1686;p192"/>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7" name="Google Shape;1687;p192"/>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688" name="Google Shape;1688;p192"/>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89" name="Google Shape;1689;p192"/>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0" name="Google Shape;1690;p192"/>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1" name="Google Shape;1691;p192"/>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2" name="Google Shape;1692;p192"/>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3" name="Google Shape;1693;p192"/>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4" name="Google Shape;1694;p192"/>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5" name="Google Shape;1695;p192"/>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6" name="Google Shape;1696;p192"/>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7" name="Google Shape;1697;p192"/>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8" name="Google Shape;1698;p192"/>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9" name="Google Shape;1699;p192"/>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0" name="Google Shape;1700;p192"/>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1" name="Google Shape;1701;p192"/>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2" name="Google Shape;1702;p192"/>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3" name="Google Shape;1703;p192"/>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4" name="Google Shape;1704;p192"/>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05" name="Google Shape;1705;p192"/>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1706" name="Google Shape;1706;p192"/>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1707" name="Google Shape;1707;p192"/>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08" name="Google Shape;1708;p192"/>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09" name="Google Shape;1709;p192"/>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10" name="Google Shape;1710;p192"/>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1711" name="Google Shape;1711;p192"/>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1712"/>
        <p:cNvGrpSpPr/>
        <p:nvPr/>
      </p:nvGrpSpPr>
      <p:grpSpPr>
        <a:xfrm>
          <a:off x="0" y="0"/>
          <a:ext cx="0" cy="0"/>
          <a:chOff x="0" y="0"/>
          <a:chExt cx="0" cy="0"/>
        </a:xfrm>
      </p:grpSpPr>
      <p:sp>
        <p:nvSpPr>
          <p:cNvPr id="1713" name="Google Shape;1713;p19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14" name="Google Shape;1714;p193"/>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15" name="Google Shape;1715;p19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16" name="Google Shape;1716;p19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17" name="Google Shape;1717;p19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718" name="Google Shape;1718;p193"/>
          <p:cNvGrpSpPr/>
          <p:nvPr/>
        </p:nvGrpSpPr>
        <p:grpSpPr>
          <a:xfrm>
            <a:off x="1698177" y="1278774"/>
            <a:ext cx="5747657" cy="687464"/>
            <a:chOff x="1698177" y="1278798"/>
            <a:chExt cx="5747657" cy="2502600"/>
          </a:xfrm>
        </p:grpSpPr>
        <p:cxnSp>
          <p:nvCxnSpPr>
            <p:cNvPr id="1719" name="Google Shape;1719;p19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0" name="Google Shape;1720;p19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1" name="Google Shape;1721;p19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2" name="Google Shape;1722;p19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3" name="Google Shape;1723;p19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724" name="Google Shape;1724;p193"/>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5" name="Google Shape;1725;p193"/>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6" name="Google Shape;1726;p193"/>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7" name="Google Shape;1727;p193"/>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8" name="Google Shape;1728;p193"/>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729" name="Google Shape;1729;p193"/>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1730" name="Google Shape;1730;p193"/>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1731" name="Google Shape;1731;p193"/>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32" name="Google Shape;1732;p193"/>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33" name="Google Shape;1733;p193"/>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34" name="Google Shape;1734;p193"/>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1735"/>
        <p:cNvGrpSpPr/>
        <p:nvPr/>
      </p:nvGrpSpPr>
      <p:grpSpPr>
        <a:xfrm>
          <a:off x="0" y="0"/>
          <a:ext cx="0" cy="0"/>
          <a:chOff x="0" y="0"/>
          <a:chExt cx="0" cy="0"/>
        </a:xfrm>
      </p:grpSpPr>
      <p:sp>
        <p:nvSpPr>
          <p:cNvPr id="1736" name="Google Shape;1736;p19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37" name="Google Shape;1737;p19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38" name="Google Shape;1738;p19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39" name="Google Shape;1739;p19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740" name="Google Shape;1740;p194"/>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1741" name="Google Shape;1741;p194"/>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42" name="Google Shape;1742;p194"/>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rtl="0">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43" name="Google Shape;1743;p194"/>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rtl="0">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44" name="Google Shape;1744;p194"/>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745"/>
        <p:cNvGrpSpPr/>
        <p:nvPr/>
      </p:nvGrpSpPr>
      <p:grpSpPr>
        <a:xfrm>
          <a:off x="0" y="0"/>
          <a:ext cx="0" cy="0"/>
          <a:chOff x="0" y="0"/>
          <a:chExt cx="0" cy="0"/>
        </a:xfrm>
      </p:grpSpPr>
      <p:sp>
        <p:nvSpPr>
          <p:cNvPr id="1746" name="Google Shape;1746;p195"/>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7" name="Google Shape;1747;p195"/>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748" name="Google Shape;1748;p195"/>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1749" name="Google Shape;1749;p195"/>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50" name="Google Shape;1750;p19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1" name="Google Shape;1751;p19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2" name="Google Shape;1752;p19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53" name="Google Shape;1753;p195"/>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1754"/>
        <p:cNvGrpSpPr/>
        <p:nvPr/>
      </p:nvGrpSpPr>
      <p:grpSpPr>
        <a:xfrm>
          <a:off x="0" y="0"/>
          <a:ext cx="0" cy="0"/>
          <a:chOff x="0" y="0"/>
          <a:chExt cx="0" cy="0"/>
        </a:xfrm>
      </p:grpSpPr>
      <p:sp>
        <p:nvSpPr>
          <p:cNvPr id="1755" name="Google Shape;1755;p196"/>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56" name="Google Shape;1756;p19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7" name="Google Shape;1757;p19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58" name="Google Shape;1758;p196"/>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59" name="Google Shape;1759;p196"/>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760"/>
        <p:cNvGrpSpPr/>
        <p:nvPr/>
      </p:nvGrpSpPr>
      <p:grpSpPr>
        <a:xfrm>
          <a:off x="0" y="0"/>
          <a:ext cx="0" cy="0"/>
          <a:chOff x="0" y="0"/>
          <a:chExt cx="0" cy="0"/>
        </a:xfrm>
      </p:grpSpPr>
      <p:sp>
        <p:nvSpPr>
          <p:cNvPr id="1761" name="Google Shape;1761;p197"/>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762"/>
        <p:cNvGrpSpPr/>
        <p:nvPr/>
      </p:nvGrpSpPr>
      <p:grpSpPr>
        <a:xfrm>
          <a:off x="0" y="0"/>
          <a:ext cx="0" cy="0"/>
          <a:chOff x="0" y="0"/>
          <a:chExt cx="0" cy="0"/>
        </a:xfrm>
      </p:grpSpPr>
      <p:sp>
        <p:nvSpPr>
          <p:cNvPr id="1763" name="Google Shape;1763;p198"/>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4" name="Google Shape;1764;p198"/>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rtl="0">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1765" name="Google Shape;1765;p198"/>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rtl="0">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1766" name="Google Shape;1766;p198"/>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1767" name="Google Shape;1767;p198"/>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8" name="Google Shape;1768;p198"/>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1769"/>
        <p:cNvGrpSpPr/>
        <p:nvPr/>
      </p:nvGrpSpPr>
      <p:grpSpPr>
        <a:xfrm>
          <a:off x="0" y="0"/>
          <a:ext cx="0" cy="0"/>
          <a:chOff x="0" y="0"/>
          <a:chExt cx="0" cy="0"/>
        </a:xfrm>
      </p:grpSpPr>
      <p:sp>
        <p:nvSpPr>
          <p:cNvPr id="1770" name="Google Shape;1770;p199"/>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99"/>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rtl="0">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rtl="0">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rtl="0">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rtl="0">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rtl="0">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rtl="0">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1772" name="Google Shape;1772;p199"/>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773" name="Google Shape;1773;p199"/>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1774" name="Google Shape;1774;p199"/>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775" name="Google Shape;1775;p199"/>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1776" name="Google Shape;1776;p199"/>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1777" name="Google Shape;1777;p199"/>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778" name="Google Shape;1778;p199"/>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779" name="Google Shape;1779;p199"/>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theme" Target="../theme/theme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 Type="http://schemas.openxmlformats.org/officeDocument/2006/relationships/slideLayout" Target="../slideLayouts/slideLayout51.xml"/><Relationship Id="rId21" Type="http://schemas.openxmlformats.org/officeDocument/2006/relationships/slideLayout" Target="../slideLayouts/slideLayout69.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29" Type="http://schemas.openxmlformats.org/officeDocument/2006/relationships/theme" Target="../theme/theme3.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26" Type="http://schemas.openxmlformats.org/officeDocument/2006/relationships/slideLayout" Target="../slideLayouts/slideLayout102.xml"/><Relationship Id="rId3" Type="http://schemas.openxmlformats.org/officeDocument/2006/relationships/slideLayout" Target="../slideLayouts/slideLayout79.xml"/><Relationship Id="rId21" Type="http://schemas.openxmlformats.org/officeDocument/2006/relationships/slideLayout" Target="../slideLayouts/slideLayout97.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5" Type="http://schemas.openxmlformats.org/officeDocument/2006/relationships/slideLayout" Target="../slideLayouts/slideLayout101.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slideLayout" Target="../slideLayouts/slideLayout96.xml"/><Relationship Id="rId29" Type="http://schemas.openxmlformats.org/officeDocument/2006/relationships/theme" Target="../theme/theme4.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24" Type="http://schemas.openxmlformats.org/officeDocument/2006/relationships/slideLayout" Target="../slideLayouts/slideLayout100.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23" Type="http://schemas.openxmlformats.org/officeDocument/2006/relationships/slideLayout" Target="../slideLayouts/slideLayout99.xml"/><Relationship Id="rId28" Type="http://schemas.openxmlformats.org/officeDocument/2006/relationships/slideLayout" Target="../slideLayouts/slideLayout104.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slideLayout" Target="../slideLayouts/slideLayout98.xml"/><Relationship Id="rId27"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1"/>
        <p:cNvGrpSpPr/>
        <p:nvPr/>
      </p:nvGrpSpPr>
      <p:grpSpPr>
        <a:xfrm>
          <a:off x="0" y="0"/>
          <a:ext cx="0" cy="0"/>
          <a:chOff x="0" y="0"/>
          <a:chExt cx="0" cy="0"/>
        </a:xfrm>
      </p:grpSpPr>
      <p:sp>
        <p:nvSpPr>
          <p:cNvPr id="772" name="Google Shape;772;p92"/>
          <p:cNvSpPr/>
          <p:nvPr/>
        </p:nvSpPr>
        <p:spPr>
          <a:xfrm>
            <a:off x="1588" y="1588"/>
            <a:ext cx="1587" cy="1587"/>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92"/>
          <p:cNvSpPr txBox="1">
            <a:spLocks noGrp="1"/>
          </p:cNvSpPr>
          <p:nvPr>
            <p:ph type="title"/>
          </p:nvPr>
        </p:nvSpPr>
        <p:spPr>
          <a:xfrm>
            <a:off x="309563" y="423815"/>
            <a:ext cx="8526463" cy="246221"/>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74" name="Google Shape;774;p92"/>
          <p:cNvSpPr txBox="1">
            <a:spLocks noGrp="1"/>
          </p:cNvSpPr>
          <p:nvPr>
            <p:ph type="body" idx="1"/>
          </p:nvPr>
        </p:nvSpPr>
        <p:spPr>
          <a:xfrm>
            <a:off x="309563" y="1255153"/>
            <a:ext cx="8526463" cy="632481"/>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10"/>
              </a:spcBef>
              <a:spcAft>
                <a:spcPts val="0"/>
              </a:spcAft>
              <a:buClr>
                <a:schemeClr val="lt2"/>
              </a:buClr>
              <a:buSzPts val="1050"/>
              <a:buFont typeface="Arial"/>
              <a:buNone/>
              <a:defRPr sz="1050" b="0" i="0" u="none" strike="noStrike" cap="none">
                <a:solidFill>
                  <a:schemeClr val="lt2"/>
                </a:solidFill>
                <a:latin typeface="Georgia"/>
                <a:ea typeface="Georgia"/>
                <a:cs typeface="Georgia"/>
                <a:sym typeface="Georgia"/>
              </a:defRPr>
            </a:lvl1pPr>
            <a:lvl2pPr marL="914400" marR="0" lvl="1" indent="-276225"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75" name="Google Shape;775;p92"/>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595959"/>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776" name="Google Shape;776;p92"/>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sz="1400" b="0" i="0" u="none" strike="noStrike" cap="none">
              <a:solidFill>
                <a:srgbClr val="000000"/>
              </a:solidFill>
              <a:latin typeface="Arial"/>
              <a:ea typeface="Arial"/>
              <a:cs typeface="Arial"/>
              <a:sym typeface="Arial"/>
            </a:endParaRPr>
          </a:p>
        </p:txBody>
      </p:sp>
      <p:sp>
        <p:nvSpPr>
          <p:cNvPr id="777" name="Google Shape;777;p92"/>
          <p:cNvSpPr/>
          <p:nvPr/>
        </p:nvSpPr>
        <p:spPr>
          <a:xfrm>
            <a:off x="-3347" y="762532"/>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4"/>
        <p:cNvGrpSpPr/>
        <p:nvPr/>
      </p:nvGrpSpPr>
      <p:grpSpPr>
        <a:xfrm>
          <a:off x="0" y="0"/>
          <a:ext cx="0" cy="0"/>
          <a:chOff x="0" y="0"/>
          <a:chExt cx="0" cy="0"/>
        </a:xfrm>
      </p:grpSpPr>
      <p:sp>
        <p:nvSpPr>
          <p:cNvPr id="935" name="Google Shape;935;p113"/>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113"/>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37" name="Google Shape;937;p113"/>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38" name="Google Shape;938;p11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39" name="Google Shape;939;p11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40" name="Google Shape;940;p113"/>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6"/>
        <p:cNvGrpSpPr/>
        <p:nvPr/>
      </p:nvGrpSpPr>
      <p:grpSpPr>
        <a:xfrm>
          <a:off x="0" y="0"/>
          <a:ext cx="0" cy="0"/>
          <a:chOff x="0" y="0"/>
          <a:chExt cx="0" cy="0"/>
        </a:xfrm>
      </p:grpSpPr>
      <p:sp>
        <p:nvSpPr>
          <p:cNvPr id="1217" name="Google Shape;1217;p142"/>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42"/>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9" name="Google Shape;1219;p142"/>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20" name="Google Shape;1220;p14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21" name="Google Shape;1221;p14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22" name="Google Shape;1222;p142"/>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 id="2147483810"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8"/>
        <p:cNvGrpSpPr/>
        <p:nvPr/>
      </p:nvGrpSpPr>
      <p:grpSpPr>
        <a:xfrm>
          <a:off x="0" y="0"/>
          <a:ext cx="0" cy="0"/>
          <a:chOff x="0" y="0"/>
          <a:chExt cx="0" cy="0"/>
        </a:xfrm>
      </p:grpSpPr>
      <p:sp>
        <p:nvSpPr>
          <p:cNvPr id="1499" name="Google Shape;1499;p171"/>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171"/>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1" name="Google Shape;1501;p171"/>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02" name="Google Shape;1502;p17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03" name="Google Shape;1503;p17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04" name="Google Shape;1504;p171"/>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 id="2147483832" r:id="rId22"/>
    <p:sldLayoutId id="2147483833" r:id="rId23"/>
    <p:sldLayoutId id="2147483834" r:id="rId24"/>
    <p:sldLayoutId id="2147483835" r:id="rId25"/>
    <p:sldLayoutId id="2147483836" r:id="rId26"/>
    <p:sldLayoutId id="2147483837" r:id="rId27"/>
    <p:sldLayoutId id="2147483838"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C_LC" TargetMode="External"/><Relationship Id="rId2" Type="http://schemas.openxmlformats.org/officeDocument/2006/relationships/notesSlide" Target="../notesSlides/notesSlide1.xml"/><Relationship Id="rId1" Type="http://schemas.openxmlformats.org/officeDocument/2006/relationships/slideLayout" Target="../slideLayouts/slideLayout77.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C_EUC" TargetMode="External"/><Relationship Id="rId2" Type="http://schemas.openxmlformats.org/officeDocument/2006/relationships/notesSlide" Target="../notesSlides/notesSlide2.xml"/><Relationship Id="rId1" Type="http://schemas.openxmlformats.org/officeDocument/2006/relationships/slideLayout" Target="../slideLayouts/slideLayout7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C_PS" TargetMode="External"/><Relationship Id="rId2" Type="http://schemas.openxmlformats.org/officeDocument/2006/relationships/notesSlide" Target="../notesSlides/notesSlide3.xml"/><Relationship Id="rId1" Type="http://schemas.openxmlformats.org/officeDocument/2006/relationships/slideLayout" Target="../slideLayouts/slideLayout7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7.xml"/><Relationship Id="rId5" Type="http://schemas.openxmlformats.org/officeDocument/2006/relationships/image" Target="../media/image12.png"/><Relationship Id="rId4" Type="http://schemas.openxmlformats.org/officeDocument/2006/relationships/hyperlink" Target="https://consultingsource.pwcinternal.com/PracticeAids?Methodology=SalesforceChangeandAdoption&amp;Task=SalesforceChangeandAdoption&amp;ToolkitGroup=SalesforceCA_S_TNA"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TS" TargetMode="External"/><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TP" TargetMode="External"/><Relationship Id="rId2" Type="http://schemas.openxmlformats.org/officeDocument/2006/relationships/notesSlide" Target="../notesSlides/notesSlide6.xml"/><Relationship Id="rId1" Type="http://schemas.openxmlformats.org/officeDocument/2006/relationships/slideLayout" Target="../slideLayouts/slideLayout77.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7.xml"/><Relationship Id="rId5" Type="http://schemas.openxmlformats.org/officeDocument/2006/relationships/hyperlink" Target="https://consultingsource.pwcinternal.com/PracticeAids?Methodology=SalesforceChangeandAdoption&amp;Task=SalesforceChangeandAdoption&amp;ToolkitGroup=SalesforceCA_S_ILT" TargetMode="Externa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7.xml"/><Relationship Id="rId5" Type="http://schemas.openxmlformats.org/officeDocument/2006/relationships/image" Target="../media/image19.png"/><Relationship Id="rId4" Type="http://schemas.openxmlformats.org/officeDocument/2006/relationships/hyperlink" Target="https://consultingsource.pwcinternal.com/PracticeAids?Methodology=SalesforceChangeandAdoption&amp;Task=SalesforceChangeandAdoption&amp;ToolkitGroup=SalesforceCA_S_MV"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QRG" TargetMode="External"/><Relationship Id="rId2" Type="http://schemas.openxmlformats.org/officeDocument/2006/relationships/notesSlide" Target="../notesSlides/notesSlide9.xml"/><Relationship Id="rId1" Type="http://schemas.openxmlformats.org/officeDocument/2006/relationships/slideLayout" Target="../slideLayouts/slideLayout77.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JA" TargetMode="External"/><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THS" TargetMode="External"/><Relationship Id="rId2" Type="http://schemas.openxmlformats.org/officeDocument/2006/relationships/notesSlide" Target="../notesSlides/notesSlide11.xml"/><Relationship Id="rId1" Type="http://schemas.openxmlformats.org/officeDocument/2006/relationships/slideLayout" Target="../slideLayouts/slideLayout50.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Gam" TargetMode="External"/><Relationship Id="rId2" Type="http://schemas.openxmlformats.org/officeDocument/2006/relationships/notesSlide" Target="../notesSlides/notesSlide12.xml"/><Relationship Id="rId1" Type="http://schemas.openxmlformats.org/officeDocument/2006/relationships/slideLayout" Target="../slideLayouts/slideLayout50.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S_TtT" TargetMode="External"/><Relationship Id="rId2" Type="http://schemas.openxmlformats.org/officeDocument/2006/relationships/notesSlide" Target="../notesSlides/notesSlide13.xml"/><Relationship Id="rId1" Type="http://schemas.openxmlformats.org/officeDocument/2006/relationships/slideLayout" Target="../slideLayouts/slideLayout77.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30.png"/><Relationship Id="rId4" Type="http://schemas.openxmlformats.org/officeDocument/2006/relationships/hyperlink" Target="https://consultingsource.pwcinternal.com/PracticeAids?Methodology=SalesforceChangeandAdoption&amp;Task=SalesforceChangeandAdoption&amp;ToolkitGroup=SalesforceCA_T_A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1.xml"/><Relationship Id="rId5" Type="http://schemas.openxmlformats.org/officeDocument/2006/relationships/image" Target="../media/image32.png"/><Relationship Id="rId4" Type="http://schemas.openxmlformats.org/officeDocument/2006/relationships/hyperlink" Target="https://consultingsource.pwcinternal.com/PracticeAids?Methodology=SalesforceChangeandAdoption&amp;Task=SalesforceChangeandAdoption&amp;ToolkitGroup=SalesforceCA_T_GLSP"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1.xml"/><Relationship Id="rId5" Type="http://schemas.openxmlformats.org/officeDocument/2006/relationships/image" Target="../media/image34.png"/><Relationship Id="rId4" Type="http://schemas.openxmlformats.org/officeDocument/2006/relationships/hyperlink" Target="https://consultingsource.pwcinternal.com/PracticeAids?Methodology=SalesforceChangeandAdoption&amp;Task=SalesforceChangeandAdoption&amp;ToolkitGroup=SalesforceCA_T_PGLA"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T_LL" TargetMode="External"/><Relationship Id="rId2" Type="http://schemas.openxmlformats.org/officeDocument/2006/relationships/notesSlide" Target="../notesSlides/notesSlide17.xml"/><Relationship Id="rId1" Type="http://schemas.openxmlformats.org/officeDocument/2006/relationships/slideLayout" Target="../slideLayouts/slideLayout21.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77.xml"/><Relationship Id="rId6" Type="http://schemas.openxmlformats.org/officeDocument/2006/relationships/hyperlink" Target="https://pwc-spark.com/docs/DOC-878677" TargetMode="Externa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7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50.xml"/><Relationship Id="rId5" Type="http://schemas.openxmlformats.org/officeDocument/2006/relationships/image" Target="../media/image49.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6" name="Google Shape;2216;p225"/>
          <p:cNvSpPr txBox="1"/>
          <p:nvPr/>
        </p:nvSpPr>
        <p:spPr>
          <a:xfrm>
            <a:off x="101600" y="814425"/>
            <a:ext cx="38442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Leadership Communications</a:t>
            </a:r>
            <a:endParaRPr sz="1800" b="1" i="1" u="none" strike="noStrike" cap="none">
              <a:solidFill>
                <a:srgbClr val="000000"/>
              </a:solidFill>
              <a:latin typeface="Georgia"/>
              <a:ea typeface="Georgia"/>
              <a:cs typeface="Georgia"/>
              <a:sym typeface="Georgia"/>
            </a:endParaRPr>
          </a:p>
        </p:txBody>
      </p:sp>
      <p:sp>
        <p:nvSpPr>
          <p:cNvPr id="2217" name="Google Shape;2217;p225"/>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Leadership Communications: gain leadership buy-in and approval</a:t>
            </a:r>
            <a:endParaRPr/>
          </a:p>
        </p:txBody>
      </p:sp>
      <p:sp>
        <p:nvSpPr>
          <p:cNvPr id="2218" name="Google Shape;2218;p225"/>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a:t>
            </a:fld>
            <a:endParaRPr/>
          </a:p>
        </p:txBody>
      </p:sp>
      <p:sp>
        <p:nvSpPr>
          <p:cNvPr id="2219" name="Google Shape;2219;p225"/>
          <p:cNvSpPr txBox="1"/>
          <p:nvPr/>
        </p:nvSpPr>
        <p:spPr>
          <a:xfrm>
            <a:off x="309650" y="1622125"/>
            <a:ext cx="31455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Leadership Communications are specific messages that are sent to relevant leaders in the organization to gain buy in throughout the course of the project. In the draft of each message, the audience, send date, and sender are specified in addition to the actual communication on project details and updates.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creating tangible outputs that bring the communications strategy to life, and seeks to gain leadership approval. By consolidating all of the leadership communications in a single place, the change team can ensure and check for consistency across all messaging.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Leadership Communications</a:t>
            </a:r>
            <a:endParaRPr sz="1000" b="0" i="0" u="none" strike="noStrike" cap="none">
              <a:solidFill>
                <a:srgbClr val="000000"/>
              </a:solidFill>
              <a:latin typeface="Georgia"/>
              <a:ea typeface="Georgia"/>
              <a:cs typeface="Georgia"/>
              <a:sym typeface="Georgia"/>
            </a:endParaRPr>
          </a:p>
        </p:txBody>
      </p:sp>
      <p:sp>
        <p:nvSpPr>
          <p:cNvPr id="2220" name="Google Shape;2220;p225"/>
          <p:cNvSpPr/>
          <p:nvPr/>
        </p:nvSpPr>
        <p:spPr>
          <a:xfrm>
            <a:off x="0" y="1253128"/>
            <a:ext cx="3657600" cy="2709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Communications</a:t>
            </a:r>
            <a:endParaRPr sz="1200" b="1" i="1" u="none" strike="noStrike" cap="none">
              <a:solidFill>
                <a:schemeClr val="lt1"/>
              </a:solidFill>
              <a:latin typeface="Georgia"/>
              <a:ea typeface="Georgia"/>
              <a:cs typeface="Georgia"/>
              <a:sym typeface="Georgia"/>
            </a:endParaRPr>
          </a:p>
        </p:txBody>
      </p:sp>
      <p:pic>
        <p:nvPicPr>
          <p:cNvPr id="2221" name="Google Shape;2221;p225"/>
          <p:cNvPicPr preferRelativeResize="0"/>
          <p:nvPr/>
        </p:nvPicPr>
        <p:blipFill rotWithShape="1">
          <a:blip r:embed="rId4">
            <a:alphaModFix/>
          </a:blip>
          <a:srcRect/>
          <a:stretch/>
        </p:blipFill>
        <p:spPr>
          <a:xfrm>
            <a:off x="4382503" y="1149050"/>
            <a:ext cx="3131206" cy="2811016"/>
          </a:xfrm>
          <a:prstGeom prst="rect">
            <a:avLst/>
          </a:prstGeom>
          <a:noFill/>
          <a:ln w="9525" cap="flat" cmpd="sng">
            <a:solidFill>
              <a:schemeClr val="accent1"/>
            </a:solidFill>
            <a:prstDash val="solid"/>
            <a:round/>
            <a:headEnd type="none" w="sm" len="sm"/>
            <a:tailEnd type="none" w="sm" len="sm"/>
          </a:ln>
        </p:spPr>
      </p:pic>
      <p:pic>
        <p:nvPicPr>
          <p:cNvPr id="2222" name="Google Shape;2222;p225"/>
          <p:cNvPicPr preferRelativeResize="0"/>
          <p:nvPr/>
        </p:nvPicPr>
        <p:blipFill rotWithShape="1">
          <a:blip r:embed="rId5">
            <a:alphaModFix/>
          </a:blip>
          <a:srcRect/>
          <a:stretch/>
        </p:blipFill>
        <p:spPr>
          <a:xfrm>
            <a:off x="4906517" y="1755262"/>
            <a:ext cx="3271308" cy="289757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6"/>
        <p:cNvGrpSpPr/>
        <p:nvPr/>
      </p:nvGrpSpPr>
      <p:grpSpPr>
        <a:xfrm>
          <a:off x="0" y="0"/>
          <a:ext cx="0" cy="0"/>
          <a:chOff x="0" y="0"/>
          <a:chExt cx="0" cy="0"/>
        </a:xfrm>
      </p:grpSpPr>
      <p:sp>
        <p:nvSpPr>
          <p:cNvPr id="2227" name="Google Shape;2227;p226"/>
          <p:cNvSpPr txBox="1"/>
          <p:nvPr/>
        </p:nvSpPr>
        <p:spPr>
          <a:xfrm>
            <a:off x="101600" y="814425"/>
            <a:ext cx="38442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End User Communications</a:t>
            </a:r>
            <a:endParaRPr sz="1800" b="1" i="1" u="none" strike="noStrike" cap="none">
              <a:solidFill>
                <a:srgbClr val="000000"/>
              </a:solidFill>
              <a:latin typeface="Georgia"/>
              <a:ea typeface="Georgia"/>
              <a:cs typeface="Georgia"/>
              <a:sym typeface="Georgia"/>
            </a:endParaRPr>
          </a:p>
        </p:txBody>
      </p:sp>
      <p:sp>
        <p:nvSpPr>
          <p:cNvPr id="2228" name="Google Shape;2228;p226"/>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End User Communications: educate end users on the change</a:t>
            </a:r>
            <a:endParaRPr/>
          </a:p>
        </p:txBody>
      </p:sp>
      <p:sp>
        <p:nvSpPr>
          <p:cNvPr id="2229" name="Google Shape;2229;p226"/>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a:t>
            </a:fld>
            <a:endParaRPr/>
          </a:p>
        </p:txBody>
      </p:sp>
      <p:sp>
        <p:nvSpPr>
          <p:cNvPr id="2230" name="Google Shape;2230;p226"/>
          <p:cNvSpPr txBox="1"/>
          <p:nvPr/>
        </p:nvSpPr>
        <p:spPr>
          <a:xfrm>
            <a:off x="309650" y="1622125"/>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End User Communications include specific messages meant to educate end users on the change and why the organization is adopting Salesforce. </a:t>
            </a:r>
            <a:r>
              <a:rPr lang="en" sz="1000" b="0" i="0" u="none" strike="noStrike" cap="none">
                <a:solidFill>
                  <a:schemeClr val="dk1"/>
                </a:solidFill>
                <a:latin typeface="Georgia"/>
                <a:ea typeface="Georgia"/>
                <a:cs typeface="Georgia"/>
                <a:sym typeface="Georgia"/>
              </a:rPr>
              <a:t>In the draft of each message, the audience, send date, and sender are specified in addition to the actual communication.  End User Comms usually follow a cadence, and may take the form of </a:t>
            </a:r>
            <a:r>
              <a:rPr lang="en" sz="1000" b="0" i="0" u="none" strike="noStrike" cap="none">
                <a:solidFill>
                  <a:srgbClr val="000000"/>
                </a:solidFill>
                <a:latin typeface="Georgia"/>
                <a:ea typeface="Georgia"/>
                <a:cs typeface="Georgia"/>
                <a:sym typeface="Georgia"/>
              </a:rPr>
              <a:t>periodic newsletters or announcements.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chemeClr val="dk1"/>
              </a:buClr>
              <a:buSzPts val="1000"/>
              <a:buFont typeface="Arial"/>
              <a:buNone/>
            </a:pPr>
            <a:r>
              <a:rPr lang="en" sz="1000" b="0" i="0" u="none" strike="noStrike" cap="none">
                <a:solidFill>
                  <a:schemeClr val="dk1"/>
                </a:solidFill>
                <a:latin typeface="Georgia"/>
                <a:ea typeface="Georgia"/>
                <a:cs typeface="Georgia"/>
                <a:sym typeface="Georgia"/>
              </a:rPr>
              <a:t>This deliverable adds value by creating tangible outputs that bring the communications strategy to life, and seeks to prepare end users for the change. By consolidating all of the end user communications in a single place, the change team can ensure and check for consistency across all messaging.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End User Communications</a:t>
            </a:r>
            <a:endParaRPr sz="1000" b="0" i="0" u="none" strike="noStrike" cap="none">
              <a:solidFill>
                <a:srgbClr val="000000"/>
              </a:solidFill>
              <a:latin typeface="Georgia"/>
              <a:ea typeface="Georgia"/>
              <a:cs typeface="Georgia"/>
              <a:sym typeface="Georgia"/>
            </a:endParaRPr>
          </a:p>
        </p:txBody>
      </p:sp>
      <p:sp>
        <p:nvSpPr>
          <p:cNvPr id="2231" name="Google Shape;2231;p226"/>
          <p:cNvSpPr/>
          <p:nvPr/>
        </p:nvSpPr>
        <p:spPr>
          <a:xfrm>
            <a:off x="0" y="1253128"/>
            <a:ext cx="3657600" cy="2709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Communications</a:t>
            </a:r>
            <a:endParaRPr sz="1200" b="1" i="1" u="none" strike="noStrike" cap="none">
              <a:solidFill>
                <a:schemeClr val="lt1"/>
              </a:solidFill>
              <a:latin typeface="Georgia"/>
              <a:ea typeface="Georgia"/>
              <a:cs typeface="Georgia"/>
              <a:sym typeface="Georgia"/>
            </a:endParaRPr>
          </a:p>
        </p:txBody>
      </p:sp>
      <p:pic>
        <p:nvPicPr>
          <p:cNvPr id="2232" name="Google Shape;2232;p226"/>
          <p:cNvPicPr preferRelativeResize="0"/>
          <p:nvPr/>
        </p:nvPicPr>
        <p:blipFill>
          <a:blip r:embed="rId4">
            <a:alphaModFix/>
          </a:blip>
          <a:stretch>
            <a:fillRect/>
          </a:stretch>
        </p:blipFill>
        <p:spPr>
          <a:xfrm>
            <a:off x="4187600" y="1101675"/>
            <a:ext cx="2525200" cy="3268475"/>
          </a:xfrm>
          <a:prstGeom prst="rect">
            <a:avLst/>
          </a:prstGeom>
          <a:noFill/>
          <a:ln w="9525" cap="flat" cmpd="sng">
            <a:solidFill>
              <a:schemeClr val="dk2"/>
            </a:solidFill>
            <a:prstDash val="solid"/>
            <a:round/>
            <a:headEnd type="none" w="sm" len="sm"/>
            <a:tailEnd type="none" w="sm" len="sm"/>
          </a:ln>
        </p:spPr>
      </p:pic>
      <p:pic>
        <p:nvPicPr>
          <p:cNvPr id="2233" name="Google Shape;2233;p226"/>
          <p:cNvPicPr preferRelativeResize="0"/>
          <p:nvPr/>
        </p:nvPicPr>
        <p:blipFill>
          <a:blip r:embed="rId5">
            <a:alphaModFix/>
          </a:blip>
          <a:stretch>
            <a:fillRect/>
          </a:stretch>
        </p:blipFill>
        <p:spPr>
          <a:xfrm>
            <a:off x="5551751" y="1459100"/>
            <a:ext cx="2656500" cy="3433899"/>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227"/>
          <p:cNvSpPr txBox="1"/>
          <p:nvPr/>
        </p:nvSpPr>
        <p:spPr>
          <a:xfrm>
            <a:off x="101600" y="814425"/>
            <a:ext cx="38442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Pulse Survey</a:t>
            </a:r>
            <a:endParaRPr sz="1800" b="1" i="1" u="none" strike="noStrike" cap="none">
              <a:solidFill>
                <a:srgbClr val="000000"/>
              </a:solidFill>
              <a:latin typeface="Georgia"/>
              <a:ea typeface="Georgia"/>
              <a:cs typeface="Georgia"/>
              <a:sym typeface="Georgia"/>
            </a:endParaRPr>
          </a:p>
        </p:txBody>
      </p:sp>
      <p:sp>
        <p:nvSpPr>
          <p:cNvPr id="2239" name="Google Shape;2239;p227"/>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3</a:t>
            </a:fld>
            <a:endParaRPr/>
          </a:p>
        </p:txBody>
      </p:sp>
      <p:sp>
        <p:nvSpPr>
          <p:cNvPr id="2240" name="Google Shape;2240;p227"/>
          <p:cNvSpPr txBox="1"/>
          <p:nvPr/>
        </p:nvSpPr>
        <p:spPr>
          <a:xfrm>
            <a:off x="309637" y="1622118"/>
            <a:ext cx="34518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Pulse Survey is a tool used to capture a quick snapshot of stakeholder sentiment before or after a change. It captures important information for analysis by job role, department and other relevant identifications.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allowing the change team to gather important insights into how well stakeholders understand and accept the change. The data can also be analyzed to better understand the sentiment of specific stakeholder groups and refine messaging throughout the course of the project.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Pulse Survey</a:t>
            </a:r>
            <a:endParaRPr sz="1200" b="1" i="1" u="none" strike="noStrike" cap="none">
              <a:solidFill>
                <a:schemeClr val="dk2"/>
              </a:solidFill>
              <a:highlight>
                <a:srgbClr val="FFFF00"/>
              </a:highlight>
              <a:latin typeface="Georgia"/>
              <a:ea typeface="Georgia"/>
              <a:cs typeface="Georgia"/>
              <a:sym typeface="Georgia"/>
            </a:endParaRPr>
          </a:p>
          <a:p>
            <a:pPr marL="0" marR="0" lvl="0" indent="0" algn="l" rtl="0">
              <a:lnSpc>
                <a:spcPct val="100000"/>
              </a:lnSpc>
              <a:spcBef>
                <a:spcPts val="0"/>
              </a:spcBef>
              <a:spcAft>
                <a:spcPts val="0"/>
              </a:spcAft>
              <a:buClr>
                <a:schemeClr val="dk1"/>
              </a:buClr>
              <a:buSzPts val="1200"/>
              <a:buFont typeface="Arial"/>
              <a:buNone/>
            </a:pPr>
            <a:endParaRPr sz="1200" b="1" i="1" u="none" strike="noStrike" cap="none">
              <a:solidFill>
                <a:schemeClr val="dk2"/>
              </a:solidFill>
              <a:highlight>
                <a:srgbClr val="FFFF00"/>
              </a:highlight>
              <a:latin typeface="Georgia"/>
              <a:ea typeface="Georgia"/>
              <a:cs typeface="Georgia"/>
              <a:sym typeface="Georgia"/>
            </a:endParaRPr>
          </a:p>
          <a:p>
            <a:pPr marL="0" marR="0" lvl="0" indent="0" algn="l" rtl="0">
              <a:lnSpc>
                <a:spcPct val="100000"/>
              </a:lnSpc>
              <a:spcBef>
                <a:spcPts val="0"/>
              </a:spcBef>
              <a:spcAft>
                <a:spcPts val="0"/>
              </a:spcAft>
              <a:buClr>
                <a:schemeClr val="dk1"/>
              </a:buClr>
              <a:buSzPts val="1200"/>
              <a:buFont typeface="Arial"/>
              <a:buNone/>
            </a:pPr>
            <a:endParaRPr sz="1200" b="1" i="1" u="none" strike="noStrike" cap="none">
              <a:solidFill>
                <a:schemeClr val="dk2"/>
              </a:solidFill>
              <a:highlight>
                <a:srgbClr val="FFFF00"/>
              </a:highlight>
              <a:latin typeface="Georgia"/>
              <a:ea typeface="Georgia"/>
              <a:cs typeface="Georgia"/>
              <a:sym typeface="Georgia"/>
            </a:endParaRPr>
          </a:p>
        </p:txBody>
      </p:sp>
      <p:sp>
        <p:nvSpPr>
          <p:cNvPr id="2241" name="Google Shape;2241;p227"/>
          <p:cNvSpPr/>
          <p:nvPr/>
        </p:nvSpPr>
        <p:spPr>
          <a:xfrm>
            <a:off x="0" y="1253128"/>
            <a:ext cx="3657600" cy="2709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Communications</a:t>
            </a:r>
            <a:endParaRPr sz="1200" b="1" i="1" u="none" strike="noStrike" cap="none">
              <a:solidFill>
                <a:schemeClr val="lt1"/>
              </a:solidFill>
              <a:latin typeface="Georgia"/>
              <a:ea typeface="Georgia"/>
              <a:cs typeface="Georgia"/>
              <a:sym typeface="Georgia"/>
            </a:endParaRPr>
          </a:p>
        </p:txBody>
      </p:sp>
      <p:sp>
        <p:nvSpPr>
          <p:cNvPr id="2242" name="Google Shape;2242;p227"/>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Pulse Survey: capture stakeholder sentiment regarding the change</a:t>
            </a:r>
            <a:endParaRPr/>
          </a:p>
        </p:txBody>
      </p:sp>
      <p:pic>
        <p:nvPicPr>
          <p:cNvPr id="2243" name="Google Shape;2243;p227"/>
          <p:cNvPicPr preferRelativeResize="0"/>
          <p:nvPr/>
        </p:nvPicPr>
        <p:blipFill rotWithShape="1">
          <a:blip r:embed="rId4">
            <a:alphaModFix/>
          </a:blip>
          <a:srcRect t="12365"/>
          <a:stretch/>
        </p:blipFill>
        <p:spPr>
          <a:xfrm>
            <a:off x="4594302" y="1182029"/>
            <a:ext cx="3499640" cy="323700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7"/>
        <p:cNvGrpSpPr/>
        <p:nvPr/>
      </p:nvGrpSpPr>
      <p:grpSpPr>
        <a:xfrm>
          <a:off x="0" y="0"/>
          <a:ext cx="0" cy="0"/>
          <a:chOff x="0" y="0"/>
          <a:chExt cx="0" cy="0"/>
        </a:xfrm>
      </p:grpSpPr>
      <p:pic>
        <p:nvPicPr>
          <p:cNvPr id="2248" name="Google Shape;2248;p228"/>
          <p:cNvPicPr preferRelativeResize="0"/>
          <p:nvPr/>
        </p:nvPicPr>
        <p:blipFill>
          <a:blip r:embed="rId3">
            <a:alphaModFix/>
          </a:blip>
          <a:stretch>
            <a:fillRect/>
          </a:stretch>
        </p:blipFill>
        <p:spPr>
          <a:xfrm>
            <a:off x="3872256" y="1189375"/>
            <a:ext cx="4561216" cy="2624450"/>
          </a:xfrm>
          <a:prstGeom prst="rect">
            <a:avLst/>
          </a:prstGeom>
          <a:noFill/>
          <a:ln w="9525" cap="flat" cmpd="sng">
            <a:solidFill>
              <a:schemeClr val="dk2"/>
            </a:solidFill>
            <a:prstDash val="solid"/>
            <a:round/>
            <a:headEnd type="none" w="sm" len="sm"/>
            <a:tailEnd type="none" w="sm" len="sm"/>
          </a:ln>
        </p:spPr>
      </p:pic>
      <p:sp>
        <p:nvSpPr>
          <p:cNvPr id="2249" name="Google Shape;2249;p228"/>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Training Needs Assessment</a:t>
            </a:r>
            <a:endParaRPr sz="1800" b="1" i="1" u="none" strike="noStrike" cap="none">
              <a:solidFill>
                <a:srgbClr val="000000"/>
              </a:solidFill>
              <a:latin typeface="Georgia"/>
              <a:ea typeface="Georgia"/>
              <a:cs typeface="Georgia"/>
              <a:sym typeface="Georgia"/>
            </a:endParaRPr>
          </a:p>
        </p:txBody>
      </p:sp>
      <p:sp>
        <p:nvSpPr>
          <p:cNvPr id="2250" name="Google Shape;2250;p228"/>
          <p:cNvSpPr txBox="1">
            <a:spLocks noGrp="1"/>
          </p:cNvSpPr>
          <p:nvPr>
            <p:ph type="title"/>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Training Needs Assessment: evaluate the required training effort </a:t>
            </a:r>
            <a:endParaRPr/>
          </a:p>
        </p:txBody>
      </p:sp>
      <p:sp>
        <p:nvSpPr>
          <p:cNvPr id="2251" name="Google Shape;2251;p228"/>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4</a:t>
            </a:fld>
            <a:endParaRPr/>
          </a:p>
        </p:txBody>
      </p:sp>
      <p:sp>
        <p:nvSpPr>
          <p:cNvPr id="2252" name="Google Shape;2252;p228"/>
          <p:cNvSpPr txBox="1"/>
          <p:nvPr/>
        </p:nvSpPr>
        <p:spPr>
          <a:xfrm>
            <a:off x="309638" y="1622118"/>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Training Needs Assessment identifies the specific changes that require training, the roles that are impacted, and the magnitude of the change impact. It also helps identify the required learning content by categorizing each change into a specific course area, track and topic.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providing the change team and client with an understanding of the training effort that will be required.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Training Needs Assessment</a:t>
            </a:r>
            <a:endParaRPr sz="1000" b="0" i="0" u="none" strike="noStrike" cap="none">
              <a:solidFill>
                <a:srgbClr val="000000"/>
              </a:solidFill>
              <a:latin typeface="Georgia"/>
              <a:ea typeface="Georgia"/>
              <a:cs typeface="Georgia"/>
              <a:sym typeface="Georgia"/>
            </a:endParaRPr>
          </a:p>
        </p:txBody>
      </p:sp>
      <p:sp>
        <p:nvSpPr>
          <p:cNvPr id="2253" name="Google Shape;2253;p228"/>
          <p:cNvSpPr/>
          <p:nvPr/>
        </p:nvSpPr>
        <p:spPr>
          <a:xfrm>
            <a:off x="0" y="1253128"/>
            <a:ext cx="3657600" cy="270872"/>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pic>
        <p:nvPicPr>
          <p:cNvPr id="2254" name="Google Shape;2254;p228"/>
          <p:cNvPicPr preferRelativeResize="0"/>
          <p:nvPr/>
        </p:nvPicPr>
        <p:blipFill rotWithShape="1">
          <a:blip r:embed="rId5">
            <a:alphaModFix/>
          </a:blip>
          <a:srcRect/>
          <a:stretch/>
        </p:blipFill>
        <p:spPr>
          <a:xfrm>
            <a:off x="4231888" y="1814619"/>
            <a:ext cx="4755480" cy="262444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229"/>
          <p:cNvSpPr txBox="1"/>
          <p:nvPr/>
        </p:nvSpPr>
        <p:spPr>
          <a:xfrm>
            <a:off x="101600" y="814425"/>
            <a:ext cx="328773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Training Strategy</a:t>
            </a:r>
            <a:endParaRPr sz="1800" b="1" i="1" u="none" strike="noStrike" cap="none">
              <a:solidFill>
                <a:srgbClr val="000000"/>
              </a:solidFill>
              <a:latin typeface="Georgia"/>
              <a:ea typeface="Georgia"/>
              <a:cs typeface="Georgia"/>
              <a:sym typeface="Georgia"/>
            </a:endParaRPr>
          </a:p>
        </p:txBody>
      </p:sp>
      <p:sp>
        <p:nvSpPr>
          <p:cNvPr id="2260" name="Google Shape;2260;p229"/>
          <p:cNvSpPr txBox="1">
            <a:spLocks noGrp="1"/>
          </p:cNvSpPr>
          <p:nvPr>
            <p:ph type="title"/>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Training Strategy: craft an approach for training users on the platform</a:t>
            </a:r>
            <a:endParaRPr/>
          </a:p>
        </p:txBody>
      </p:sp>
      <p:sp>
        <p:nvSpPr>
          <p:cNvPr id="2261" name="Google Shape;2261;p229"/>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5</a:t>
            </a:fld>
            <a:endParaRPr/>
          </a:p>
        </p:txBody>
      </p:sp>
      <p:sp>
        <p:nvSpPr>
          <p:cNvPr id="2262" name="Google Shape;2262;p229"/>
          <p:cNvSpPr txBox="1"/>
          <p:nvPr/>
        </p:nvSpPr>
        <p:spPr>
          <a:xfrm>
            <a:off x="309650" y="1622125"/>
            <a:ext cx="31611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Training Strategy establishes a plan for how to train specific user groups. It establishes a training approach and methodology, identifies impacted end users, and determines the training portfolio. To measure success, the strategy also includes adoption KPIs and specifies a timeline and next steps.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creating an overall guide for training that the project team can refer to over the course of the project. It aligns expectations and sets context for the specific materials development and logistics that follow.</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Training Strategy</a:t>
            </a:r>
            <a:endParaRPr sz="1000" b="0" i="0" u="none" strike="noStrike" cap="none">
              <a:solidFill>
                <a:srgbClr val="000000"/>
              </a:solidFill>
              <a:latin typeface="Georgia"/>
              <a:ea typeface="Georgia"/>
              <a:cs typeface="Georgia"/>
              <a:sym typeface="Georgia"/>
            </a:endParaRPr>
          </a:p>
        </p:txBody>
      </p:sp>
      <p:sp>
        <p:nvSpPr>
          <p:cNvPr id="2263" name="Google Shape;2263;p229"/>
          <p:cNvSpPr/>
          <p:nvPr/>
        </p:nvSpPr>
        <p:spPr>
          <a:xfrm>
            <a:off x="0" y="1253128"/>
            <a:ext cx="3657600" cy="270872"/>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pic>
        <p:nvPicPr>
          <p:cNvPr id="2264" name="Google Shape;2264;p229"/>
          <p:cNvPicPr preferRelativeResize="0"/>
          <p:nvPr/>
        </p:nvPicPr>
        <p:blipFill rotWithShape="1">
          <a:blip r:embed="rId4">
            <a:alphaModFix/>
          </a:blip>
          <a:srcRect/>
          <a:stretch/>
        </p:blipFill>
        <p:spPr>
          <a:xfrm>
            <a:off x="3961759" y="1399363"/>
            <a:ext cx="4773779" cy="266335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8"/>
        <p:cNvGrpSpPr/>
        <p:nvPr/>
      </p:nvGrpSpPr>
      <p:grpSpPr>
        <a:xfrm>
          <a:off x="0" y="0"/>
          <a:ext cx="0" cy="0"/>
          <a:chOff x="0" y="0"/>
          <a:chExt cx="0" cy="0"/>
        </a:xfrm>
      </p:grpSpPr>
      <p:sp>
        <p:nvSpPr>
          <p:cNvPr id="2269" name="Google Shape;2269;p230"/>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Training Plan</a:t>
            </a:r>
            <a:endParaRPr sz="1800" b="1" i="1" u="none" strike="noStrike" cap="none">
              <a:solidFill>
                <a:srgbClr val="000000"/>
              </a:solidFill>
              <a:latin typeface="Georgia"/>
              <a:ea typeface="Georgia"/>
              <a:cs typeface="Georgia"/>
              <a:sym typeface="Georgia"/>
            </a:endParaRPr>
          </a:p>
        </p:txBody>
      </p:sp>
      <p:sp>
        <p:nvSpPr>
          <p:cNvPr id="2270" name="Google Shape;2270;p230"/>
          <p:cNvSpPr txBox="1">
            <a:spLocks noGrp="1"/>
          </p:cNvSpPr>
          <p:nvPr>
            <p:ph type="title"/>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Training Plan: map out the training program with a tactical plan</a:t>
            </a:r>
            <a:endParaRPr/>
          </a:p>
        </p:txBody>
      </p:sp>
      <p:sp>
        <p:nvSpPr>
          <p:cNvPr id="2271" name="Google Shape;2271;p230"/>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6</a:t>
            </a:fld>
            <a:endParaRPr/>
          </a:p>
        </p:txBody>
      </p:sp>
      <p:sp>
        <p:nvSpPr>
          <p:cNvPr id="2272" name="Google Shape;2272;p230"/>
          <p:cNvSpPr txBox="1"/>
          <p:nvPr/>
        </p:nvSpPr>
        <p:spPr>
          <a:xfrm>
            <a:off x="309650" y="1622125"/>
            <a:ext cx="31143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Training Plan outlines the specific training milestones that must occur over the training lifecycle to educate end users on how to most effectively use the Salesforce platform. </a:t>
            </a:r>
            <a:r>
              <a:rPr lang="en" sz="1000" b="0" i="0" u="none" strike="noStrike" cap="none">
                <a:solidFill>
                  <a:schemeClr val="dk1"/>
                </a:solidFill>
                <a:latin typeface="Georgia"/>
                <a:ea typeface="Georgia"/>
                <a:cs typeface="Georgia"/>
                <a:sym typeface="Georgia"/>
              </a:rPr>
              <a:t>The plan outlines the required training materials by audience, and prescribes due dates for completion and delivery.</a:t>
            </a:r>
            <a:r>
              <a:rPr lang="en" sz="1000" b="0" i="0" u="none" strike="noStrike" cap="none">
                <a:solidFill>
                  <a:srgbClr val="000000"/>
                </a:solidFill>
                <a:latin typeface="Georgia"/>
                <a:ea typeface="Georgia"/>
                <a:cs typeface="Georgia"/>
                <a:sym typeface="Georgia"/>
              </a:rPr>
              <a:t>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creating a tactical plan that can be utilized to track the progress of the training program and measure its success.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Training Plan</a:t>
            </a:r>
            <a:endParaRPr sz="1000" b="0" i="0" u="none" strike="noStrike" cap="none">
              <a:solidFill>
                <a:srgbClr val="000000"/>
              </a:solidFill>
              <a:latin typeface="Georgia"/>
              <a:ea typeface="Georgia"/>
              <a:cs typeface="Georgia"/>
              <a:sym typeface="Georgia"/>
            </a:endParaRPr>
          </a:p>
        </p:txBody>
      </p:sp>
      <p:sp>
        <p:nvSpPr>
          <p:cNvPr id="2273" name="Google Shape;2273;p230"/>
          <p:cNvSpPr/>
          <p:nvPr/>
        </p:nvSpPr>
        <p:spPr>
          <a:xfrm>
            <a:off x="0" y="1253128"/>
            <a:ext cx="3657600" cy="270872"/>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pic>
        <p:nvPicPr>
          <p:cNvPr id="2274" name="Google Shape;2274;p230"/>
          <p:cNvPicPr preferRelativeResize="0"/>
          <p:nvPr/>
        </p:nvPicPr>
        <p:blipFill rotWithShape="1">
          <a:blip r:embed="rId4">
            <a:alphaModFix/>
          </a:blip>
          <a:srcRect/>
          <a:stretch/>
        </p:blipFill>
        <p:spPr>
          <a:xfrm>
            <a:off x="3945880" y="1253128"/>
            <a:ext cx="4223580" cy="2352232"/>
          </a:xfrm>
          <a:prstGeom prst="rect">
            <a:avLst/>
          </a:prstGeom>
          <a:noFill/>
          <a:ln w="9525" cap="flat" cmpd="sng">
            <a:solidFill>
              <a:schemeClr val="accent1"/>
            </a:solidFill>
            <a:prstDash val="solid"/>
            <a:round/>
            <a:headEnd type="none" w="sm" len="sm"/>
            <a:tailEnd type="none" w="sm" len="sm"/>
          </a:ln>
        </p:spPr>
      </p:pic>
      <p:pic>
        <p:nvPicPr>
          <p:cNvPr id="2275" name="Google Shape;2275;p230"/>
          <p:cNvPicPr preferRelativeResize="0"/>
          <p:nvPr/>
        </p:nvPicPr>
        <p:blipFill rotWithShape="1">
          <a:blip r:embed="rId5">
            <a:alphaModFix/>
          </a:blip>
          <a:srcRect/>
          <a:stretch/>
        </p:blipFill>
        <p:spPr>
          <a:xfrm>
            <a:off x="4330511" y="2331147"/>
            <a:ext cx="4208668" cy="232240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sp>
        <p:nvSpPr>
          <p:cNvPr id="2280" name="Google Shape;2280;p231"/>
          <p:cNvSpPr txBox="1"/>
          <p:nvPr/>
        </p:nvSpPr>
        <p:spPr>
          <a:xfrm>
            <a:off x="101600" y="814425"/>
            <a:ext cx="50550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Instructor-Led Training</a:t>
            </a:r>
            <a:endParaRPr sz="1800" b="1" i="1" u="none" strike="noStrike" cap="none">
              <a:solidFill>
                <a:srgbClr val="000000"/>
              </a:solidFill>
              <a:latin typeface="Georgia"/>
              <a:ea typeface="Georgia"/>
              <a:cs typeface="Georgia"/>
              <a:sym typeface="Georgia"/>
            </a:endParaRPr>
          </a:p>
        </p:txBody>
      </p:sp>
      <p:sp>
        <p:nvSpPr>
          <p:cNvPr id="2281" name="Google Shape;2281;p23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7</a:t>
            </a:fld>
            <a:endParaRPr/>
          </a:p>
        </p:txBody>
      </p:sp>
      <p:sp>
        <p:nvSpPr>
          <p:cNvPr id="2282" name="Google Shape;2282;p231"/>
          <p:cNvSpPr txBox="1"/>
          <p:nvPr/>
        </p:nvSpPr>
        <p:spPr>
          <a:xfrm>
            <a:off x="309650" y="1622125"/>
            <a:ext cx="3520800" cy="1868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none" strike="noStrike" cap="none">
                <a:solidFill>
                  <a:srgbClr val="000000"/>
                </a:solidFill>
                <a:latin typeface="Georgia"/>
                <a:ea typeface="Georgia"/>
                <a:cs typeface="Georgia"/>
                <a:sym typeface="Georgia"/>
              </a:rPr>
              <a:t>Instructor-Led Training </a:t>
            </a:r>
            <a:r>
              <a:rPr lang="en" sz="1000">
                <a:solidFill>
                  <a:schemeClr val="dk1"/>
                </a:solidFill>
                <a:latin typeface="Georgia"/>
                <a:ea typeface="Georgia"/>
                <a:cs typeface="Georgia"/>
                <a:sym typeface="Georgia"/>
              </a:rPr>
              <a:t>is used to teach Salesforce functionality and desired behaviors to end users. This type of training is delivered live, either in-person or virtually, and is often comprised of several modules for new Salesforce users.</a:t>
            </a:r>
            <a:r>
              <a:rPr lang="en" sz="1000" b="1">
                <a:solidFill>
                  <a:schemeClr val="dk1"/>
                </a:solidFill>
                <a:latin typeface="Georgia"/>
                <a:ea typeface="Georgia"/>
                <a:cs typeface="Georgia"/>
                <a:sym typeface="Georgia"/>
              </a:rPr>
              <a:t>  Our ready-made user adoption journey features 5 modules</a:t>
            </a:r>
            <a:r>
              <a:rPr lang="en" sz="1000">
                <a:solidFill>
                  <a:schemeClr val="dk1"/>
                </a:solidFill>
                <a:latin typeface="Georgia"/>
                <a:ea typeface="Georgia"/>
                <a:cs typeface="Georgia"/>
                <a:sym typeface="Georgia"/>
              </a:rPr>
              <a:t> (all with associated job aids): Basic Foundations, Lead Management, Account Management, Opportunity Management and Reports &amp; Dashboards. For management level employees, there is also a module on Managing with Salesforce.</a:t>
            </a:r>
            <a:endParaRPr sz="1000" b="0" i="0" u="none" strike="noStrike" cap="none">
              <a:solidFill>
                <a:srgbClr val="000000"/>
              </a:solidFill>
              <a:latin typeface="Georgia"/>
              <a:ea typeface="Georgia"/>
              <a:cs typeface="Georgia"/>
              <a:sym typeface="Georgia"/>
            </a:endParaRPr>
          </a:p>
        </p:txBody>
      </p:sp>
      <p:sp>
        <p:nvSpPr>
          <p:cNvPr id="2283" name="Google Shape;2283;p231"/>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284" name="Google Shape;2284;p231"/>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Instructor-Led Training: educate users in-person or virtually</a:t>
            </a:r>
            <a:endParaRPr/>
          </a:p>
        </p:txBody>
      </p:sp>
      <p:pic>
        <p:nvPicPr>
          <p:cNvPr id="2285" name="Google Shape;2285;p231"/>
          <p:cNvPicPr preferRelativeResize="0"/>
          <p:nvPr/>
        </p:nvPicPr>
        <p:blipFill>
          <a:blip r:embed="rId3">
            <a:alphaModFix/>
          </a:blip>
          <a:stretch>
            <a:fillRect/>
          </a:stretch>
        </p:blipFill>
        <p:spPr>
          <a:xfrm>
            <a:off x="4124325" y="1250300"/>
            <a:ext cx="3980260" cy="2240228"/>
          </a:xfrm>
          <a:prstGeom prst="rect">
            <a:avLst/>
          </a:prstGeom>
          <a:noFill/>
          <a:ln w="9525" cap="flat" cmpd="sng">
            <a:solidFill>
              <a:schemeClr val="dk2"/>
            </a:solidFill>
            <a:prstDash val="solid"/>
            <a:round/>
            <a:headEnd type="none" w="sm" len="sm"/>
            <a:tailEnd type="none" w="sm" len="sm"/>
          </a:ln>
        </p:spPr>
      </p:pic>
      <p:pic>
        <p:nvPicPr>
          <p:cNvPr id="2286" name="Google Shape;2286;p231"/>
          <p:cNvPicPr preferRelativeResize="0"/>
          <p:nvPr/>
        </p:nvPicPr>
        <p:blipFill>
          <a:blip r:embed="rId4">
            <a:alphaModFix/>
          </a:blip>
          <a:stretch>
            <a:fillRect/>
          </a:stretch>
        </p:blipFill>
        <p:spPr>
          <a:xfrm>
            <a:off x="4526795" y="2379809"/>
            <a:ext cx="3980255" cy="2226891"/>
          </a:xfrm>
          <a:prstGeom prst="rect">
            <a:avLst/>
          </a:prstGeom>
          <a:noFill/>
          <a:ln w="9525" cap="flat" cmpd="sng">
            <a:solidFill>
              <a:schemeClr val="dk2"/>
            </a:solidFill>
            <a:prstDash val="solid"/>
            <a:round/>
            <a:headEnd type="none" w="sm" len="sm"/>
            <a:tailEnd type="none" w="sm" len="sm"/>
          </a:ln>
        </p:spPr>
      </p:pic>
      <p:sp>
        <p:nvSpPr>
          <p:cNvPr id="2287" name="Google Shape;2287;p231"/>
          <p:cNvSpPr txBox="1"/>
          <p:nvPr/>
        </p:nvSpPr>
        <p:spPr>
          <a:xfrm>
            <a:off x="309650" y="3459309"/>
            <a:ext cx="2235000" cy="171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Instructor-Led Training guides act as a tool for trainers to train end users on key changes to Salesforce functionality, as well as new business rules and processes.  </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0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5"/>
              </a:rPr>
              <a:t>EX - Instructor-Led Training</a:t>
            </a:r>
            <a:endParaRPr sz="1000" b="0" i="0" u="none" strike="noStrike" cap="none">
              <a:solidFill>
                <a:srgbClr val="000000"/>
              </a:solidFill>
              <a:latin typeface="Georgia"/>
              <a:ea typeface="Georgia"/>
              <a:cs typeface="Georgia"/>
              <a:sym typeface="Georgia"/>
            </a:endParaRPr>
          </a:p>
        </p:txBody>
      </p:sp>
      <p:sp>
        <p:nvSpPr>
          <p:cNvPr id="2288" name="Google Shape;2288;p231"/>
          <p:cNvSpPr/>
          <p:nvPr/>
        </p:nvSpPr>
        <p:spPr>
          <a:xfrm>
            <a:off x="2522469" y="3902855"/>
            <a:ext cx="1740300" cy="813300"/>
          </a:xfrm>
          <a:prstGeom prst="wedgeRoundRectCallout">
            <a:avLst>
              <a:gd name="adj1" fmla="val -37839"/>
              <a:gd name="adj2" fmla="val -92361"/>
              <a:gd name="adj3" fmla="val 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i="1">
                <a:solidFill>
                  <a:srgbClr val="FFFFFF"/>
                </a:solidFill>
                <a:latin typeface="Georgia"/>
                <a:ea typeface="Georgia"/>
                <a:cs typeface="Georgia"/>
                <a:sym typeface="Georgia"/>
              </a:rPr>
              <a:t>Check out our </a:t>
            </a:r>
            <a:r>
              <a:rPr lang="en" sz="900" b="1" i="1">
                <a:solidFill>
                  <a:srgbClr val="FFFFFF"/>
                </a:solidFill>
                <a:latin typeface="Georgia"/>
                <a:ea typeface="Georgia"/>
                <a:cs typeface="Georgia"/>
                <a:sym typeface="Georgia"/>
              </a:rPr>
              <a:t>ready-made user adoption journey, </a:t>
            </a:r>
            <a:r>
              <a:rPr lang="en" sz="900" i="1">
                <a:solidFill>
                  <a:srgbClr val="FFFFFF"/>
                </a:solidFill>
                <a:latin typeface="Georgia"/>
                <a:ea typeface="Georgia"/>
                <a:cs typeface="Georgia"/>
                <a:sym typeface="Georgia"/>
              </a:rPr>
              <a:t>complete with ILT modules and job aids!</a:t>
            </a:r>
            <a:endParaRPr sz="900" i="1">
              <a:solidFill>
                <a:srgbClr val="FFFFFF"/>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2"/>
        <p:cNvGrpSpPr/>
        <p:nvPr/>
      </p:nvGrpSpPr>
      <p:grpSpPr>
        <a:xfrm>
          <a:off x="0" y="0"/>
          <a:ext cx="0" cy="0"/>
          <a:chOff x="0" y="0"/>
          <a:chExt cx="0" cy="0"/>
        </a:xfrm>
      </p:grpSpPr>
      <p:pic>
        <p:nvPicPr>
          <p:cNvPr id="2293" name="Google Shape;2293;p232"/>
          <p:cNvPicPr preferRelativeResize="0"/>
          <p:nvPr/>
        </p:nvPicPr>
        <p:blipFill>
          <a:blip r:embed="rId3">
            <a:alphaModFix/>
          </a:blip>
          <a:stretch>
            <a:fillRect/>
          </a:stretch>
        </p:blipFill>
        <p:spPr>
          <a:xfrm>
            <a:off x="4879300" y="1071875"/>
            <a:ext cx="3783893" cy="3098050"/>
          </a:xfrm>
          <a:prstGeom prst="rect">
            <a:avLst/>
          </a:prstGeom>
          <a:noFill/>
          <a:ln w="9525" cap="flat" cmpd="sng">
            <a:solidFill>
              <a:schemeClr val="dk2"/>
            </a:solidFill>
            <a:prstDash val="solid"/>
            <a:round/>
            <a:headEnd type="none" w="sm" len="sm"/>
            <a:tailEnd type="none" w="sm" len="sm"/>
          </a:ln>
        </p:spPr>
      </p:pic>
      <p:sp>
        <p:nvSpPr>
          <p:cNvPr id="2294" name="Google Shape;2294;p232"/>
          <p:cNvSpPr txBox="1"/>
          <p:nvPr/>
        </p:nvSpPr>
        <p:spPr>
          <a:xfrm>
            <a:off x="101600" y="814425"/>
            <a:ext cx="50550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Micro-Videos</a:t>
            </a:r>
            <a:endParaRPr sz="1800" b="1" i="1" u="none" strike="noStrike" cap="none">
              <a:solidFill>
                <a:srgbClr val="000000"/>
              </a:solidFill>
              <a:latin typeface="Georgia"/>
              <a:ea typeface="Georgia"/>
              <a:cs typeface="Georgia"/>
              <a:sym typeface="Georgia"/>
            </a:endParaRPr>
          </a:p>
        </p:txBody>
      </p:sp>
      <p:sp>
        <p:nvSpPr>
          <p:cNvPr id="2295" name="Google Shape;2295;p23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8</a:t>
            </a:fld>
            <a:endParaRPr/>
          </a:p>
        </p:txBody>
      </p:sp>
      <p:sp>
        <p:nvSpPr>
          <p:cNvPr id="2296" name="Google Shape;2296;p232"/>
          <p:cNvSpPr txBox="1"/>
          <p:nvPr/>
        </p:nvSpPr>
        <p:spPr>
          <a:xfrm>
            <a:off x="309649" y="1622125"/>
            <a:ext cx="30984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Micro-Videos are visual demonstrations of how to execute specific actions on the new platform. They are often delivered to end users via email communications or posted on a training hub so that users can easily access and view the videos when needed.</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Micro-Videos enable learning by </a:t>
            </a:r>
            <a:r>
              <a:rPr lang="en" sz="1000" b="0" i="1" u="none" strike="noStrike" cap="none">
                <a:solidFill>
                  <a:schemeClr val="dk1"/>
                </a:solidFill>
                <a:latin typeface="Georgia"/>
                <a:ea typeface="Georgia"/>
                <a:cs typeface="Georgia"/>
                <a:sym typeface="Georgia"/>
              </a:rPr>
              <a:t>showing,</a:t>
            </a:r>
            <a:r>
              <a:rPr lang="en" sz="1000" b="0" i="0" u="none" strike="noStrike" cap="none">
                <a:solidFill>
                  <a:schemeClr val="dk1"/>
                </a:solidFill>
                <a:latin typeface="Georgia"/>
                <a:ea typeface="Georgia"/>
                <a:cs typeface="Georgia"/>
                <a:sym typeface="Georgia"/>
              </a:rPr>
              <a:t> not telling. Learners can replicate the exact actions by watching the videos. Recorded trainings allow for flexibility, as they can be accessed by end users at all times. </a:t>
            </a: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Micro-Videos and Scr</a:t>
            </a:r>
            <a:r>
              <a:rPr lang="en" sz="1000" u="sng">
                <a:solidFill>
                  <a:schemeClr val="hlink"/>
                </a:solidFill>
                <a:latin typeface="Georgia"/>
                <a:ea typeface="Georgia"/>
                <a:cs typeface="Georgia"/>
                <a:sym typeface="Georgia"/>
                <a:hlinkClick r:id="rId4"/>
              </a:rPr>
              <a:t>ipt</a:t>
            </a:r>
            <a:r>
              <a:rPr lang="en" sz="1000" b="0" i="0" u="sng" strike="noStrike" cap="none">
                <a:solidFill>
                  <a:schemeClr val="hlink"/>
                </a:solidFill>
                <a:latin typeface="Georgia"/>
                <a:ea typeface="Georgia"/>
                <a:cs typeface="Georgia"/>
                <a:sym typeface="Georgia"/>
                <a:hlinkClick r:id="rId4"/>
              </a:rPr>
              <a:t>s</a:t>
            </a:r>
            <a:endParaRPr sz="1000">
              <a:latin typeface="Georgia"/>
              <a:ea typeface="Georgia"/>
              <a:cs typeface="Georgia"/>
              <a:sym typeface="Georgia"/>
            </a:endParaRPr>
          </a:p>
        </p:txBody>
      </p:sp>
      <p:sp>
        <p:nvSpPr>
          <p:cNvPr id="2297" name="Google Shape;2297;p232"/>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298" name="Google Shape;2298;p232"/>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Micro-Videos: create visual demonstrations of specific actions</a:t>
            </a:r>
            <a:endParaRPr/>
          </a:p>
        </p:txBody>
      </p:sp>
      <p:sp>
        <p:nvSpPr>
          <p:cNvPr id="2299" name="Google Shape;2299;p232"/>
          <p:cNvSpPr txBox="1"/>
          <p:nvPr/>
        </p:nvSpPr>
        <p:spPr>
          <a:xfrm>
            <a:off x="298300" y="4716619"/>
            <a:ext cx="8393700" cy="2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i="1">
                <a:solidFill>
                  <a:schemeClr val="dk2"/>
                </a:solidFill>
                <a:latin typeface="Georgia"/>
                <a:ea typeface="Georgia"/>
                <a:cs typeface="Georgia"/>
                <a:sym typeface="Georgia"/>
              </a:rPr>
              <a:t>NOTE:</a:t>
            </a:r>
            <a:r>
              <a:rPr lang="en" sz="1000" i="1">
                <a:solidFill>
                  <a:schemeClr val="dk2"/>
                </a:solidFill>
                <a:latin typeface="Georgia"/>
                <a:ea typeface="Georgia"/>
                <a:cs typeface="Georgia"/>
                <a:sym typeface="Georgia"/>
              </a:rPr>
              <a:t> The provided videos are for reference only. It is expected that you will work with your clients to develop customized videos accordingly.</a:t>
            </a:r>
            <a:endParaRPr sz="1000" i="1">
              <a:solidFill>
                <a:schemeClr val="dk2"/>
              </a:solidFill>
              <a:latin typeface="Georgia"/>
              <a:ea typeface="Georgia"/>
              <a:cs typeface="Georgia"/>
              <a:sym typeface="Georgia"/>
            </a:endParaRPr>
          </a:p>
        </p:txBody>
      </p:sp>
      <p:pic>
        <p:nvPicPr>
          <p:cNvPr id="2300" name="Google Shape;2300;p232"/>
          <p:cNvPicPr preferRelativeResize="0"/>
          <p:nvPr/>
        </p:nvPicPr>
        <p:blipFill>
          <a:blip r:embed="rId5">
            <a:alphaModFix/>
          </a:blip>
          <a:stretch>
            <a:fillRect/>
          </a:stretch>
        </p:blipFill>
        <p:spPr>
          <a:xfrm>
            <a:off x="3645910" y="2390443"/>
            <a:ext cx="4740200" cy="2098449"/>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4"/>
        <p:cNvGrpSpPr/>
        <p:nvPr/>
      </p:nvGrpSpPr>
      <p:grpSpPr>
        <a:xfrm>
          <a:off x="0" y="0"/>
          <a:ext cx="0" cy="0"/>
          <a:chOff x="0" y="0"/>
          <a:chExt cx="0" cy="0"/>
        </a:xfrm>
      </p:grpSpPr>
      <p:sp>
        <p:nvSpPr>
          <p:cNvPr id="2305" name="Google Shape;2305;p233"/>
          <p:cNvSpPr txBox="1"/>
          <p:nvPr/>
        </p:nvSpPr>
        <p:spPr>
          <a:xfrm>
            <a:off x="101600" y="814425"/>
            <a:ext cx="50550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Quick Reference Guides</a:t>
            </a:r>
            <a:endParaRPr sz="1800" b="1" i="1" u="none" strike="noStrike" cap="none">
              <a:solidFill>
                <a:srgbClr val="000000"/>
              </a:solidFill>
              <a:latin typeface="Georgia"/>
              <a:ea typeface="Georgia"/>
              <a:cs typeface="Georgia"/>
              <a:sym typeface="Georgia"/>
            </a:endParaRPr>
          </a:p>
        </p:txBody>
      </p:sp>
      <p:sp>
        <p:nvSpPr>
          <p:cNvPr id="2306" name="Google Shape;2306;p23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9</a:t>
            </a:fld>
            <a:endParaRPr/>
          </a:p>
        </p:txBody>
      </p:sp>
      <p:sp>
        <p:nvSpPr>
          <p:cNvPr id="2307" name="Google Shape;2307;p233"/>
          <p:cNvSpPr txBox="1"/>
          <p:nvPr/>
        </p:nvSpPr>
        <p:spPr>
          <a:xfrm>
            <a:off x="309638" y="1622118"/>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A Quick Reference Guides is a form of on-demand training that educates end users on key features, options, and methods of working with Salesforce. Guides are often visual and provide an overview on what’s changing, what that looks like, and what the impacts of that change are.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Quick Reference Guides act as self-service tools and provide quick, on-demand support for specific actions, enabling end users to quickly locate and receive the guidance they need. </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Quick Reference Guides</a:t>
            </a:r>
            <a:endParaRPr sz="1000" b="0" i="0" u="none" strike="noStrike" cap="none">
              <a:solidFill>
                <a:srgbClr val="000000"/>
              </a:solidFill>
              <a:latin typeface="Georgia"/>
              <a:ea typeface="Georgia"/>
              <a:cs typeface="Georgia"/>
              <a:sym typeface="Georgia"/>
            </a:endParaRPr>
          </a:p>
        </p:txBody>
      </p:sp>
      <p:sp>
        <p:nvSpPr>
          <p:cNvPr id="2308" name="Google Shape;2308;p233"/>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309" name="Google Shape;2309;p233"/>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Quick Reference Guides: provide on-demand content to users</a:t>
            </a:r>
            <a:endParaRPr/>
          </a:p>
        </p:txBody>
      </p:sp>
      <p:pic>
        <p:nvPicPr>
          <p:cNvPr id="2310" name="Google Shape;2310;p233"/>
          <p:cNvPicPr preferRelativeResize="0"/>
          <p:nvPr/>
        </p:nvPicPr>
        <p:blipFill rotWithShape="1">
          <a:blip r:embed="rId4">
            <a:alphaModFix/>
          </a:blip>
          <a:srcRect/>
          <a:stretch/>
        </p:blipFill>
        <p:spPr>
          <a:xfrm>
            <a:off x="5117302" y="1004377"/>
            <a:ext cx="3166995" cy="3007624"/>
          </a:xfrm>
          <a:prstGeom prst="rect">
            <a:avLst/>
          </a:prstGeom>
          <a:noFill/>
          <a:ln w="9525" cap="flat" cmpd="sng">
            <a:solidFill>
              <a:schemeClr val="accent1"/>
            </a:solidFill>
            <a:prstDash val="solid"/>
            <a:round/>
            <a:headEnd type="none" w="sm" len="sm"/>
            <a:tailEnd type="none" w="sm" len="sm"/>
          </a:ln>
        </p:spPr>
      </p:pic>
      <p:pic>
        <p:nvPicPr>
          <p:cNvPr id="2311" name="Google Shape;2311;p233"/>
          <p:cNvPicPr preferRelativeResize="0"/>
          <p:nvPr/>
        </p:nvPicPr>
        <p:blipFill rotWithShape="1">
          <a:blip r:embed="rId5">
            <a:alphaModFix/>
          </a:blip>
          <a:srcRect/>
          <a:stretch/>
        </p:blipFill>
        <p:spPr>
          <a:xfrm>
            <a:off x="4335726" y="1600225"/>
            <a:ext cx="2464650" cy="319157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5"/>
        <p:cNvGrpSpPr/>
        <p:nvPr/>
      </p:nvGrpSpPr>
      <p:grpSpPr>
        <a:xfrm>
          <a:off x="0" y="0"/>
          <a:ext cx="0" cy="0"/>
          <a:chOff x="0" y="0"/>
          <a:chExt cx="0" cy="0"/>
        </a:xfrm>
      </p:grpSpPr>
      <p:sp>
        <p:nvSpPr>
          <p:cNvPr id="2316" name="Google Shape;2316;p234"/>
          <p:cNvSpPr txBox="1"/>
          <p:nvPr/>
        </p:nvSpPr>
        <p:spPr>
          <a:xfrm>
            <a:off x="101600" y="814425"/>
            <a:ext cx="328773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Job Aids</a:t>
            </a:r>
            <a:endParaRPr sz="1800" b="1" i="1" u="none" strike="noStrike" cap="none">
              <a:solidFill>
                <a:srgbClr val="000000"/>
              </a:solidFill>
              <a:latin typeface="Georgia"/>
              <a:ea typeface="Georgia"/>
              <a:cs typeface="Georgia"/>
              <a:sym typeface="Georgia"/>
            </a:endParaRPr>
          </a:p>
        </p:txBody>
      </p:sp>
      <p:sp>
        <p:nvSpPr>
          <p:cNvPr id="2317" name="Google Shape;2317;p23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10</a:t>
            </a:fld>
            <a:endParaRPr/>
          </a:p>
        </p:txBody>
      </p:sp>
      <p:sp>
        <p:nvSpPr>
          <p:cNvPr id="2318" name="Google Shape;2318;p234"/>
          <p:cNvSpPr txBox="1"/>
          <p:nvPr/>
        </p:nvSpPr>
        <p:spPr>
          <a:xfrm>
            <a:off x="309650" y="1622125"/>
            <a:ext cx="31644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Job Aids are repositories of relevant information that end users can refer to on-the-job to direct, guide and enhance their job-related tasks and processes.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Jobs Aids add value by directly supporting performance in real-time for end users. Job Aids also act as a complementary resource to training, helping end users retain information.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Job Aids</a:t>
            </a:r>
            <a:endParaRPr sz="1000" b="0" i="0" u="none" strike="noStrike" cap="none">
              <a:solidFill>
                <a:srgbClr val="000000"/>
              </a:solidFill>
              <a:latin typeface="Georgia"/>
              <a:ea typeface="Georgia"/>
              <a:cs typeface="Georgia"/>
              <a:sym typeface="Georgia"/>
            </a:endParaRPr>
          </a:p>
        </p:txBody>
      </p:sp>
      <p:sp>
        <p:nvSpPr>
          <p:cNvPr id="2319" name="Google Shape;2319;p234"/>
          <p:cNvSpPr/>
          <p:nvPr/>
        </p:nvSpPr>
        <p:spPr>
          <a:xfrm>
            <a:off x="0" y="1253128"/>
            <a:ext cx="3657600" cy="270872"/>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320" name="Google Shape;2320;p234"/>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Job Aids: support on-the-job application with a reference tool</a:t>
            </a:r>
            <a:endParaRPr/>
          </a:p>
        </p:txBody>
      </p:sp>
      <p:pic>
        <p:nvPicPr>
          <p:cNvPr id="2321" name="Google Shape;2321;p234"/>
          <p:cNvPicPr preferRelativeResize="0"/>
          <p:nvPr/>
        </p:nvPicPr>
        <p:blipFill rotWithShape="1">
          <a:blip r:embed="rId4">
            <a:alphaModFix/>
          </a:blip>
          <a:srcRect/>
          <a:stretch/>
        </p:blipFill>
        <p:spPr>
          <a:xfrm>
            <a:off x="4241477" y="1060097"/>
            <a:ext cx="4043385" cy="370991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26" name="Google Shape;2326;p235"/>
          <p:cNvSpPr txBox="1"/>
          <p:nvPr/>
        </p:nvSpPr>
        <p:spPr>
          <a:xfrm>
            <a:off x="101600" y="814425"/>
            <a:ext cx="32877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a:solidFill>
                  <a:schemeClr val="dk2"/>
                </a:solidFill>
                <a:latin typeface="Georgia"/>
                <a:ea typeface="Georgia"/>
                <a:cs typeface="Georgia"/>
                <a:sym typeface="Georgia"/>
              </a:rPr>
              <a:t>Training Hubs / Sites</a:t>
            </a:r>
            <a:endParaRPr sz="1800" b="1" i="1" u="none" strike="noStrike" cap="none">
              <a:solidFill>
                <a:srgbClr val="000000"/>
              </a:solidFill>
              <a:latin typeface="Georgia"/>
              <a:ea typeface="Georgia"/>
              <a:cs typeface="Georgia"/>
              <a:sym typeface="Georgia"/>
            </a:endParaRPr>
          </a:p>
        </p:txBody>
      </p:sp>
      <p:sp>
        <p:nvSpPr>
          <p:cNvPr id="2327" name="Google Shape;2327;p235"/>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11</a:t>
            </a:fld>
            <a:endParaRPr/>
          </a:p>
        </p:txBody>
      </p:sp>
      <p:sp>
        <p:nvSpPr>
          <p:cNvPr id="2328" name="Google Shape;2328;p235"/>
          <p:cNvSpPr txBox="1"/>
          <p:nvPr/>
        </p:nvSpPr>
        <p:spPr>
          <a:xfrm>
            <a:off x="309650" y="1622125"/>
            <a:ext cx="32259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a:latin typeface="Georgia"/>
                <a:ea typeface="Georgia"/>
                <a:cs typeface="Georgia"/>
                <a:sym typeface="Georgia"/>
              </a:rPr>
              <a:t>Training Hubs and Sites aggregate key training materials and documents in one place, organized by category, process or type of asset. </a:t>
            </a:r>
            <a:endParaRPr/>
          </a:p>
          <a:p>
            <a:pPr marL="0" marR="0" lvl="0" indent="0" algn="l" rtl="0">
              <a:lnSpc>
                <a:spcPct val="100000"/>
              </a:lnSpc>
              <a:spcBef>
                <a:spcPts val="0"/>
              </a:spcBef>
              <a:spcAft>
                <a:spcPts val="0"/>
              </a:spcAft>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a:solidFill>
                  <a:schemeClr val="dk1"/>
                </a:solidFill>
                <a:latin typeface="Georgia"/>
                <a:ea typeface="Georgia"/>
                <a:cs typeface="Georgia"/>
                <a:sym typeface="Georgia"/>
              </a:rPr>
              <a:t>This deliverable adds value by gathering all training assets in one place for easy access and reference by end users. </a:t>
            </a:r>
            <a:endParaRPr/>
          </a:p>
          <a:p>
            <a:pPr marL="0" marR="0" lvl="0" indent="0" algn="l" rtl="0">
              <a:lnSpc>
                <a:spcPct val="100000"/>
              </a:lnSpc>
              <a:spcBef>
                <a:spcPts val="0"/>
              </a:spcBef>
              <a:spcAft>
                <a:spcPts val="0"/>
              </a:spcAft>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Training Hubs / Sites</a:t>
            </a:r>
            <a:endParaRPr sz="1000">
              <a:latin typeface="Georgia"/>
              <a:ea typeface="Georgia"/>
              <a:cs typeface="Georgia"/>
              <a:sym typeface="Georgia"/>
            </a:endParaRPr>
          </a:p>
        </p:txBody>
      </p:sp>
      <p:sp>
        <p:nvSpPr>
          <p:cNvPr id="2329" name="Google Shape;2329;p235"/>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330" name="Google Shape;2330;p235"/>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Training Hubs / Sites: aggregate training materials for quick access</a:t>
            </a:r>
            <a:endParaRPr/>
          </a:p>
        </p:txBody>
      </p:sp>
      <p:pic>
        <p:nvPicPr>
          <p:cNvPr id="2331" name="Google Shape;2331;p235"/>
          <p:cNvPicPr preferRelativeResize="0"/>
          <p:nvPr/>
        </p:nvPicPr>
        <p:blipFill>
          <a:blip r:embed="rId4">
            <a:alphaModFix/>
          </a:blip>
          <a:stretch>
            <a:fillRect/>
          </a:stretch>
        </p:blipFill>
        <p:spPr>
          <a:xfrm>
            <a:off x="4380800" y="1253125"/>
            <a:ext cx="4284401" cy="1748900"/>
          </a:xfrm>
          <a:prstGeom prst="rect">
            <a:avLst/>
          </a:prstGeom>
          <a:noFill/>
          <a:ln w="9525" cap="flat" cmpd="sng">
            <a:solidFill>
              <a:schemeClr val="dk2"/>
            </a:solidFill>
            <a:prstDash val="solid"/>
            <a:round/>
            <a:headEnd type="none" w="sm" len="sm"/>
            <a:tailEnd type="none" w="sm" len="sm"/>
          </a:ln>
        </p:spPr>
      </p:pic>
      <p:pic>
        <p:nvPicPr>
          <p:cNvPr id="2332" name="Google Shape;2332;p235"/>
          <p:cNvPicPr preferRelativeResize="0"/>
          <p:nvPr/>
        </p:nvPicPr>
        <p:blipFill>
          <a:blip r:embed="rId5">
            <a:alphaModFix/>
          </a:blip>
          <a:stretch>
            <a:fillRect/>
          </a:stretch>
        </p:blipFill>
        <p:spPr>
          <a:xfrm>
            <a:off x="3962400" y="2075200"/>
            <a:ext cx="3963014" cy="23900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6"/>
        <p:cNvGrpSpPr/>
        <p:nvPr/>
      </p:nvGrpSpPr>
      <p:grpSpPr>
        <a:xfrm>
          <a:off x="0" y="0"/>
          <a:ext cx="0" cy="0"/>
          <a:chOff x="0" y="0"/>
          <a:chExt cx="0" cy="0"/>
        </a:xfrm>
      </p:grpSpPr>
      <p:sp>
        <p:nvSpPr>
          <p:cNvPr id="2337" name="Google Shape;2337;p236"/>
          <p:cNvSpPr txBox="1"/>
          <p:nvPr/>
        </p:nvSpPr>
        <p:spPr>
          <a:xfrm>
            <a:off x="101600" y="814425"/>
            <a:ext cx="32877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a:solidFill>
                  <a:schemeClr val="dk2"/>
                </a:solidFill>
                <a:latin typeface="Georgia"/>
                <a:ea typeface="Georgia"/>
                <a:cs typeface="Georgia"/>
                <a:sym typeface="Georgia"/>
              </a:rPr>
              <a:t>Gamification</a:t>
            </a:r>
            <a:endParaRPr sz="1800" b="1" i="1" u="none" strike="noStrike" cap="none">
              <a:solidFill>
                <a:srgbClr val="000000"/>
              </a:solidFill>
              <a:latin typeface="Georgia"/>
              <a:ea typeface="Georgia"/>
              <a:cs typeface="Georgia"/>
              <a:sym typeface="Georgia"/>
            </a:endParaRPr>
          </a:p>
        </p:txBody>
      </p:sp>
      <p:sp>
        <p:nvSpPr>
          <p:cNvPr id="2338" name="Google Shape;2338;p236"/>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12</a:t>
            </a:fld>
            <a:endParaRPr/>
          </a:p>
        </p:txBody>
      </p:sp>
      <p:sp>
        <p:nvSpPr>
          <p:cNvPr id="2339" name="Google Shape;2339;p236"/>
          <p:cNvSpPr txBox="1"/>
          <p:nvPr/>
        </p:nvSpPr>
        <p:spPr>
          <a:xfrm>
            <a:off x="309650" y="1622125"/>
            <a:ext cx="32259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a:latin typeface="Georgia"/>
                <a:ea typeface="Georgia"/>
                <a:cs typeface="Georgia"/>
                <a:sym typeface="Georgia"/>
              </a:rPr>
              <a:t>Gamification provides richer learning experiences for end users via immersive activities that directly highlight core Salesforce functionalities in an engaging way that doesn't feel like traditional training. Gamification is designed to be fun for the end user, and to reinforce key learning objectives.</a:t>
            </a:r>
            <a:endParaRPr/>
          </a:p>
          <a:p>
            <a:pPr marL="0" marR="0" lvl="0" indent="0" algn="l" rtl="0">
              <a:lnSpc>
                <a:spcPct val="100000"/>
              </a:lnSpc>
              <a:spcBef>
                <a:spcPts val="0"/>
              </a:spcBef>
              <a:spcAft>
                <a:spcPts val="0"/>
              </a:spcAft>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a:solidFill>
                  <a:schemeClr val="dk1"/>
                </a:solidFill>
                <a:latin typeface="Georgia"/>
                <a:ea typeface="Georgia"/>
                <a:cs typeface="Georgia"/>
                <a:sym typeface="Georgia"/>
              </a:rPr>
              <a:t>Gamification adds value by innovating on the delivery method of established curriculum content to create memorable and engaging experiences that accelerate end user adoption.</a:t>
            </a:r>
            <a:endParaRPr/>
          </a:p>
          <a:p>
            <a:pPr marL="0" marR="0" lvl="0" indent="0" algn="l" rtl="0">
              <a:lnSpc>
                <a:spcPct val="100000"/>
              </a:lnSpc>
              <a:spcBef>
                <a:spcPts val="0"/>
              </a:spcBef>
              <a:spcAft>
                <a:spcPts val="0"/>
              </a:spcAft>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Gamification</a:t>
            </a:r>
            <a:endParaRPr sz="1000">
              <a:latin typeface="Georgia"/>
              <a:ea typeface="Georgia"/>
              <a:cs typeface="Georgia"/>
              <a:sym typeface="Georgia"/>
            </a:endParaRPr>
          </a:p>
        </p:txBody>
      </p:sp>
      <p:sp>
        <p:nvSpPr>
          <p:cNvPr id="2340" name="Google Shape;2340;p236"/>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341" name="Google Shape;2341;p236"/>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Gamification: innovate on training delivery to accelerate adoption</a:t>
            </a:r>
            <a:endParaRPr/>
          </a:p>
        </p:txBody>
      </p:sp>
      <p:pic>
        <p:nvPicPr>
          <p:cNvPr id="2342" name="Google Shape;2342;p236"/>
          <p:cNvPicPr preferRelativeResize="0"/>
          <p:nvPr/>
        </p:nvPicPr>
        <p:blipFill>
          <a:blip r:embed="rId4">
            <a:alphaModFix/>
          </a:blip>
          <a:stretch>
            <a:fillRect/>
          </a:stretch>
        </p:blipFill>
        <p:spPr>
          <a:xfrm>
            <a:off x="4009325" y="1062575"/>
            <a:ext cx="4258017" cy="2360586"/>
          </a:xfrm>
          <a:prstGeom prst="rect">
            <a:avLst/>
          </a:prstGeom>
          <a:noFill/>
          <a:ln w="9525" cap="flat" cmpd="sng">
            <a:solidFill>
              <a:schemeClr val="dk2"/>
            </a:solidFill>
            <a:prstDash val="solid"/>
            <a:round/>
            <a:headEnd type="none" w="sm" len="sm"/>
            <a:tailEnd type="none" w="sm" len="sm"/>
          </a:ln>
        </p:spPr>
      </p:pic>
      <p:pic>
        <p:nvPicPr>
          <p:cNvPr id="2343" name="Google Shape;2343;p236"/>
          <p:cNvPicPr preferRelativeResize="0"/>
          <p:nvPr/>
        </p:nvPicPr>
        <p:blipFill>
          <a:blip r:embed="rId5">
            <a:alphaModFix/>
          </a:blip>
          <a:stretch>
            <a:fillRect/>
          </a:stretch>
        </p:blipFill>
        <p:spPr>
          <a:xfrm>
            <a:off x="4378766" y="1992602"/>
            <a:ext cx="4325498" cy="242518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7"/>
        <p:cNvGrpSpPr/>
        <p:nvPr/>
      </p:nvGrpSpPr>
      <p:grpSpPr>
        <a:xfrm>
          <a:off x="0" y="0"/>
          <a:ext cx="0" cy="0"/>
          <a:chOff x="0" y="0"/>
          <a:chExt cx="0" cy="0"/>
        </a:xfrm>
      </p:grpSpPr>
      <p:sp>
        <p:nvSpPr>
          <p:cNvPr id="2348" name="Google Shape;2348;p237"/>
          <p:cNvSpPr txBox="1"/>
          <p:nvPr/>
        </p:nvSpPr>
        <p:spPr>
          <a:xfrm>
            <a:off x="101600" y="814425"/>
            <a:ext cx="32877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Train the Trainer</a:t>
            </a:r>
            <a:endParaRPr sz="1800" b="1" i="1" u="none" strike="noStrike" cap="none">
              <a:solidFill>
                <a:srgbClr val="000000"/>
              </a:solidFill>
              <a:latin typeface="Georgia"/>
              <a:ea typeface="Georgia"/>
              <a:cs typeface="Georgia"/>
              <a:sym typeface="Georgia"/>
            </a:endParaRPr>
          </a:p>
        </p:txBody>
      </p:sp>
      <p:sp>
        <p:nvSpPr>
          <p:cNvPr id="2349" name="Google Shape;2349;p237"/>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13</a:t>
            </a:fld>
            <a:endParaRPr/>
          </a:p>
        </p:txBody>
      </p:sp>
      <p:sp>
        <p:nvSpPr>
          <p:cNvPr id="2350" name="Google Shape;2350;p237"/>
          <p:cNvSpPr txBox="1"/>
          <p:nvPr/>
        </p:nvSpPr>
        <p:spPr>
          <a:xfrm>
            <a:off x="309638" y="1622118"/>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Train the Trainer session prepares master trainers with the knowledge and skills necessary to deliver training sessions. The deliverable provides an overview of the transformation, then outlines the roles and responsibilities of the master trainers, key learning points, learning theory and more.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Equipping master trainers with strategies and tools to lead workplace training will help deliver better learning outcomes and adoption across the organization. The guide also ensures consistency across trainings.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Train the Trainer</a:t>
            </a:r>
            <a:endParaRPr sz="1000" b="0" i="0" u="none" strike="noStrike" cap="none">
              <a:solidFill>
                <a:srgbClr val="000000"/>
              </a:solidFill>
              <a:latin typeface="Georgia"/>
              <a:ea typeface="Georgia"/>
              <a:cs typeface="Georgia"/>
              <a:sym typeface="Georgia"/>
            </a:endParaRPr>
          </a:p>
        </p:txBody>
      </p:sp>
      <p:sp>
        <p:nvSpPr>
          <p:cNvPr id="2351" name="Google Shape;2351;p237"/>
          <p:cNvSpPr/>
          <p:nvPr/>
        </p:nvSpPr>
        <p:spPr>
          <a:xfrm>
            <a:off x="0" y="1253128"/>
            <a:ext cx="3657600" cy="2709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Training</a:t>
            </a:r>
            <a:endParaRPr sz="1200" b="1" i="1" u="none" strike="noStrike" cap="none">
              <a:solidFill>
                <a:schemeClr val="lt1"/>
              </a:solidFill>
              <a:latin typeface="Georgia"/>
              <a:ea typeface="Georgia"/>
              <a:cs typeface="Georgia"/>
              <a:sym typeface="Georgia"/>
            </a:endParaRPr>
          </a:p>
        </p:txBody>
      </p:sp>
      <p:sp>
        <p:nvSpPr>
          <p:cNvPr id="2352" name="Google Shape;2352;p237"/>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Train the Trainer: equip master trainers with the toolset to train others</a:t>
            </a:r>
            <a:endParaRPr/>
          </a:p>
        </p:txBody>
      </p:sp>
      <p:pic>
        <p:nvPicPr>
          <p:cNvPr id="2353" name="Google Shape;2353;p237"/>
          <p:cNvPicPr preferRelativeResize="0"/>
          <p:nvPr/>
        </p:nvPicPr>
        <p:blipFill rotWithShape="1">
          <a:blip r:embed="rId4">
            <a:alphaModFix/>
          </a:blip>
          <a:srcRect/>
          <a:stretch/>
        </p:blipFill>
        <p:spPr>
          <a:xfrm>
            <a:off x="4037981" y="1116465"/>
            <a:ext cx="4128352" cy="2479621"/>
          </a:xfrm>
          <a:prstGeom prst="rect">
            <a:avLst/>
          </a:prstGeom>
          <a:noFill/>
          <a:ln w="9525" cap="flat" cmpd="sng">
            <a:solidFill>
              <a:schemeClr val="accent1"/>
            </a:solidFill>
            <a:prstDash val="solid"/>
            <a:round/>
            <a:headEnd type="none" w="sm" len="sm"/>
            <a:tailEnd type="none" w="sm" len="sm"/>
          </a:ln>
        </p:spPr>
      </p:pic>
      <p:pic>
        <p:nvPicPr>
          <p:cNvPr id="2354" name="Google Shape;2354;p237"/>
          <p:cNvPicPr preferRelativeResize="0"/>
          <p:nvPr/>
        </p:nvPicPr>
        <p:blipFill rotWithShape="1">
          <a:blip r:embed="rId5">
            <a:alphaModFix/>
          </a:blip>
          <a:srcRect/>
          <a:stretch/>
        </p:blipFill>
        <p:spPr>
          <a:xfrm>
            <a:off x="4445621" y="2326555"/>
            <a:ext cx="4283360" cy="235777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8"/>
        <p:cNvGrpSpPr/>
        <p:nvPr/>
      </p:nvGrpSpPr>
      <p:grpSpPr>
        <a:xfrm>
          <a:off x="0" y="0"/>
          <a:ext cx="0" cy="0"/>
          <a:chOff x="0" y="0"/>
          <a:chExt cx="0" cy="0"/>
        </a:xfrm>
      </p:grpSpPr>
      <p:pic>
        <p:nvPicPr>
          <p:cNvPr id="2359" name="Google Shape;2359;p238"/>
          <p:cNvPicPr preferRelativeResize="0"/>
          <p:nvPr/>
        </p:nvPicPr>
        <p:blipFill rotWithShape="1">
          <a:blip r:embed="rId3">
            <a:alphaModFix/>
          </a:blip>
          <a:srcRect/>
          <a:stretch/>
        </p:blipFill>
        <p:spPr>
          <a:xfrm>
            <a:off x="3893643" y="1064287"/>
            <a:ext cx="4341532" cy="2391388"/>
          </a:xfrm>
          <a:prstGeom prst="rect">
            <a:avLst/>
          </a:prstGeom>
          <a:noFill/>
          <a:ln w="9525" cap="flat" cmpd="sng">
            <a:solidFill>
              <a:schemeClr val="accent1"/>
            </a:solidFill>
            <a:prstDash val="solid"/>
            <a:round/>
            <a:headEnd type="none" w="sm" len="sm"/>
            <a:tailEnd type="none" w="sm" len="sm"/>
          </a:ln>
        </p:spPr>
      </p:pic>
      <p:sp>
        <p:nvSpPr>
          <p:cNvPr id="2360" name="Google Shape;2360;p238"/>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Adoption Metrics</a:t>
            </a:r>
            <a:endParaRPr sz="1800" b="1" i="1" u="none" strike="noStrike" cap="none">
              <a:solidFill>
                <a:srgbClr val="000000"/>
              </a:solidFill>
              <a:latin typeface="georgia"/>
              <a:ea typeface="georgia"/>
              <a:cs typeface="georgia"/>
              <a:sym typeface="georgia"/>
            </a:endParaRPr>
          </a:p>
        </p:txBody>
      </p:sp>
      <p:sp>
        <p:nvSpPr>
          <p:cNvPr id="2361" name="Google Shape;2361;p238"/>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14</a:t>
            </a:fld>
            <a:endParaRPr/>
          </a:p>
        </p:txBody>
      </p:sp>
      <p:sp>
        <p:nvSpPr>
          <p:cNvPr id="2362" name="Google Shape;2362;p238"/>
          <p:cNvSpPr txBox="1"/>
          <p:nvPr/>
        </p:nvSpPr>
        <p:spPr>
          <a:xfrm>
            <a:off x="309625" y="1622125"/>
            <a:ext cx="30516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Adoption Metrics measure the overall adoption, user satisfaction and awareness of the change initiative. Adoption Metrics include a number of measurements, such as training attendance, system logins, registrations, and more.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helping the client team measure success of the change initiative in a tangible way.</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Adoption Metrics</a:t>
            </a:r>
            <a:endParaRPr sz="1200" b="0" i="0" u="none" strike="noStrike" cap="none">
              <a:solidFill>
                <a:schemeClr val="dk2"/>
              </a:solidFill>
              <a:latin typeface="georgia"/>
              <a:ea typeface="georgia"/>
              <a:cs typeface="georgia"/>
              <a:sym typeface="georgia"/>
            </a:endParaRPr>
          </a:p>
        </p:txBody>
      </p:sp>
      <p:sp>
        <p:nvSpPr>
          <p:cNvPr id="2363" name="Google Shape;2363;p238"/>
          <p:cNvSpPr/>
          <p:nvPr/>
        </p:nvSpPr>
        <p:spPr>
          <a:xfrm>
            <a:off x="0" y="1253128"/>
            <a:ext cx="3657600" cy="270872"/>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Support </a:t>
            </a:r>
            <a:endParaRPr sz="1200" b="1" i="1" u="none" strike="noStrike" cap="none">
              <a:solidFill>
                <a:schemeClr val="lt1"/>
              </a:solidFill>
              <a:latin typeface="georgia"/>
              <a:ea typeface="georgia"/>
              <a:cs typeface="georgia"/>
              <a:sym typeface="georgia"/>
            </a:endParaRPr>
          </a:p>
        </p:txBody>
      </p:sp>
      <p:sp>
        <p:nvSpPr>
          <p:cNvPr id="2364" name="Google Shape;2364;p238"/>
          <p:cNvSpPr txBox="1"/>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b="0" i="0" u="none" strike="noStrike" cap="none">
                <a:solidFill>
                  <a:schemeClr val="dk1"/>
                </a:solidFill>
                <a:latin typeface="georgia"/>
                <a:ea typeface="georgia"/>
                <a:cs typeface="georgia"/>
                <a:sym typeface="georgia"/>
              </a:rPr>
              <a:t>Adoption Metrics: use a variety of metrics to measure success</a:t>
            </a:r>
            <a:endParaRPr sz="2000" b="0" i="0" u="none" strike="noStrike" cap="none">
              <a:solidFill>
                <a:schemeClr val="dk1"/>
              </a:solidFill>
              <a:latin typeface="georgia"/>
              <a:ea typeface="georgia"/>
              <a:cs typeface="georgia"/>
              <a:sym typeface="georgia"/>
            </a:endParaRPr>
          </a:p>
        </p:txBody>
      </p:sp>
      <p:pic>
        <p:nvPicPr>
          <p:cNvPr id="2365" name="Google Shape;2365;p238"/>
          <p:cNvPicPr preferRelativeResize="0"/>
          <p:nvPr/>
        </p:nvPicPr>
        <p:blipFill rotWithShape="1">
          <a:blip r:embed="rId5">
            <a:alphaModFix/>
          </a:blip>
          <a:srcRect/>
          <a:stretch/>
        </p:blipFill>
        <p:spPr>
          <a:xfrm>
            <a:off x="4369627" y="2106157"/>
            <a:ext cx="4357291" cy="24110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9"/>
        <p:cNvGrpSpPr/>
        <p:nvPr/>
      </p:nvGrpSpPr>
      <p:grpSpPr>
        <a:xfrm>
          <a:off x="0" y="0"/>
          <a:ext cx="0" cy="0"/>
          <a:chOff x="0" y="0"/>
          <a:chExt cx="0" cy="0"/>
        </a:xfrm>
      </p:grpSpPr>
      <p:pic>
        <p:nvPicPr>
          <p:cNvPr id="2370" name="Google Shape;2370;p239"/>
          <p:cNvPicPr preferRelativeResize="0"/>
          <p:nvPr/>
        </p:nvPicPr>
        <p:blipFill rotWithShape="1">
          <a:blip r:embed="rId3">
            <a:alphaModFix/>
          </a:blip>
          <a:srcRect/>
          <a:stretch/>
        </p:blipFill>
        <p:spPr>
          <a:xfrm>
            <a:off x="3859806" y="1011439"/>
            <a:ext cx="4686352" cy="2625537"/>
          </a:xfrm>
          <a:prstGeom prst="rect">
            <a:avLst/>
          </a:prstGeom>
          <a:noFill/>
          <a:ln w="9525" cap="flat" cmpd="sng">
            <a:solidFill>
              <a:schemeClr val="accent1"/>
            </a:solidFill>
            <a:prstDash val="solid"/>
            <a:round/>
            <a:headEnd type="none" w="sm" len="sm"/>
            <a:tailEnd type="none" w="sm" len="sm"/>
          </a:ln>
        </p:spPr>
      </p:pic>
      <p:sp>
        <p:nvSpPr>
          <p:cNvPr id="2371" name="Google Shape;2371;p239"/>
          <p:cNvSpPr txBox="1"/>
          <p:nvPr/>
        </p:nvSpPr>
        <p:spPr>
          <a:xfrm>
            <a:off x="309626" y="1622125"/>
            <a:ext cx="31767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Go-Live Support Plan identifies and defines the roles and responsibilities for the change team as they prepare to provide end user support during and after go live.  Other details of the support plan are expanded details into the support model, such as support definitions and priority levels, governance, service level agreements, and more.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1" i="1" u="none" strike="noStrike" cap="none">
                <a:solidFill>
                  <a:srgbClr val="000000"/>
                </a:solidFill>
                <a:latin typeface="georgia"/>
                <a:ea typeface="georgia"/>
                <a:cs typeface="georgia"/>
                <a:sym typeface="georgia"/>
              </a:rPr>
              <a:t>Note:</a:t>
            </a:r>
            <a:r>
              <a:rPr lang="en" sz="1000" b="0" i="1" u="none" strike="noStrike" cap="none">
                <a:solidFill>
                  <a:srgbClr val="000000"/>
                </a:solidFill>
                <a:latin typeface="georgia"/>
                <a:ea typeface="georgia"/>
                <a:cs typeface="georgia"/>
                <a:sym typeface="georgia"/>
              </a:rPr>
              <a:t> usually PMO owns the creation of this deliverable, and the change workstream supports.</a:t>
            </a:r>
            <a:endParaRPr sz="1000" b="0" i="1"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aligning support teams on the post-go live support model with key information and guidance.</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Go-Live Support Plan</a:t>
            </a:r>
            <a:endParaRPr sz="1000" b="0" i="0" u="none" strike="noStrike" cap="none">
              <a:solidFill>
                <a:srgbClr val="000000"/>
              </a:solidFill>
              <a:latin typeface="georgia"/>
              <a:ea typeface="georgia"/>
              <a:cs typeface="georgia"/>
              <a:sym typeface="georgia"/>
            </a:endParaRPr>
          </a:p>
        </p:txBody>
      </p:sp>
      <p:sp>
        <p:nvSpPr>
          <p:cNvPr id="2372" name="Google Shape;2372;p239"/>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Go-Live Support Plan</a:t>
            </a:r>
            <a:endParaRPr sz="1800" b="1" i="1" u="none" strike="noStrike" cap="none">
              <a:solidFill>
                <a:srgbClr val="000000"/>
              </a:solidFill>
              <a:latin typeface="georgia"/>
              <a:ea typeface="georgia"/>
              <a:cs typeface="georgia"/>
              <a:sym typeface="georgia"/>
            </a:endParaRPr>
          </a:p>
        </p:txBody>
      </p:sp>
      <p:sp>
        <p:nvSpPr>
          <p:cNvPr id="2373" name="Google Shape;2373;p239"/>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15</a:t>
            </a:fld>
            <a:endParaRPr/>
          </a:p>
        </p:txBody>
      </p:sp>
      <p:sp>
        <p:nvSpPr>
          <p:cNvPr id="2374" name="Google Shape;2374;p239"/>
          <p:cNvSpPr/>
          <p:nvPr/>
        </p:nvSpPr>
        <p:spPr>
          <a:xfrm>
            <a:off x="0" y="1253128"/>
            <a:ext cx="3657600" cy="270872"/>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Support </a:t>
            </a:r>
            <a:endParaRPr sz="1200" b="1" i="1" u="none" strike="noStrike" cap="none">
              <a:solidFill>
                <a:schemeClr val="lt1"/>
              </a:solidFill>
              <a:latin typeface="georgia"/>
              <a:ea typeface="georgia"/>
              <a:cs typeface="georgia"/>
              <a:sym typeface="georgia"/>
            </a:endParaRPr>
          </a:p>
        </p:txBody>
      </p:sp>
      <p:sp>
        <p:nvSpPr>
          <p:cNvPr id="2375" name="Google Shape;2375;p239"/>
          <p:cNvSpPr txBox="1"/>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b="0" i="0" u="none" strike="noStrike" cap="none">
                <a:solidFill>
                  <a:schemeClr val="dk1"/>
                </a:solidFill>
                <a:latin typeface="georgia"/>
                <a:ea typeface="georgia"/>
                <a:cs typeface="georgia"/>
                <a:sym typeface="georgia"/>
              </a:rPr>
              <a:t>Go-Live Support Plan: define and enable key support groups </a:t>
            </a:r>
            <a:endParaRPr sz="2000" b="0" i="0" u="none" strike="noStrike" cap="none">
              <a:solidFill>
                <a:schemeClr val="dk1"/>
              </a:solidFill>
              <a:latin typeface="georgia"/>
              <a:ea typeface="georgia"/>
              <a:cs typeface="georgia"/>
              <a:sym typeface="georgia"/>
            </a:endParaRPr>
          </a:p>
        </p:txBody>
      </p:sp>
      <p:pic>
        <p:nvPicPr>
          <p:cNvPr id="2376" name="Google Shape;2376;p239"/>
          <p:cNvPicPr preferRelativeResize="0"/>
          <p:nvPr/>
        </p:nvPicPr>
        <p:blipFill rotWithShape="1">
          <a:blip r:embed="rId5">
            <a:alphaModFix/>
          </a:blip>
          <a:srcRect/>
          <a:stretch/>
        </p:blipFill>
        <p:spPr>
          <a:xfrm>
            <a:off x="4131229" y="1950392"/>
            <a:ext cx="4703209" cy="260025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0"/>
        <p:cNvGrpSpPr/>
        <p:nvPr/>
      </p:nvGrpSpPr>
      <p:grpSpPr>
        <a:xfrm>
          <a:off x="0" y="0"/>
          <a:ext cx="0" cy="0"/>
          <a:chOff x="0" y="0"/>
          <a:chExt cx="0" cy="0"/>
        </a:xfrm>
      </p:grpSpPr>
      <p:pic>
        <p:nvPicPr>
          <p:cNvPr id="2381" name="Google Shape;2381;p240"/>
          <p:cNvPicPr preferRelativeResize="0"/>
          <p:nvPr/>
        </p:nvPicPr>
        <p:blipFill>
          <a:blip r:embed="rId3">
            <a:alphaModFix/>
          </a:blip>
          <a:stretch>
            <a:fillRect/>
          </a:stretch>
        </p:blipFill>
        <p:spPr>
          <a:xfrm>
            <a:off x="4086236" y="1105064"/>
            <a:ext cx="3122340" cy="2780974"/>
          </a:xfrm>
          <a:prstGeom prst="rect">
            <a:avLst/>
          </a:prstGeom>
          <a:noFill/>
          <a:ln w="9525" cap="flat" cmpd="sng">
            <a:solidFill>
              <a:schemeClr val="dk2"/>
            </a:solidFill>
            <a:prstDash val="solid"/>
            <a:round/>
            <a:headEnd type="none" w="sm" len="sm"/>
            <a:tailEnd type="none" w="sm" len="sm"/>
          </a:ln>
        </p:spPr>
      </p:pic>
      <p:sp>
        <p:nvSpPr>
          <p:cNvPr id="2382" name="Google Shape;2382;p240"/>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Post Go-Live Assessment</a:t>
            </a:r>
            <a:endParaRPr sz="1800" b="1" i="1" u="none" strike="noStrike" cap="none">
              <a:solidFill>
                <a:srgbClr val="000000"/>
              </a:solidFill>
              <a:latin typeface="georgia"/>
              <a:ea typeface="georgia"/>
              <a:cs typeface="georgia"/>
              <a:sym typeface="georgia"/>
            </a:endParaRPr>
          </a:p>
        </p:txBody>
      </p:sp>
      <p:sp>
        <p:nvSpPr>
          <p:cNvPr id="2383" name="Google Shape;2383;p240"/>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16</a:t>
            </a:fld>
            <a:endParaRPr/>
          </a:p>
        </p:txBody>
      </p:sp>
      <p:sp>
        <p:nvSpPr>
          <p:cNvPr id="2384" name="Google Shape;2384;p240"/>
          <p:cNvSpPr txBox="1"/>
          <p:nvPr/>
        </p:nvSpPr>
        <p:spPr>
          <a:xfrm>
            <a:off x="309627" y="1622125"/>
            <a:ext cx="30204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Post Go-Live Assessment captures data on whether the change was effective. It considers a number of factors including behavioral changes, acceptance of change, adoption of new ways of working and KPI outcomes.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measuring the effectiveness of the change activities, which can assist the organization in planning future change initiatives.</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Post Go-Live Assessment</a:t>
            </a:r>
            <a:endParaRPr sz="1000" b="0" i="0" u="none" strike="noStrike" cap="none">
              <a:solidFill>
                <a:srgbClr val="000000"/>
              </a:solidFill>
              <a:latin typeface="georgia"/>
              <a:ea typeface="georgia"/>
              <a:cs typeface="georgia"/>
              <a:sym typeface="georgia"/>
            </a:endParaRPr>
          </a:p>
        </p:txBody>
      </p:sp>
      <p:sp>
        <p:nvSpPr>
          <p:cNvPr id="2385" name="Google Shape;2385;p240"/>
          <p:cNvSpPr/>
          <p:nvPr/>
        </p:nvSpPr>
        <p:spPr>
          <a:xfrm>
            <a:off x="0" y="1253128"/>
            <a:ext cx="3657600" cy="270872"/>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Support </a:t>
            </a:r>
            <a:endParaRPr sz="1200" b="1" i="1" u="none" strike="noStrike" cap="none">
              <a:solidFill>
                <a:schemeClr val="lt1"/>
              </a:solidFill>
              <a:latin typeface="georgia"/>
              <a:ea typeface="georgia"/>
              <a:cs typeface="georgia"/>
              <a:sym typeface="georgia"/>
            </a:endParaRPr>
          </a:p>
        </p:txBody>
      </p:sp>
      <p:sp>
        <p:nvSpPr>
          <p:cNvPr id="2386" name="Google Shape;2386;p240"/>
          <p:cNvSpPr txBox="1"/>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b="0" i="0" u="none" strike="noStrike" cap="none">
                <a:solidFill>
                  <a:schemeClr val="dk1"/>
                </a:solidFill>
                <a:latin typeface="georgia"/>
                <a:ea typeface="georgia"/>
                <a:cs typeface="georgia"/>
                <a:sym typeface="georgia"/>
              </a:rPr>
              <a:t>Post Go-Live Assessment: measure the effectiveness of the change initiative</a:t>
            </a:r>
            <a:endParaRPr sz="2000" b="0" i="0" u="none" strike="noStrike" cap="none">
              <a:solidFill>
                <a:schemeClr val="dk1"/>
              </a:solidFill>
              <a:latin typeface="georgia"/>
              <a:ea typeface="georgia"/>
              <a:cs typeface="georgia"/>
              <a:sym typeface="georgia"/>
            </a:endParaRPr>
          </a:p>
        </p:txBody>
      </p:sp>
      <p:pic>
        <p:nvPicPr>
          <p:cNvPr id="2387" name="Google Shape;2387;p240"/>
          <p:cNvPicPr preferRelativeResize="0"/>
          <p:nvPr/>
        </p:nvPicPr>
        <p:blipFill>
          <a:blip r:embed="rId5">
            <a:alphaModFix/>
          </a:blip>
          <a:stretch>
            <a:fillRect/>
          </a:stretch>
        </p:blipFill>
        <p:spPr>
          <a:xfrm>
            <a:off x="4522950" y="2620030"/>
            <a:ext cx="3844275" cy="214072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1"/>
        <p:cNvGrpSpPr/>
        <p:nvPr/>
      </p:nvGrpSpPr>
      <p:grpSpPr>
        <a:xfrm>
          <a:off x="0" y="0"/>
          <a:ext cx="0" cy="0"/>
          <a:chOff x="0" y="0"/>
          <a:chExt cx="0" cy="0"/>
        </a:xfrm>
      </p:grpSpPr>
      <p:sp>
        <p:nvSpPr>
          <p:cNvPr id="2392" name="Google Shape;2392;p241"/>
          <p:cNvSpPr txBox="1"/>
          <p:nvPr/>
        </p:nvSpPr>
        <p:spPr>
          <a:xfrm>
            <a:off x="101600" y="814425"/>
            <a:ext cx="384428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Lessons Learned</a:t>
            </a:r>
            <a:endParaRPr sz="1800" b="1" i="1" u="none" strike="noStrike" cap="none">
              <a:solidFill>
                <a:srgbClr val="000000"/>
              </a:solidFill>
              <a:latin typeface="georgia"/>
              <a:ea typeface="georgia"/>
              <a:cs typeface="georgia"/>
              <a:sym typeface="georgia"/>
            </a:endParaRPr>
          </a:p>
        </p:txBody>
      </p:sp>
      <p:sp>
        <p:nvSpPr>
          <p:cNvPr id="2393" name="Google Shape;2393;p24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17</a:t>
            </a:fld>
            <a:endParaRPr/>
          </a:p>
        </p:txBody>
      </p:sp>
      <p:sp>
        <p:nvSpPr>
          <p:cNvPr id="2394" name="Google Shape;2394;p241"/>
          <p:cNvSpPr txBox="1"/>
          <p:nvPr/>
        </p:nvSpPr>
        <p:spPr>
          <a:xfrm>
            <a:off x="309626" y="1622125"/>
            <a:ext cx="31455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Lessons Learned document collects all of the key lessons related to change work that were gathered during the project. Across readiness, communications and training, the document specifically outlines what went well, what didn’t go well, and concrete recommendations for the future.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gathering the reflective insights from the project all in one place for future reference and application.</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Lessons Learned</a:t>
            </a:r>
            <a:endParaRPr sz="1000" b="0" i="0" u="none" strike="noStrike" cap="none">
              <a:solidFill>
                <a:srgbClr val="000000"/>
              </a:solidFill>
              <a:latin typeface="georgia"/>
              <a:ea typeface="georgia"/>
              <a:cs typeface="georgia"/>
              <a:sym typeface="georgia"/>
            </a:endParaRPr>
          </a:p>
        </p:txBody>
      </p:sp>
      <p:sp>
        <p:nvSpPr>
          <p:cNvPr id="2395" name="Google Shape;2395;p241"/>
          <p:cNvSpPr/>
          <p:nvPr/>
        </p:nvSpPr>
        <p:spPr>
          <a:xfrm>
            <a:off x="0" y="1253128"/>
            <a:ext cx="3657600" cy="270872"/>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Support </a:t>
            </a:r>
            <a:endParaRPr sz="1200" b="1" i="1" u="none" strike="noStrike" cap="none">
              <a:solidFill>
                <a:schemeClr val="lt1"/>
              </a:solidFill>
              <a:latin typeface="georgia"/>
              <a:ea typeface="georgia"/>
              <a:cs typeface="georgia"/>
              <a:sym typeface="georgia"/>
            </a:endParaRPr>
          </a:p>
        </p:txBody>
      </p:sp>
      <p:sp>
        <p:nvSpPr>
          <p:cNvPr id="2396" name="Google Shape;2396;p241"/>
          <p:cNvSpPr txBox="1"/>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b="0" i="0" u="none" strike="noStrike" cap="none">
                <a:solidFill>
                  <a:schemeClr val="dk1"/>
                </a:solidFill>
                <a:latin typeface="georgia"/>
                <a:ea typeface="georgia"/>
                <a:cs typeface="georgia"/>
                <a:sym typeface="georgia"/>
              </a:rPr>
              <a:t>Lessons Learned: document best practices for future change efforts</a:t>
            </a:r>
            <a:endParaRPr sz="2000" b="0" i="0" u="none" strike="noStrike" cap="none">
              <a:solidFill>
                <a:schemeClr val="dk1"/>
              </a:solidFill>
              <a:latin typeface="georgia"/>
              <a:ea typeface="georgia"/>
              <a:cs typeface="georgia"/>
              <a:sym typeface="georgia"/>
            </a:endParaRPr>
          </a:p>
        </p:txBody>
      </p:sp>
      <p:pic>
        <p:nvPicPr>
          <p:cNvPr id="2397" name="Google Shape;2397;p241"/>
          <p:cNvPicPr preferRelativeResize="0"/>
          <p:nvPr/>
        </p:nvPicPr>
        <p:blipFill>
          <a:blip r:embed="rId4">
            <a:alphaModFix/>
          </a:blip>
          <a:stretch>
            <a:fillRect/>
          </a:stretch>
        </p:blipFill>
        <p:spPr>
          <a:xfrm>
            <a:off x="3945875" y="1035240"/>
            <a:ext cx="3600676" cy="2950935"/>
          </a:xfrm>
          <a:prstGeom prst="rect">
            <a:avLst/>
          </a:prstGeom>
          <a:noFill/>
          <a:ln w="9525" cap="flat" cmpd="sng">
            <a:solidFill>
              <a:schemeClr val="dk2"/>
            </a:solidFill>
            <a:prstDash val="solid"/>
            <a:round/>
            <a:headEnd type="none" w="sm" len="sm"/>
            <a:tailEnd type="none" w="sm" len="sm"/>
          </a:ln>
        </p:spPr>
      </p:pic>
      <p:pic>
        <p:nvPicPr>
          <p:cNvPr id="2398" name="Google Shape;2398;p241"/>
          <p:cNvPicPr preferRelativeResize="0"/>
          <p:nvPr/>
        </p:nvPicPr>
        <p:blipFill>
          <a:blip r:embed="rId5">
            <a:alphaModFix/>
          </a:blip>
          <a:stretch>
            <a:fillRect/>
          </a:stretch>
        </p:blipFill>
        <p:spPr>
          <a:xfrm>
            <a:off x="4767401" y="1668451"/>
            <a:ext cx="3600675" cy="32793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2"/>
        <p:cNvGrpSpPr/>
        <p:nvPr/>
      </p:nvGrpSpPr>
      <p:grpSpPr>
        <a:xfrm>
          <a:off x="0" y="0"/>
          <a:ext cx="0" cy="0"/>
          <a:chOff x="0" y="0"/>
          <a:chExt cx="0" cy="0"/>
        </a:xfrm>
      </p:grpSpPr>
      <p:pic>
        <p:nvPicPr>
          <p:cNvPr id="2403" name="Google Shape;2403;p242"/>
          <p:cNvPicPr preferRelativeResize="0"/>
          <p:nvPr/>
        </p:nvPicPr>
        <p:blipFill rotWithShape="1">
          <a:blip r:embed="rId3">
            <a:alphaModFix/>
          </a:blip>
          <a:srcRect t="-2052" b="13603"/>
          <a:stretch/>
        </p:blipFill>
        <p:spPr>
          <a:xfrm>
            <a:off x="-3625" y="-122574"/>
            <a:ext cx="9142124" cy="5290075"/>
          </a:xfrm>
          <a:prstGeom prst="rect">
            <a:avLst/>
          </a:prstGeom>
          <a:noFill/>
          <a:ln>
            <a:noFill/>
          </a:ln>
        </p:spPr>
      </p:pic>
      <p:sp>
        <p:nvSpPr>
          <p:cNvPr id="2404" name="Google Shape;2404;p242"/>
          <p:cNvSpPr/>
          <p:nvPr/>
        </p:nvSpPr>
        <p:spPr>
          <a:xfrm>
            <a:off x="0" y="0"/>
            <a:ext cx="9144000" cy="5167500"/>
          </a:xfrm>
          <a:prstGeom prst="rect">
            <a:avLst/>
          </a:prstGeom>
          <a:solidFill>
            <a:srgbClr val="000000">
              <a:alpha val="70196"/>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1800" b="0" i="0" u="none" strike="noStrike" cap="none">
              <a:solidFill>
                <a:srgbClr val="FFFFFF"/>
              </a:solidFill>
              <a:latin typeface="Georgia"/>
              <a:ea typeface="Georgia"/>
              <a:cs typeface="Georgia"/>
              <a:sym typeface="Georgia"/>
            </a:endParaRPr>
          </a:p>
        </p:txBody>
      </p:sp>
      <p:sp>
        <p:nvSpPr>
          <p:cNvPr id="2405" name="Google Shape;2405;p242"/>
          <p:cNvSpPr txBox="1"/>
          <p:nvPr/>
        </p:nvSpPr>
        <p:spPr>
          <a:xfrm>
            <a:off x="310775" y="2327963"/>
            <a:ext cx="6086400" cy="60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800"/>
              </a:spcBef>
              <a:spcAft>
                <a:spcPts val="0"/>
              </a:spcAft>
              <a:buClr>
                <a:srgbClr val="000000"/>
              </a:buClr>
              <a:buSzPts val="3600"/>
              <a:buFont typeface="Arial"/>
              <a:buNone/>
            </a:pPr>
            <a:r>
              <a:rPr lang="en" sz="3600" b="1" i="1" u="none" strike="noStrike" cap="none">
                <a:solidFill>
                  <a:srgbClr val="FFFFFF"/>
                </a:solidFill>
                <a:latin typeface="Georgia"/>
                <a:ea typeface="Georgia"/>
                <a:cs typeface="Georgia"/>
                <a:sym typeface="Georgia"/>
              </a:rPr>
              <a:t>4 – </a:t>
            </a:r>
            <a:r>
              <a:rPr lang="en" sz="3600" b="0" i="0" u="none" strike="noStrike" cap="none">
                <a:solidFill>
                  <a:srgbClr val="FFFFFF"/>
                </a:solidFill>
                <a:latin typeface="Georgia"/>
                <a:ea typeface="Georgia"/>
                <a:cs typeface="Georgia"/>
                <a:sym typeface="Georgia"/>
              </a:rPr>
              <a:t>Change Enablers</a:t>
            </a:r>
            <a:endParaRPr sz="3600" b="0" i="0" u="none" strike="noStrike" cap="none">
              <a:solidFill>
                <a:srgbClr val="FFFFFF"/>
              </a:solidFill>
              <a:latin typeface="Georgia"/>
              <a:ea typeface="Georgia"/>
              <a:cs typeface="Georgia"/>
              <a:sym typeface="Georgia"/>
            </a:endParaRPr>
          </a:p>
        </p:txBody>
      </p:sp>
      <p:sp>
        <p:nvSpPr>
          <p:cNvPr id="2406" name="Google Shape;2406;p242"/>
          <p:cNvSpPr/>
          <p:nvPr/>
        </p:nvSpPr>
        <p:spPr>
          <a:xfrm>
            <a:off x="2000" y="3335188"/>
            <a:ext cx="9136500" cy="131225"/>
          </a:xfrm>
          <a:custGeom>
            <a:avLst/>
            <a:gdLst/>
            <a:ahLst/>
            <a:cxnLst/>
            <a:rect l="l" t="t" r="r" b="b"/>
            <a:pathLst>
              <a:path w="10000" h="10000" extrusionOk="0">
                <a:moveTo>
                  <a:pt x="10000" y="0"/>
                </a:moveTo>
                <a:lnTo>
                  <a:pt x="1695" y="0"/>
                </a:lnTo>
                <a:cubicBezTo>
                  <a:pt x="1655" y="3333"/>
                  <a:pt x="1616" y="6667"/>
                  <a:pt x="1578" y="10000"/>
                </a:cubicBezTo>
                <a:cubicBezTo>
                  <a:pt x="1533" y="6667"/>
                  <a:pt x="1489" y="3333"/>
                  <a:pt x="1446" y="0"/>
                </a:cubicBezTo>
                <a:lnTo>
                  <a:pt x="0" y="0"/>
                </a:lnTo>
              </a:path>
            </a:pathLst>
          </a:custGeom>
          <a:noFill/>
          <a:ln w="9525" cap="rnd" cmpd="sng">
            <a:solidFill>
              <a:srgbClr val="82141E"/>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2407" name="Google Shape;2407;p242"/>
          <p:cNvSpPr txBox="1"/>
          <p:nvPr/>
        </p:nvSpPr>
        <p:spPr>
          <a:xfrm>
            <a:off x="6274538" y="4800785"/>
            <a:ext cx="25599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 sz="600" b="0" i="0" u="none" strike="noStrike" cap="none">
                <a:solidFill>
                  <a:srgbClr val="FFFFFF"/>
                </a:solidFill>
                <a:latin typeface="Arial"/>
                <a:ea typeface="Arial"/>
                <a:cs typeface="Arial"/>
                <a:sym typeface="Arial"/>
              </a:rPr>
              <a:t>18</a:t>
            </a:fld>
            <a:endParaRPr sz="600" b="0" i="0" u="none" strike="noStrike" cap="non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1"/>
        <p:cNvGrpSpPr/>
        <p:nvPr/>
      </p:nvGrpSpPr>
      <p:grpSpPr>
        <a:xfrm>
          <a:off x="0" y="0"/>
          <a:ext cx="0" cy="0"/>
          <a:chOff x="0" y="0"/>
          <a:chExt cx="0" cy="0"/>
        </a:xfrm>
      </p:grpSpPr>
      <p:sp>
        <p:nvSpPr>
          <p:cNvPr id="2412" name="Google Shape;2412;p243"/>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dk1"/>
                </a:solidFill>
                <a:latin typeface="Georgia"/>
                <a:ea typeface="Georgia"/>
                <a:cs typeface="Georgia"/>
                <a:sym typeface="Georgia"/>
              </a:rPr>
              <a:t>PwC’s Change Navigator is a digital change workbench</a:t>
            </a:r>
            <a:endParaRPr sz="2000" b="0" i="0" u="none" strike="noStrike" cap="none">
              <a:solidFill>
                <a:schemeClr val="dk1"/>
              </a:solidFill>
              <a:latin typeface="Georgia"/>
              <a:ea typeface="Georgia"/>
              <a:cs typeface="Georgia"/>
              <a:sym typeface="Georgia"/>
            </a:endParaRPr>
          </a:p>
        </p:txBody>
      </p:sp>
      <p:sp>
        <p:nvSpPr>
          <p:cNvPr id="2413" name="Google Shape;2413;p24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19</a:t>
            </a:fld>
            <a:endParaRPr/>
          </a:p>
        </p:txBody>
      </p:sp>
      <p:sp>
        <p:nvSpPr>
          <p:cNvPr id="2414" name="Google Shape;2414;p243"/>
          <p:cNvSpPr txBox="1"/>
          <p:nvPr/>
        </p:nvSpPr>
        <p:spPr>
          <a:xfrm>
            <a:off x="311625" y="3233973"/>
            <a:ext cx="3146700" cy="286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i="0" u="none" strike="noStrike" cap="none">
                <a:latin typeface="Georgia"/>
                <a:ea typeface="Georgia"/>
                <a:cs typeface="Georgia"/>
                <a:sym typeface="Georgia"/>
              </a:rPr>
              <a:t>Why was Change Navigator created?</a:t>
            </a:r>
            <a:endParaRPr sz="1300" i="0" u="none" strike="noStrike" cap="none">
              <a:latin typeface="Georgia"/>
              <a:ea typeface="Georgia"/>
              <a:cs typeface="Georgia"/>
              <a:sym typeface="Georgia"/>
            </a:endParaRPr>
          </a:p>
        </p:txBody>
      </p:sp>
      <p:sp>
        <p:nvSpPr>
          <p:cNvPr id="2415" name="Google Shape;2415;p243"/>
          <p:cNvSpPr txBox="1"/>
          <p:nvPr/>
        </p:nvSpPr>
        <p:spPr>
          <a:xfrm>
            <a:off x="311625" y="3512363"/>
            <a:ext cx="3066000" cy="113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900"/>
              <a:buFont typeface="Arial"/>
              <a:buNone/>
            </a:pPr>
            <a:r>
              <a:rPr lang="en" sz="900" i="0" u="none" strike="noStrike" cap="none">
                <a:latin typeface="Georgia"/>
                <a:ea typeface="Georgia"/>
                <a:cs typeface="Georgia"/>
                <a:sym typeface="Georgia"/>
              </a:rPr>
              <a:t>To transform PwC’s award-winning* OCM methodology into a digital workflow tool. Instead of spending hours filling out spreadsheet templates, practitioners leverage online tools to rapidly analyze a client’s change environment in order to build and execute a change plan.</a:t>
            </a:r>
            <a:endParaRPr sz="900" i="0" u="none" strike="noStrike" cap="none">
              <a:latin typeface="Georgia"/>
              <a:ea typeface="Georgia"/>
              <a:cs typeface="Georgia"/>
              <a:sym typeface="Georgia"/>
            </a:endParaRPr>
          </a:p>
        </p:txBody>
      </p:sp>
      <p:sp>
        <p:nvSpPr>
          <p:cNvPr id="2416" name="Google Shape;2416;p243"/>
          <p:cNvSpPr txBox="1"/>
          <p:nvPr/>
        </p:nvSpPr>
        <p:spPr>
          <a:xfrm>
            <a:off x="311625" y="975500"/>
            <a:ext cx="5079300" cy="602100"/>
          </a:xfrm>
          <a:prstGeom prst="rect">
            <a:avLst/>
          </a:prstGeom>
          <a:noFill/>
          <a:ln>
            <a:noFill/>
          </a:ln>
        </p:spPr>
        <p:txBody>
          <a:bodyPr spcFirstLastPara="1" wrap="square" lIns="91425" tIns="91425" rIns="91425" bIns="91425" anchor="ctr" anchorCtr="0">
            <a:noAutofit/>
          </a:bodyPr>
          <a:lstStyle/>
          <a:p>
            <a:pPr marL="0" marR="0" lvl="0" indent="0" algn="l" rtl="0">
              <a:lnSpc>
                <a:spcPct val="120000"/>
              </a:lnSpc>
              <a:spcBef>
                <a:spcPts val="0"/>
              </a:spcBef>
              <a:spcAft>
                <a:spcPts val="0"/>
              </a:spcAft>
              <a:buClr>
                <a:srgbClr val="000000"/>
              </a:buClr>
              <a:buSzPts val="1400"/>
              <a:buFont typeface="Arial"/>
              <a:buNone/>
            </a:pPr>
            <a:r>
              <a:rPr lang="en" sz="1400" b="1" i="0" u="none" strike="noStrike" cap="none">
                <a:solidFill>
                  <a:schemeClr val="dk2"/>
                </a:solidFill>
                <a:latin typeface="Georgia"/>
                <a:ea typeface="Georgia"/>
                <a:cs typeface="Georgia"/>
                <a:sym typeface="Georgia"/>
              </a:rPr>
              <a:t>Navigator</a:t>
            </a:r>
            <a:r>
              <a:rPr lang="en" sz="1400" i="0" u="none" strike="noStrike" cap="none">
                <a:solidFill>
                  <a:schemeClr val="dk2"/>
                </a:solidFill>
                <a:latin typeface="Georgia"/>
                <a:ea typeface="Georgia"/>
                <a:cs typeface="Georgia"/>
                <a:sym typeface="Georgia"/>
              </a:rPr>
              <a:t> is a collaborative online workflow tool that helps PwC teams manage strategic transformations</a:t>
            </a:r>
            <a:endParaRPr sz="1400" i="0" u="none" strike="noStrike" cap="none">
              <a:solidFill>
                <a:schemeClr val="dk2"/>
              </a:solidFill>
              <a:latin typeface="Georgia"/>
              <a:ea typeface="Georgia"/>
              <a:cs typeface="Georgia"/>
              <a:sym typeface="Georgia"/>
            </a:endParaRPr>
          </a:p>
        </p:txBody>
      </p:sp>
      <p:sp>
        <p:nvSpPr>
          <p:cNvPr id="2417" name="Google Shape;2417;p243"/>
          <p:cNvSpPr txBox="1"/>
          <p:nvPr/>
        </p:nvSpPr>
        <p:spPr>
          <a:xfrm>
            <a:off x="311609" y="1868400"/>
            <a:ext cx="2529600" cy="355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i="0" u="none" strike="noStrike" cap="none">
                <a:latin typeface="Georgia"/>
                <a:ea typeface="Georgia"/>
                <a:cs typeface="Georgia"/>
                <a:sym typeface="Georgia"/>
              </a:rPr>
              <a:t>Data-driven insights</a:t>
            </a:r>
            <a:endParaRPr sz="1500" i="0" u="none" strike="noStrike" cap="none">
              <a:latin typeface="Georgia"/>
              <a:ea typeface="Georgia"/>
              <a:cs typeface="Georgia"/>
              <a:sym typeface="Georgia"/>
            </a:endParaRPr>
          </a:p>
        </p:txBody>
      </p:sp>
      <p:sp>
        <p:nvSpPr>
          <p:cNvPr id="2418" name="Google Shape;2418;p243"/>
          <p:cNvSpPr txBox="1"/>
          <p:nvPr/>
        </p:nvSpPr>
        <p:spPr>
          <a:xfrm>
            <a:off x="311600" y="2160600"/>
            <a:ext cx="2340900" cy="105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500"/>
              </a:spcAft>
              <a:buClr>
                <a:srgbClr val="000000"/>
              </a:buClr>
              <a:buSzPts val="1000"/>
              <a:buFont typeface="Arial"/>
              <a:buNone/>
            </a:pPr>
            <a:r>
              <a:rPr lang="en" sz="1000" i="0" u="none" strike="noStrike" cap="none">
                <a:latin typeface="Georgia"/>
                <a:ea typeface="Georgia"/>
                <a:cs typeface="Georgia"/>
                <a:sym typeface="Georgia"/>
              </a:rPr>
              <a:t>Practitioners can drive more effective change with powerful data collection tools &amp; digitized organizational assessments that produce data-driven stakeholder-level insights.</a:t>
            </a:r>
            <a:endParaRPr sz="1000" i="0" u="none" strike="noStrike" cap="none">
              <a:latin typeface="Georgia"/>
              <a:ea typeface="Georgia"/>
              <a:cs typeface="Georgia"/>
              <a:sym typeface="Georgia"/>
            </a:endParaRPr>
          </a:p>
        </p:txBody>
      </p:sp>
      <p:sp>
        <p:nvSpPr>
          <p:cNvPr id="2419" name="Google Shape;2419;p243"/>
          <p:cNvSpPr txBox="1"/>
          <p:nvPr/>
        </p:nvSpPr>
        <p:spPr>
          <a:xfrm>
            <a:off x="2805075" y="2160600"/>
            <a:ext cx="2672700" cy="105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i="0" u="none" strike="noStrike" cap="none">
                <a:latin typeface="Georgia"/>
                <a:ea typeface="Georgia"/>
                <a:cs typeface="Georgia"/>
                <a:sym typeface="Georgia"/>
              </a:rPr>
              <a:t>Leverage Navigator for the full OCM methodology: Assess impacted stakeholder groups, identify roll-out obstacles, create comprehensive change plans, and track the impact of change activities.</a:t>
            </a:r>
            <a:endParaRPr sz="1000" i="0" u="none" strike="noStrike" cap="none">
              <a:latin typeface="Georgia"/>
              <a:ea typeface="Georgia"/>
              <a:cs typeface="Georgia"/>
              <a:sym typeface="Georgia"/>
            </a:endParaRPr>
          </a:p>
        </p:txBody>
      </p:sp>
      <p:sp>
        <p:nvSpPr>
          <p:cNvPr id="2420" name="Google Shape;2420;p243"/>
          <p:cNvSpPr txBox="1"/>
          <p:nvPr/>
        </p:nvSpPr>
        <p:spPr>
          <a:xfrm>
            <a:off x="2805063" y="1868413"/>
            <a:ext cx="2213400" cy="355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i="0" u="none" strike="noStrike" cap="none">
                <a:latin typeface="Georgia"/>
                <a:ea typeface="Georgia"/>
                <a:cs typeface="Georgia"/>
                <a:sym typeface="Georgia"/>
              </a:rPr>
              <a:t>Strategy-to-execution</a:t>
            </a:r>
            <a:endParaRPr sz="1500" i="0" u="none" strike="noStrike" cap="none">
              <a:latin typeface="Georgia"/>
              <a:ea typeface="Georgia"/>
              <a:cs typeface="Georgia"/>
              <a:sym typeface="Georgia"/>
            </a:endParaRPr>
          </a:p>
        </p:txBody>
      </p:sp>
      <p:pic>
        <p:nvPicPr>
          <p:cNvPr id="2421" name="Google Shape;2421;p243"/>
          <p:cNvPicPr preferRelativeResize="0"/>
          <p:nvPr/>
        </p:nvPicPr>
        <p:blipFill rotWithShape="1">
          <a:blip r:embed="rId3">
            <a:alphaModFix/>
          </a:blip>
          <a:srcRect/>
          <a:stretch/>
        </p:blipFill>
        <p:spPr>
          <a:xfrm>
            <a:off x="5739054" y="1196422"/>
            <a:ext cx="2416483" cy="1715926"/>
          </a:xfrm>
          <a:prstGeom prst="rect">
            <a:avLst/>
          </a:prstGeom>
          <a:noFill/>
          <a:ln w="9525" cap="flat" cmpd="sng">
            <a:solidFill>
              <a:srgbClr val="666666"/>
            </a:solidFill>
            <a:prstDash val="solid"/>
            <a:round/>
            <a:headEnd type="none" w="sm" len="sm"/>
            <a:tailEnd type="none" w="sm" len="sm"/>
          </a:ln>
          <a:effectLst>
            <a:outerShdw blurRad="57150" dist="19050" dir="5400000" algn="bl" rotWithShape="0">
              <a:srgbClr val="000000">
                <a:alpha val="49800"/>
              </a:srgbClr>
            </a:outerShdw>
          </a:effectLst>
        </p:spPr>
      </p:pic>
      <p:pic>
        <p:nvPicPr>
          <p:cNvPr id="2422" name="Google Shape;2422;p243"/>
          <p:cNvPicPr preferRelativeResize="0"/>
          <p:nvPr/>
        </p:nvPicPr>
        <p:blipFill rotWithShape="1">
          <a:blip r:embed="rId4">
            <a:alphaModFix/>
          </a:blip>
          <a:srcRect b="22821"/>
          <a:stretch/>
        </p:blipFill>
        <p:spPr>
          <a:xfrm>
            <a:off x="6398523" y="2358667"/>
            <a:ext cx="2416483" cy="1864960"/>
          </a:xfrm>
          <a:prstGeom prst="rect">
            <a:avLst/>
          </a:prstGeom>
          <a:noFill/>
          <a:ln w="9525" cap="flat" cmpd="sng">
            <a:solidFill>
              <a:srgbClr val="666666"/>
            </a:solidFill>
            <a:prstDash val="solid"/>
            <a:round/>
            <a:headEnd type="none" w="sm" len="sm"/>
            <a:tailEnd type="none" w="sm" len="sm"/>
          </a:ln>
          <a:effectLst>
            <a:outerShdw blurRad="57150" dist="19050" dir="5400000" algn="bl" rotWithShape="0">
              <a:srgbClr val="000000">
                <a:alpha val="49800"/>
              </a:srgbClr>
            </a:outerShdw>
          </a:effectLst>
        </p:spPr>
      </p:pic>
      <p:cxnSp>
        <p:nvCxnSpPr>
          <p:cNvPr id="2423" name="Google Shape;2423;p243"/>
          <p:cNvCxnSpPr/>
          <p:nvPr/>
        </p:nvCxnSpPr>
        <p:spPr>
          <a:xfrm>
            <a:off x="416200" y="1716000"/>
            <a:ext cx="4670400" cy="0"/>
          </a:xfrm>
          <a:prstGeom prst="straightConnector1">
            <a:avLst/>
          </a:prstGeom>
          <a:noFill/>
          <a:ln w="19050" cap="flat" cmpd="sng">
            <a:solidFill>
              <a:schemeClr val="dk2"/>
            </a:solidFill>
            <a:prstDash val="dot"/>
            <a:round/>
            <a:headEnd type="none" w="sm" len="sm"/>
            <a:tailEnd type="none" w="sm" len="sm"/>
          </a:ln>
        </p:spPr>
      </p:cxnSp>
      <p:pic>
        <p:nvPicPr>
          <p:cNvPr id="2424" name="Google Shape;2424;p243"/>
          <p:cNvPicPr preferRelativeResize="0"/>
          <p:nvPr/>
        </p:nvPicPr>
        <p:blipFill rotWithShape="1">
          <a:blip r:embed="rId5">
            <a:alphaModFix/>
          </a:blip>
          <a:srcRect/>
          <a:stretch/>
        </p:blipFill>
        <p:spPr>
          <a:xfrm>
            <a:off x="3529126" y="3211425"/>
            <a:ext cx="1933339" cy="1256775"/>
          </a:xfrm>
          <a:prstGeom prst="rect">
            <a:avLst/>
          </a:prstGeom>
          <a:noFill/>
          <a:ln w="9525" cap="flat" cmpd="sng">
            <a:solidFill>
              <a:srgbClr val="CCCCCC"/>
            </a:solidFill>
            <a:prstDash val="solid"/>
            <a:round/>
            <a:headEnd type="none" w="sm" len="sm"/>
            <a:tailEnd type="none" w="sm" len="sm"/>
          </a:ln>
        </p:spPr>
      </p:pic>
      <p:sp>
        <p:nvSpPr>
          <p:cNvPr id="2425" name="Google Shape;2425;p243"/>
          <p:cNvSpPr/>
          <p:nvPr/>
        </p:nvSpPr>
        <p:spPr>
          <a:xfrm>
            <a:off x="340135" y="4659509"/>
            <a:ext cx="4282800" cy="23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i="1">
                <a:solidFill>
                  <a:schemeClr val="dk2"/>
                </a:solidFill>
                <a:latin typeface="Georgia"/>
                <a:ea typeface="Georgia"/>
                <a:cs typeface="Georgia"/>
                <a:sym typeface="Georgia"/>
              </a:rPr>
              <a:t>Want to know more? Check out this </a:t>
            </a:r>
            <a:r>
              <a:rPr lang="en" sz="1000" b="1" i="1" u="sng">
                <a:solidFill>
                  <a:schemeClr val="dk2"/>
                </a:solidFill>
                <a:latin typeface="Georgia"/>
                <a:ea typeface="Georgia"/>
                <a:cs typeface="Georgia"/>
                <a:sym typeface="Georgia"/>
                <a:hlinkClick r:id="rId6"/>
              </a:rPr>
              <a:t>recorded Webex</a:t>
            </a:r>
            <a:r>
              <a:rPr lang="en" sz="1000" b="1" i="1">
                <a:solidFill>
                  <a:schemeClr val="dk2"/>
                </a:solidFill>
                <a:latin typeface="Georgia"/>
                <a:ea typeface="Georgia"/>
                <a:cs typeface="Georgia"/>
                <a:sym typeface="Georgia"/>
              </a:rPr>
              <a:t>! </a:t>
            </a:r>
            <a:endParaRPr sz="1000" b="1" i="1">
              <a:solidFill>
                <a:schemeClr val="dk2"/>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9"/>
        <p:cNvGrpSpPr/>
        <p:nvPr/>
      </p:nvGrpSpPr>
      <p:grpSpPr>
        <a:xfrm>
          <a:off x="0" y="0"/>
          <a:ext cx="0" cy="0"/>
          <a:chOff x="0" y="0"/>
          <a:chExt cx="0" cy="0"/>
        </a:xfrm>
      </p:grpSpPr>
      <p:sp>
        <p:nvSpPr>
          <p:cNvPr id="2430" name="Google Shape;2430;p24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20</a:t>
            </a:fld>
            <a:endParaRPr/>
          </a:p>
        </p:txBody>
      </p:sp>
      <p:sp>
        <p:nvSpPr>
          <p:cNvPr id="2431" name="Google Shape;2431;p244"/>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dk1"/>
                </a:solidFill>
                <a:latin typeface="Georgia"/>
                <a:ea typeface="Georgia"/>
                <a:cs typeface="Georgia"/>
                <a:sym typeface="Georgia"/>
              </a:rPr>
              <a:t>PwC’s Change Communicator aims to simplify program communications</a:t>
            </a:r>
            <a:endParaRPr sz="2000">
              <a:solidFill>
                <a:schemeClr val="dk1"/>
              </a:solidFill>
              <a:latin typeface="Georgia"/>
              <a:ea typeface="Georgia"/>
              <a:cs typeface="Georgia"/>
              <a:sym typeface="Georgia"/>
            </a:endParaRPr>
          </a:p>
        </p:txBody>
      </p:sp>
      <p:sp>
        <p:nvSpPr>
          <p:cNvPr id="2432" name="Google Shape;2432;p244"/>
          <p:cNvSpPr txBox="1"/>
          <p:nvPr/>
        </p:nvSpPr>
        <p:spPr>
          <a:xfrm>
            <a:off x="309600" y="3452860"/>
            <a:ext cx="3100800" cy="286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i="0" u="none" strike="noStrike" cap="none">
                <a:latin typeface="Georgia"/>
                <a:ea typeface="Georgia"/>
                <a:cs typeface="Georgia"/>
                <a:sym typeface="Georgia"/>
              </a:rPr>
              <a:t>How do I manage the app?</a:t>
            </a:r>
            <a:endParaRPr sz="1300" i="0" u="none" strike="noStrike" cap="none">
              <a:latin typeface="Georgia"/>
              <a:ea typeface="Georgia"/>
              <a:cs typeface="Georgia"/>
              <a:sym typeface="Georgia"/>
            </a:endParaRPr>
          </a:p>
        </p:txBody>
      </p:sp>
      <p:sp>
        <p:nvSpPr>
          <p:cNvPr id="2433" name="Google Shape;2433;p244"/>
          <p:cNvSpPr txBox="1"/>
          <p:nvPr/>
        </p:nvSpPr>
        <p:spPr>
          <a:xfrm>
            <a:off x="309600" y="3740975"/>
            <a:ext cx="3146700" cy="113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900"/>
              <a:buFont typeface="Arial"/>
              <a:buNone/>
            </a:pPr>
            <a:r>
              <a:rPr lang="en" sz="900" i="0" u="none" strike="noStrike" cap="none">
                <a:latin typeface="Georgia"/>
                <a:ea typeface="Georgia"/>
                <a:cs typeface="Georgia"/>
                <a:sym typeface="Georgia"/>
              </a:rPr>
              <a:t>Communicator’s simple web-based CMS, powered by AppBurst™, enables project teams to easily manage app content. Create new pages, upload new images and PDFs, link to relevant YouTube videos, tweak designs, and analyze user analytics directly from the control panel.</a:t>
            </a:r>
            <a:endParaRPr sz="900" i="0" u="none" strike="noStrike" cap="none">
              <a:latin typeface="Georgia"/>
              <a:ea typeface="Georgia"/>
              <a:cs typeface="Georgia"/>
              <a:sym typeface="Georgia"/>
            </a:endParaRPr>
          </a:p>
        </p:txBody>
      </p:sp>
      <p:sp>
        <p:nvSpPr>
          <p:cNvPr id="2434" name="Google Shape;2434;p244"/>
          <p:cNvSpPr txBox="1"/>
          <p:nvPr/>
        </p:nvSpPr>
        <p:spPr>
          <a:xfrm>
            <a:off x="309600" y="975500"/>
            <a:ext cx="5004900" cy="602100"/>
          </a:xfrm>
          <a:prstGeom prst="rect">
            <a:avLst/>
          </a:prstGeom>
          <a:noFill/>
          <a:ln>
            <a:noFill/>
          </a:ln>
        </p:spPr>
        <p:txBody>
          <a:bodyPr spcFirstLastPara="1" wrap="square" lIns="91425" tIns="91425" rIns="91425" bIns="91425" anchor="ctr" anchorCtr="0">
            <a:noAutofit/>
          </a:bodyPr>
          <a:lstStyle/>
          <a:p>
            <a:pPr marL="0" marR="0" lvl="0" indent="0" algn="l" rtl="0">
              <a:lnSpc>
                <a:spcPct val="120000"/>
              </a:lnSpc>
              <a:spcBef>
                <a:spcPts val="0"/>
              </a:spcBef>
              <a:spcAft>
                <a:spcPts val="0"/>
              </a:spcAft>
              <a:buClr>
                <a:srgbClr val="000000"/>
              </a:buClr>
              <a:buSzPts val="1400"/>
              <a:buFont typeface="Arial"/>
              <a:buNone/>
            </a:pPr>
            <a:r>
              <a:rPr lang="en" sz="1400" b="1" i="0" u="none" strike="noStrike" cap="none">
                <a:solidFill>
                  <a:schemeClr val="dk2"/>
                </a:solidFill>
                <a:latin typeface="Georgia"/>
                <a:ea typeface="Georgia"/>
                <a:cs typeface="Georgia"/>
                <a:sym typeface="Georgia"/>
              </a:rPr>
              <a:t>A custom mobile app</a:t>
            </a:r>
            <a:r>
              <a:rPr lang="en" sz="1400" i="0" u="none" strike="noStrike" cap="none">
                <a:solidFill>
                  <a:schemeClr val="dk2"/>
                </a:solidFill>
                <a:latin typeface="Georgia"/>
                <a:ea typeface="Georgia"/>
                <a:cs typeface="Georgia"/>
                <a:sym typeface="Georgia"/>
              </a:rPr>
              <a:t> that allows teams to deliver change communications direct to employees phones</a:t>
            </a:r>
            <a:endParaRPr sz="1300" b="1" i="0" u="none" strike="noStrike" cap="none">
              <a:solidFill>
                <a:schemeClr val="dk2"/>
              </a:solidFill>
              <a:latin typeface="Georgia"/>
              <a:ea typeface="Georgia"/>
              <a:cs typeface="Georgia"/>
              <a:sym typeface="Georgia"/>
            </a:endParaRPr>
          </a:p>
        </p:txBody>
      </p:sp>
      <p:sp>
        <p:nvSpPr>
          <p:cNvPr id="2435" name="Google Shape;2435;p244"/>
          <p:cNvSpPr txBox="1"/>
          <p:nvPr/>
        </p:nvSpPr>
        <p:spPr>
          <a:xfrm>
            <a:off x="3491950" y="3452850"/>
            <a:ext cx="3146700" cy="286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i="0" u="none" strike="noStrike" cap="none">
                <a:latin typeface="Georgia"/>
                <a:ea typeface="Georgia"/>
                <a:cs typeface="Georgia"/>
                <a:sym typeface="Georgia"/>
              </a:rPr>
              <a:t>Why is Communicator effective?</a:t>
            </a:r>
            <a:endParaRPr sz="1300" i="0" u="none" strike="noStrike" cap="none">
              <a:latin typeface="Georgia"/>
              <a:ea typeface="Georgia"/>
              <a:cs typeface="Georgia"/>
              <a:sym typeface="Georgia"/>
            </a:endParaRPr>
          </a:p>
        </p:txBody>
      </p:sp>
      <p:sp>
        <p:nvSpPr>
          <p:cNvPr id="2436" name="Google Shape;2436;p244"/>
          <p:cNvSpPr txBox="1"/>
          <p:nvPr/>
        </p:nvSpPr>
        <p:spPr>
          <a:xfrm>
            <a:off x="3491950" y="3740963"/>
            <a:ext cx="3066000" cy="113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900"/>
              <a:buFont typeface="Arial"/>
              <a:buNone/>
            </a:pPr>
            <a:r>
              <a:rPr lang="en" sz="900" i="0" u="none" strike="noStrike" cap="none">
                <a:latin typeface="Georgia"/>
                <a:ea typeface="Georgia"/>
                <a:cs typeface="Georgia"/>
                <a:sym typeface="Georgia"/>
              </a:rPr>
              <a:t>It addresses the common issue of low employee engagement with change communications by giving them convenient access to all relevant content directly from their mobile device, in addition to traditional channels like email and intranet/Sharepoint sites</a:t>
            </a:r>
            <a:endParaRPr sz="900" i="0" u="none" strike="noStrike" cap="none">
              <a:latin typeface="Georgia"/>
              <a:ea typeface="Georgia"/>
              <a:cs typeface="Georgia"/>
              <a:sym typeface="Georgia"/>
            </a:endParaRPr>
          </a:p>
        </p:txBody>
      </p:sp>
      <p:sp>
        <p:nvSpPr>
          <p:cNvPr id="2437" name="Google Shape;2437;p244"/>
          <p:cNvSpPr txBox="1"/>
          <p:nvPr/>
        </p:nvSpPr>
        <p:spPr>
          <a:xfrm>
            <a:off x="309575" y="1868400"/>
            <a:ext cx="2455500" cy="355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i="0" u="none" strike="noStrike" cap="none">
                <a:latin typeface="Georgia"/>
                <a:ea typeface="Georgia"/>
                <a:cs typeface="Georgia"/>
                <a:sym typeface="Georgia"/>
              </a:rPr>
              <a:t>Custom mobile UX</a:t>
            </a:r>
            <a:endParaRPr sz="1500" i="0" u="none" strike="noStrike" cap="none">
              <a:latin typeface="Georgia"/>
              <a:ea typeface="Georgia"/>
              <a:cs typeface="Georgia"/>
              <a:sym typeface="Georgia"/>
            </a:endParaRPr>
          </a:p>
        </p:txBody>
      </p:sp>
      <p:sp>
        <p:nvSpPr>
          <p:cNvPr id="2438" name="Google Shape;2438;p244"/>
          <p:cNvSpPr txBox="1"/>
          <p:nvPr/>
        </p:nvSpPr>
        <p:spPr>
          <a:xfrm>
            <a:off x="309575" y="2160600"/>
            <a:ext cx="2455500" cy="105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500"/>
              </a:spcAft>
              <a:buClr>
                <a:srgbClr val="000000"/>
              </a:buClr>
              <a:buSzPts val="1000"/>
              <a:buFont typeface="Arial"/>
              <a:buNone/>
            </a:pPr>
            <a:r>
              <a:rPr lang="en" sz="1000" i="0" u="none" strike="noStrike" cap="none">
                <a:latin typeface="Georgia"/>
                <a:ea typeface="Georgia"/>
                <a:cs typeface="Georgia"/>
                <a:sym typeface="Georgia"/>
              </a:rPr>
              <a:t>Engaging design templates enable customization of the look and feel of the app, while core features like role-based content, push notifications, and YouTube integration deliver a compelling user experience.</a:t>
            </a:r>
            <a:endParaRPr sz="1000" i="0" u="none" strike="noStrike" cap="none">
              <a:latin typeface="Georgia"/>
              <a:ea typeface="Georgia"/>
              <a:cs typeface="Georgia"/>
              <a:sym typeface="Georgia"/>
            </a:endParaRPr>
          </a:p>
        </p:txBody>
      </p:sp>
      <p:sp>
        <p:nvSpPr>
          <p:cNvPr id="2439" name="Google Shape;2439;p244"/>
          <p:cNvSpPr txBox="1"/>
          <p:nvPr/>
        </p:nvSpPr>
        <p:spPr>
          <a:xfrm>
            <a:off x="2805075" y="2160600"/>
            <a:ext cx="2431500" cy="105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000" i="0" u="none" strike="noStrike" cap="none">
                <a:latin typeface="Georgia"/>
                <a:ea typeface="Georgia"/>
                <a:cs typeface="Georgia"/>
                <a:sym typeface="Georgia"/>
              </a:rPr>
              <a:t>Pulse surveys allow “voice of the employee” feedback to inform future strategy decisions, while usage analytics track who’s using the app, how frequently, how long, what sections are they visiting, and overall app traffic.</a:t>
            </a:r>
            <a:endParaRPr sz="1000" i="0" u="none" strike="noStrike" cap="none">
              <a:latin typeface="Georgia"/>
              <a:ea typeface="Georgia"/>
              <a:cs typeface="Georgia"/>
              <a:sym typeface="Georgia"/>
            </a:endParaRPr>
          </a:p>
          <a:p>
            <a:pPr marL="0" marR="0" lvl="0" indent="0" algn="l" rtl="0">
              <a:lnSpc>
                <a:spcPct val="100000"/>
              </a:lnSpc>
              <a:spcBef>
                <a:spcPts val="0"/>
              </a:spcBef>
              <a:spcAft>
                <a:spcPts val="0"/>
              </a:spcAft>
              <a:buClr>
                <a:schemeClr val="dk1"/>
              </a:buClr>
              <a:buSzPts val="1100"/>
              <a:buFont typeface="Arial"/>
              <a:buNone/>
            </a:pPr>
            <a:endParaRPr sz="1000" i="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i="0" u="none" strike="noStrike" cap="none">
              <a:latin typeface="Georgia"/>
              <a:ea typeface="Georgia"/>
              <a:cs typeface="Georgia"/>
              <a:sym typeface="Georgia"/>
            </a:endParaRPr>
          </a:p>
        </p:txBody>
      </p:sp>
      <p:sp>
        <p:nvSpPr>
          <p:cNvPr id="2440" name="Google Shape;2440;p244"/>
          <p:cNvSpPr txBox="1"/>
          <p:nvPr/>
        </p:nvSpPr>
        <p:spPr>
          <a:xfrm>
            <a:off x="2805063" y="1868413"/>
            <a:ext cx="2213400" cy="355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i="0" u="none" strike="noStrike" cap="none">
                <a:latin typeface="Georgia"/>
                <a:ea typeface="Georgia"/>
                <a:cs typeface="Georgia"/>
                <a:sym typeface="Georgia"/>
              </a:rPr>
              <a:t>Track user engagement</a:t>
            </a:r>
            <a:endParaRPr sz="1500" i="0" u="none" strike="noStrike" cap="none">
              <a:latin typeface="Georgia"/>
              <a:ea typeface="Georgia"/>
              <a:cs typeface="Georgia"/>
              <a:sym typeface="Georgia"/>
            </a:endParaRPr>
          </a:p>
        </p:txBody>
      </p:sp>
      <p:pic>
        <p:nvPicPr>
          <p:cNvPr id="2441" name="Google Shape;2441;p244"/>
          <p:cNvPicPr preferRelativeResize="0"/>
          <p:nvPr/>
        </p:nvPicPr>
        <p:blipFill rotWithShape="1">
          <a:blip r:embed="rId3">
            <a:alphaModFix/>
          </a:blip>
          <a:srcRect/>
          <a:stretch/>
        </p:blipFill>
        <p:spPr>
          <a:xfrm>
            <a:off x="5551280" y="1461334"/>
            <a:ext cx="2789894" cy="1464700"/>
          </a:xfrm>
          <a:prstGeom prst="rect">
            <a:avLst/>
          </a:prstGeom>
          <a:noFill/>
          <a:ln w="9525" cap="flat" cmpd="sng">
            <a:solidFill>
              <a:srgbClr val="666666"/>
            </a:solidFill>
            <a:prstDash val="solid"/>
            <a:round/>
            <a:headEnd type="none" w="sm" len="sm"/>
            <a:tailEnd type="none" w="sm" len="sm"/>
          </a:ln>
        </p:spPr>
      </p:pic>
      <p:grpSp>
        <p:nvGrpSpPr>
          <p:cNvPr id="2442" name="Google Shape;2442;p244"/>
          <p:cNvGrpSpPr/>
          <p:nvPr/>
        </p:nvGrpSpPr>
        <p:grpSpPr>
          <a:xfrm>
            <a:off x="8056313" y="2045961"/>
            <a:ext cx="764019" cy="1340707"/>
            <a:chOff x="6319290" y="6099273"/>
            <a:chExt cx="980266" cy="1720178"/>
          </a:xfrm>
        </p:grpSpPr>
        <p:pic>
          <p:nvPicPr>
            <p:cNvPr id="2443" name="Google Shape;2443;p244"/>
            <p:cNvPicPr preferRelativeResize="0"/>
            <p:nvPr/>
          </p:nvPicPr>
          <p:blipFill rotWithShape="1">
            <a:blip r:embed="rId4">
              <a:alphaModFix/>
            </a:blip>
            <a:srcRect/>
            <a:stretch/>
          </p:blipFill>
          <p:spPr>
            <a:xfrm>
              <a:off x="6319290" y="6099273"/>
              <a:ext cx="980266" cy="1720178"/>
            </a:xfrm>
            <a:prstGeom prst="rect">
              <a:avLst/>
            </a:prstGeom>
            <a:noFill/>
            <a:ln>
              <a:noFill/>
            </a:ln>
            <a:effectLst>
              <a:outerShdw blurRad="57150" dist="19050" dir="5400000" algn="bl" rotWithShape="0">
                <a:srgbClr val="000000">
                  <a:alpha val="49800"/>
                </a:srgbClr>
              </a:outerShdw>
            </a:effectLst>
          </p:spPr>
        </p:pic>
        <p:pic>
          <p:nvPicPr>
            <p:cNvPr id="2444" name="Google Shape;2444;p244"/>
            <p:cNvPicPr preferRelativeResize="0"/>
            <p:nvPr/>
          </p:nvPicPr>
          <p:blipFill rotWithShape="1">
            <a:blip r:embed="rId5">
              <a:alphaModFix/>
            </a:blip>
            <a:srcRect/>
            <a:stretch/>
          </p:blipFill>
          <p:spPr>
            <a:xfrm>
              <a:off x="6434518" y="6296416"/>
              <a:ext cx="749808" cy="1325882"/>
            </a:xfrm>
            <a:prstGeom prst="rect">
              <a:avLst/>
            </a:prstGeom>
            <a:noFill/>
            <a:ln>
              <a:noFill/>
            </a:ln>
            <a:effectLst>
              <a:outerShdw blurRad="57150" dist="19050" dir="5400000" algn="bl" rotWithShape="0">
                <a:srgbClr val="000000">
                  <a:alpha val="49800"/>
                </a:srgbClr>
              </a:outerShdw>
            </a:effectLst>
          </p:spPr>
        </p:pic>
      </p:grpSp>
      <p:grpSp>
        <p:nvGrpSpPr>
          <p:cNvPr id="2445" name="Google Shape;2445;p244"/>
          <p:cNvGrpSpPr/>
          <p:nvPr/>
        </p:nvGrpSpPr>
        <p:grpSpPr>
          <a:xfrm>
            <a:off x="7271932" y="2368352"/>
            <a:ext cx="759365" cy="1336287"/>
            <a:chOff x="3797706" y="2134876"/>
            <a:chExt cx="1264975" cy="2221223"/>
          </a:xfrm>
        </p:grpSpPr>
        <p:pic>
          <p:nvPicPr>
            <p:cNvPr id="2446" name="Google Shape;2446;p244"/>
            <p:cNvPicPr preferRelativeResize="0"/>
            <p:nvPr/>
          </p:nvPicPr>
          <p:blipFill rotWithShape="1">
            <a:blip r:embed="rId6">
              <a:alphaModFix/>
            </a:blip>
            <a:srcRect l="21156" r="21896"/>
            <a:stretch/>
          </p:blipFill>
          <p:spPr>
            <a:xfrm>
              <a:off x="3797706" y="2134876"/>
              <a:ext cx="1264975" cy="2221223"/>
            </a:xfrm>
            <a:prstGeom prst="rect">
              <a:avLst/>
            </a:prstGeom>
            <a:noFill/>
            <a:ln>
              <a:noFill/>
            </a:ln>
            <a:effectLst>
              <a:outerShdw blurRad="57150" dist="19050" dir="5400000" algn="bl" rotWithShape="0">
                <a:srgbClr val="000000">
                  <a:alpha val="49800"/>
                </a:srgbClr>
              </a:outerShdw>
            </a:effectLst>
          </p:spPr>
        </p:pic>
        <p:pic>
          <p:nvPicPr>
            <p:cNvPr id="2447" name="Google Shape;2447;p244"/>
            <p:cNvPicPr preferRelativeResize="0"/>
            <p:nvPr/>
          </p:nvPicPr>
          <p:blipFill rotWithShape="1">
            <a:blip r:embed="rId7">
              <a:alphaModFix/>
            </a:blip>
            <a:srcRect/>
            <a:stretch/>
          </p:blipFill>
          <p:spPr>
            <a:xfrm>
              <a:off x="3954646" y="2386375"/>
              <a:ext cx="965661" cy="1716720"/>
            </a:xfrm>
            <a:prstGeom prst="rect">
              <a:avLst/>
            </a:prstGeom>
            <a:noFill/>
            <a:ln>
              <a:noFill/>
            </a:ln>
            <a:effectLst>
              <a:outerShdw blurRad="57150" dist="19050" dir="5400000" algn="bl" rotWithShape="0">
                <a:srgbClr val="000000">
                  <a:alpha val="49800"/>
                </a:srgbClr>
              </a:outerShdw>
            </a:effectLst>
          </p:spPr>
        </p:pic>
      </p:grpSp>
      <p:grpSp>
        <p:nvGrpSpPr>
          <p:cNvPr id="2448" name="Google Shape;2448;p244"/>
          <p:cNvGrpSpPr/>
          <p:nvPr/>
        </p:nvGrpSpPr>
        <p:grpSpPr>
          <a:xfrm>
            <a:off x="6513784" y="2725210"/>
            <a:ext cx="757973" cy="1330096"/>
            <a:chOff x="6304185" y="2050151"/>
            <a:chExt cx="978408" cy="1716917"/>
          </a:xfrm>
        </p:grpSpPr>
        <p:pic>
          <p:nvPicPr>
            <p:cNvPr id="2449" name="Google Shape;2449;p244"/>
            <p:cNvPicPr preferRelativeResize="0"/>
            <p:nvPr/>
          </p:nvPicPr>
          <p:blipFill rotWithShape="1">
            <a:blip r:embed="rId4">
              <a:alphaModFix/>
            </a:blip>
            <a:srcRect/>
            <a:stretch/>
          </p:blipFill>
          <p:spPr>
            <a:xfrm>
              <a:off x="6304185" y="2050151"/>
              <a:ext cx="978408" cy="1716917"/>
            </a:xfrm>
            <a:prstGeom prst="rect">
              <a:avLst/>
            </a:prstGeom>
            <a:noFill/>
            <a:ln>
              <a:noFill/>
            </a:ln>
            <a:effectLst>
              <a:outerShdw blurRad="57150" dist="19050" dir="5400000" algn="bl" rotWithShape="0">
                <a:srgbClr val="000000">
                  <a:alpha val="49800"/>
                </a:srgbClr>
              </a:outerShdw>
            </a:effectLst>
          </p:spPr>
        </p:pic>
        <p:pic>
          <p:nvPicPr>
            <p:cNvPr id="2450" name="Google Shape;2450;p244"/>
            <p:cNvPicPr preferRelativeResize="0"/>
            <p:nvPr/>
          </p:nvPicPr>
          <p:blipFill rotWithShape="1">
            <a:blip r:embed="rId8">
              <a:alphaModFix/>
            </a:blip>
            <a:srcRect/>
            <a:stretch/>
          </p:blipFill>
          <p:spPr>
            <a:xfrm>
              <a:off x="6408677" y="2242553"/>
              <a:ext cx="776573" cy="1325876"/>
            </a:xfrm>
            <a:prstGeom prst="rect">
              <a:avLst/>
            </a:prstGeom>
            <a:noFill/>
            <a:ln>
              <a:noFill/>
            </a:ln>
            <a:effectLst>
              <a:outerShdw blurRad="57150" dist="19050" dir="5400000" algn="bl" rotWithShape="0">
                <a:srgbClr val="000000">
                  <a:alpha val="49800"/>
                </a:srgbClr>
              </a:outerShdw>
            </a:effectLst>
          </p:spPr>
        </p:pic>
      </p:grpSp>
      <p:cxnSp>
        <p:nvCxnSpPr>
          <p:cNvPr id="2451" name="Google Shape;2451;p244"/>
          <p:cNvCxnSpPr/>
          <p:nvPr/>
        </p:nvCxnSpPr>
        <p:spPr>
          <a:xfrm>
            <a:off x="340000" y="1716000"/>
            <a:ext cx="4670400" cy="0"/>
          </a:xfrm>
          <a:prstGeom prst="straightConnector1">
            <a:avLst/>
          </a:prstGeom>
          <a:noFill/>
          <a:ln w="19050" cap="flat" cmpd="sng">
            <a:solidFill>
              <a:schemeClr val="dk2"/>
            </a:solidFill>
            <a:prstDash val="dot"/>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55"/>
        <p:cNvGrpSpPr/>
        <p:nvPr/>
      </p:nvGrpSpPr>
      <p:grpSpPr>
        <a:xfrm>
          <a:off x="0" y="0"/>
          <a:ext cx="0" cy="0"/>
          <a:chOff x="0" y="0"/>
          <a:chExt cx="0" cy="0"/>
        </a:xfrm>
      </p:grpSpPr>
      <p:sp>
        <p:nvSpPr>
          <p:cNvPr id="2456" name="Google Shape;2456;p245"/>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21</a:t>
            </a:fld>
            <a:endParaRPr/>
          </a:p>
        </p:txBody>
      </p:sp>
      <p:sp>
        <p:nvSpPr>
          <p:cNvPr id="2457" name="Google Shape;2457;p245"/>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a:solidFill>
                  <a:schemeClr val="dk1"/>
                </a:solidFill>
                <a:latin typeface="Georgia"/>
                <a:ea typeface="Georgia"/>
                <a:cs typeface="Georgia"/>
                <a:sym typeface="Georgia"/>
              </a:rPr>
              <a:t>PwC’s AdoptIQ: intelligent adoption for enterprise digital</a:t>
            </a:r>
            <a:endParaRPr sz="2000" b="0" i="0" u="none" strike="noStrike" cap="none">
              <a:solidFill>
                <a:schemeClr val="dk1"/>
              </a:solidFill>
              <a:latin typeface="Georgia"/>
              <a:ea typeface="Georgia"/>
              <a:cs typeface="Georgia"/>
              <a:sym typeface="Georgia"/>
            </a:endParaRPr>
          </a:p>
        </p:txBody>
      </p:sp>
      <p:sp>
        <p:nvSpPr>
          <p:cNvPr id="2458" name="Google Shape;2458;p245"/>
          <p:cNvSpPr txBox="1"/>
          <p:nvPr/>
        </p:nvSpPr>
        <p:spPr>
          <a:xfrm>
            <a:off x="260726" y="3110600"/>
            <a:ext cx="4871700" cy="1473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100" b="1">
                <a:solidFill>
                  <a:schemeClr val="dk2"/>
                </a:solidFill>
                <a:latin typeface="Georgia"/>
                <a:ea typeface="Georgia"/>
                <a:cs typeface="Georgia"/>
                <a:sym typeface="Georgia"/>
              </a:rPr>
              <a:t>AdoptIQ Features:</a:t>
            </a:r>
            <a:endParaRPr sz="11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endParaRPr sz="1100" b="1">
              <a:solidFill>
                <a:schemeClr val="dk2"/>
              </a:solidFill>
              <a:latin typeface="Georgia"/>
              <a:ea typeface="Georgia"/>
              <a:cs typeface="Georgia"/>
              <a:sym typeface="Georgia"/>
            </a:endParaRPr>
          </a:p>
          <a:p>
            <a:pPr marL="457200" lvl="0" indent="-298450" algn="l" rtl="0">
              <a:lnSpc>
                <a:spcPct val="115000"/>
              </a:lnSpc>
              <a:spcBef>
                <a:spcPts val="0"/>
              </a:spcBef>
              <a:spcAft>
                <a:spcPts val="0"/>
              </a:spcAft>
              <a:buClr>
                <a:srgbClr val="7C7C7B"/>
              </a:buClr>
              <a:buSzPts val="1100"/>
              <a:buFont typeface="Georgia"/>
              <a:buChar char="•"/>
            </a:pPr>
            <a:r>
              <a:rPr lang="en" sz="1100" b="1">
                <a:solidFill>
                  <a:schemeClr val="dk1"/>
                </a:solidFill>
                <a:latin typeface="Georgia"/>
                <a:ea typeface="Georgia"/>
                <a:cs typeface="Georgia"/>
                <a:sym typeface="Georgia"/>
              </a:rPr>
              <a:t>Campaign Communications</a:t>
            </a:r>
            <a:r>
              <a:rPr lang="en" sz="1100">
                <a:solidFill>
                  <a:schemeClr val="dk1"/>
                </a:solidFill>
                <a:latin typeface="Georgia"/>
                <a:ea typeface="Georgia"/>
                <a:cs typeface="Georgia"/>
                <a:sym typeface="Georgia"/>
              </a:rPr>
              <a:t>: Building excitement and awareness.</a:t>
            </a:r>
            <a:endParaRPr sz="1100">
              <a:solidFill>
                <a:schemeClr val="dk1"/>
              </a:solidFill>
              <a:latin typeface="Georgia"/>
              <a:ea typeface="Georgia"/>
              <a:cs typeface="Georgia"/>
              <a:sym typeface="Georgia"/>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Georgia"/>
                <a:ea typeface="Georgia"/>
                <a:cs typeface="Georgia"/>
                <a:sym typeface="Georgia"/>
              </a:rPr>
              <a:t>Campaign Sites</a:t>
            </a:r>
            <a:r>
              <a:rPr lang="en" sz="1100">
                <a:solidFill>
                  <a:schemeClr val="dk1"/>
                </a:solidFill>
                <a:latin typeface="Georgia"/>
                <a:ea typeface="Georgia"/>
                <a:cs typeface="Georgia"/>
                <a:sym typeface="Georgia"/>
              </a:rPr>
              <a:t>: Removing resistance to change.</a:t>
            </a:r>
            <a:endParaRPr sz="1100">
              <a:solidFill>
                <a:schemeClr val="dk1"/>
              </a:solidFill>
              <a:latin typeface="Georgia"/>
              <a:ea typeface="Georgia"/>
              <a:cs typeface="Georgia"/>
              <a:sym typeface="Georgia"/>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Georgia"/>
                <a:ea typeface="Georgia"/>
                <a:cs typeface="Georgia"/>
                <a:sym typeface="Georgia"/>
              </a:rPr>
              <a:t>WorkSmart</a:t>
            </a:r>
            <a:r>
              <a:rPr lang="en" sz="1100">
                <a:solidFill>
                  <a:schemeClr val="dk1"/>
                </a:solidFill>
                <a:latin typeface="Georgia"/>
                <a:ea typeface="Georgia"/>
                <a:cs typeface="Georgia"/>
                <a:sym typeface="Georgia"/>
              </a:rPr>
              <a:t>: Incentivizing the right behaviors.</a:t>
            </a:r>
            <a:endParaRPr sz="1100">
              <a:solidFill>
                <a:schemeClr val="dk1"/>
              </a:solidFill>
              <a:latin typeface="Georgia"/>
              <a:ea typeface="Georgia"/>
              <a:cs typeface="Georgia"/>
              <a:sym typeface="Georgia"/>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Georgia"/>
                <a:ea typeface="Georgia"/>
                <a:cs typeface="Georgia"/>
                <a:sym typeface="Georgia"/>
              </a:rPr>
              <a:t>Shortcuts</a:t>
            </a:r>
            <a:r>
              <a:rPr lang="en" sz="1100">
                <a:solidFill>
                  <a:schemeClr val="dk1"/>
                </a:solidFill>
                <a:latin typeface="Georgia"/>
                <a:ea typeface="Georgia"/>
                <a:cs typeface="Georgia"/>
                <a:sym typeface="Georgia"/>
              </a:rPr>
              <a:t>: Training that doesn’t feel like it.</a:t>
            </a:r>
            <a:endParaRPr sz="1100">
              <a:solidFill>
                <a:schemeClr val="dk1"/>
              </a:solidFill>
              <a:latin typeface="Georgia"/>
              <a:ea typeface="Georgia"/>
              <a:cs typeface="Georgia"/>
              <a:sym typeface="Georgia"/>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Georgia"/>
                <a:ea typeface="Georgia"/>
                <a:cs typeface="Georgia"/>
                <a:sym typeface="Georgia"/>
              </a:rPr>
              <a:t>Active Analytics</a:t>
            </a:r>
            <a:r>
              <a:rPr lang="en" sz="1100">
                <a:solidFill>
                  <a:schemeClr val="dk1"/>
                </a:solidFill>
                <a:latin typeface="Georgia"/>
                <a:ea typeface="Georgia"/>
                <a:cs typeface="Georgia"/>
                <a:sym typeface="Georgia"/>
              </a:rPr>
              <a:t>: Making adoption analytics actionable.</a:t>
            </a:r>
            <a:endParaRPr sz="1100">
              <a:latin typeface="Georgia"/>
              <a:ea typeface="Georgia"/>
              <a:cs typeface="Georgia"/>
              <a:sym typeface="Georgia"/>
            </a:endParaRPr>
          </a:p>
        </p:txBody>
      </p:sp>
      <p:sp>
        <p:nvSpPr>
          <p:cNvPr id="2459" name="Google Shape;2459;p245"/>
          <p:cNvSpPr txBox="1"/>
          <p:nvPr/>
        </p:nvSpPr>
        <p:spPr>
          <a:xfrm>
            <a:off x="260726" y="1135400"/>
            <a:ext cx="4399500" cy="11415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b="1">
                <a:solidFill>
                  <a:schemeClr val="dk2"/>
                </a:solidFill>
                <a:latin typeface="Georgia"/>
                <a:ea typeface="Georgia"/>
                <a:cs typeface="Georgia"/>
                <a:sym typeface="Georgia"/>
              </a:rPr>
              <a:t>Adopt IQ is a continuous adoption platform</a:t>
            </a:r>
            <a:r>
              <a:rPr lang="en" sz="1200">
                <a:solidFill>
                  <a:schemeClr val="dk1"/>
                </a:solidFill>
                <a:latin typeface="Georgia"/>
                <a:ea typeface="Georgia"/>
                <a:cs typeface="Georgia"/>
                <a:sym typeface="Georgia"/>
              </a:rPr>
              <a:t> that gives you one consistent, engaging way to learn across all of the enterprise systems in your organization, now and in the future. That means you don’t have to reinvent the wheel every time you introduce something new into your ecosystem. It means you spend less time and money getting your people up to speed on new tools and more time seeing results.</a:t>
            </a:r>
            <a:endParaRPr sz="1200">
              <a:latin typeface="Georgia"/>
              <a:ea typeface="Georgia"/>
              <a:cs typeface="Georgia"/>
              <a:sym typeface="Georgia"/>
            </a:endParaRPr>
          </a:p>
        </p:txBody>
      </p:sp>
      <p:cxnSp>
        <p:nvCxnSpPr>
          <p:cNvPr id="2460" name="Google Shape;2460;p245"/>
          <p:cNvCxnSpPr/>
          <p:nvPr/>
        </p:nvCxnSpPr>
        <p:spPr>
          <a:xfrm>
            <a:off x="231287" y="3389573"/>
            <a:ext cx="4820400" cy="0"/>
          </a:xfrm>
          <a:prstGeom prst="straightConnector1">
            <a:avLst/>
          </a:prstGeom>
          <a:noFill/>
          <a:ln w="19050" cap="flat" cmpd="sng">
            <a:solidFill>
              <a:schemeClr val="dk2"/>
            </a:solidFill>
            <a:prstDash val="dot"/>
            <a:round/>
            <a:headEnd type="none" w="sm" len="sm"/>
            <a:tailEnd type="none" w="sm" len="sm"/>
          </a:ln>
        </p:spPr>
      </p:cxnSp>
      <p:pic>
        <p:nvPicPr>
          <p:cNvPr id="2461" name="Google Shape;2461;p245"/>
          <p:cNvPicPr preferRelativeResize="0"/>
          <p:nvPr/>
        </p:nvPicPr>
        <p:blipFill>
          <a:blip r:embed="rId3">
            <a:alphaModFix/>
          </a:blip>
          <a:stretch>
            <a:fillRect/>
          </a:stretch>
        </p:blipFill>
        <p:spPr>
          <a:xfrm>
            <a:off x="4962050" y="1013949"/>
            <a:ext cx="2731800" cy="1940700"/>
          </a:xfrm>
          <a:prstGeom prst="roundRect">
            <a:avLst>
              <a:gd name="adj" fmla="val 2591"/>
            </a:avLst>
          </a:prstGeom>
          <a:noFill/>
          <a:ln w="9525" cap="flat" cmpd="sng">
            <a:solidFill>
              <a:srgbClr val="666666"/>
            </a:solidFill>
            <a:prstDash val="solid"/>
            <a:round/>
            <a:headEnd type="none" w="sm" len="sm"/>
            <a:tailEnd type="none" w="sm" len="sm"/>
          </a:ln>
          <a:effectLst>
            <a:outerShdw blurRad="142875" dist="95250" dir="3300000" algn="bl" rotWithShape="0">
              <a:srgbClr val="000000">
                <a:alpha val="20000"/>
              </a:srgbClr>
            </a:outerShdw>
          </a:effectLst>
        </p:spPr>
      </p:pic>
      <p:pic>
        <p:nvPicPr>
          <p:cNvPr id="2462" name="Google Shape;2462;p245"/>
          <p:cNvPicPr preferRelativeResize="0"/>
          <p:nvPr/>
        </p:nvPicPr>
        <p:blipFill rotWithShape="1">
          <a:blip r:embed="rId4">
            <a:alphaModFix/>
          </a:blip>
          <a:srcRect b="22809"/>
          <a:stretch/>
        </p:blipFill>
        <p:spPr>
          <a:xfrm>
            <a:off x="6041545" y="1716325"/>
            <a:ext cx="2730300" cy="1940700"/>
          </a:xfrm>
          <a:prstGeom prst="roundRect">
            <a:avLst>
              <a:gd name="adj" fmla="val 2591"/>
            </a:avLst>
          </a:prstGeom>
          <a:noFill/>
          <a:ln w="9525" cap="flat" cmpd="sng">
            <a:solidFill>
              <a:srgbClr val="666666"/>
            </a:solidFill>
            <a:prstDash val="solid"/>
            <a:round/>
            <a:headEnd type="none" w="sm" len="sm"/>
            <a:tailEnd type="none" w="sm" len="sm"/>
          </a:ln>
          <a:effectLst>
            <a:outerShdw blurRad="142875" dist="95250" dir="3300000" algn="bl" rotWithShape="0">
              <a:srgbClr val="000000">
                <a:alpha val="20000"/>
              </a:srgbClr>
            </a:outerShdw>
          </a:effectLst>
        </p:spPr>
      </p:pic>
      <p:pic>
        <p:nvPicPr>
          <p:cNvPr id="2463" name="Google Shape;2463;p245"/>
          <p:cNvPicPr preferRelativeResize="0"/>
          <p:nvPr/>
        </p:nvPicPr>
        <p:blipFill rotWithShape="1">
          <a:blip r:embed="rId5">
            <a:alphaModFix/>
          </a:blip>
          <a:srcRect l="9" r="19"/>
          <a:stretch/>
        </p:blipFill>
        <p:spPr>
          <a:xfrm>
            <a:off x="5528058" y="2737866"/>
            <a:ext cx="2730300" cy="1940700"/>
          </a:xfrm>
          <a:prstGeom prst="roundRect">
            <a:avLst>
              <a:gd name="adj" fmla="val 2591"/>
            </a:avLst>
          </a:prstGeom>
          <a:noFill/>
          <a:ln w="9525" cap="flat" cmpd="sng">
            <a:solidFill>
              <a:srgbClr val="666666"/>
            </a:solidFill>
            <a:prstDash val="solid"/>
            <a:round/>
            <a:headEnd type="none" w="sm" len="sm"/>
            <a:tailEnd type="none" w="sm" len="sm"/>
          </a:ln>
          <a:effectLst>
            <a:outerShdw blurRad="142875" dist="95250" dir="33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7"/>
        <p:cNvGrpSpPr/>
        <p:nvPr/>
      </p:nvGrpSpPr>
      <p:grpSpPr>
        <a:xfrm>
          <a:off x="0" y="0"/>
          <a:ext cx="0" cy="0"/>
          <a:chOff x="0" y="0"/>
          <a:chExt cx="0" cy="0"/>
        </a:xfrm>
      </p:grpSpPr>
      <p:sp>
        <p:nvSpPr>
          <p:cNvPr id="2468" name="Google Shape;2468;p246"/>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22</a:t>
            </a:fld>
            <a:endParaRPr/>
          </a:p>
        </p:txBody>
      </p:sp>
      <p:sp>
        <p:nvSpPr>
          <p:cNvPr id="2469" name="Google Shape;2469;p246"/>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sz="2000">
                <a:solidFill>
                  <a:schemeClr val="dk1"/>
                </a:solidFill>
                <a:latin typeface="Georgia"/>
                <a:ea typeface="Georgia"/>
                <a:cs typeface="Georgia"/>
                <a:sym typeface="Georgia"/>
              </a:rPr>
              <a:t>WalkMe is an in-app tool that can enable a seamless training journey</a:t>
            </a:r>
            <a:endParaRPr sz="2000" b="0" i="0" u="none" strike="noStrike" cap="none">
              <a:solidFill>
                <a:schemeClr val="dk1"/>
              </a:solidFill>
              <a:latin typeface="Georgia"/>
              <a:ea typeface="Georgia"/>
              <a:cs typeface="Georgia"/>
              <a:sym typeface="Georgia"/>
            </a:endParaRPr>
          </a:p>
        </p:txBody>
      </p:sp>
      <p:pic>
        <p:nvPicPr>
          <p:cNvPr id="2470" name="Google Shape;2470;p246"/>
          <p:cNvPicPr preferRelativeResize="0"/>
          <p:nvPr/>
        </p:nvPicPr>
        <p:blipFill rotWithShape="1">
          <a:blip r:embed="rId3">
            <a:alphaModFix/>
          </a:blip>
          <a:srcRect l="56153" r="23305" b="71509"/>
          <a:stretch/>
        </p:blipFill>
        <p:spPr>
          <a:xfrm>
            <a:off x="6151199" y="1120469"/>
            <a:ext cx="2607050" cy="913475"/>
          </a:xfrm>
          <a:prstGeom prst="rect">
            <a:avLst/>
          </a:prstGeom>
          <a:noFill/>
          <a:ln>
            <a:noFill/>
          </a:ln>
        </p:spPr>
      </p:pic>
      <p:sp>
        <p:nvSpPr>
          <p:cNvPr id="2471" name="Google Shape;2471;p246"/>
          <p:cNvSpPr txBox="1"/>
          <p:nvPr/>
        </p:nvSpPr>
        <p:spPr>
          <a:xfrm>
            <a:off x="363675" y="892775"/>
            <a:ext cx="5524200" cy="13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Clr>
                <a:schemeClr val="dk1"/>
              </a:buClr>
              <a:buSzPts val="1100"/>
              <a:buFont typeface="Arial"/>
              <a:buNone/>
            </a:pPr>
            <a:r>
              <a:rPr lang="en" b="1">
                <a:solidFill>
                  <a:schemeClr val="dk2"/>
                </a:solidFill>
                <a:latin typeface="Georgia"/>
                <a:ea typeface="Georgia"/>
                <a:cs typeface="Georgia"/>
                <a:sym typeface="Georgia"/>
              </a:rPr>
              <a:t>WalkMe is a digital adoption platform</a:t>
            </a:r>
            <a:r>
              <a:rPr lang="en">
                <a:solidFill>
                  <a:srgbClr val="666666"/>
                </a:solidFill>
                <a:latin typeface="Georgia"/>
                <a:ea typeface="Georgia"/>
                <a:cs typeface="Georgia"/>
                <a:sym typeface="Georgia"/>
              </a:rPr>
              <a:t> that delivers </a:t>
            </a:r>
            <a:r>
              <a:rPr lang="en" b="1">
                <a:solidFill>
                  <a:srgbClr val="666666"/>
                </a:solidFill>
                <a:latin typeface="Georgia"/>
                <a:ea typeface="Georgia"/>
                <a:cs typeface="Georgia"/>
                <a:sym typeface="Georgia"/>
              </a:rPr>
              <a:t>embedded content </a:t>
            </a:r>
            <a:r>
              <a:rPr lang="en">
                <a:solidFill>
                  <a:srgbClr val="666666"/>
                </a:solidFill>
                <a:latin typeface="Georgia"/>
                <a:ea typeface="Georgia"/>
                <a:cs typeface="Georgia"/>
                <a:sym typeface="Georgia"/>
              </a:rPr>
              <a:t>to users on-demand as they navigate through the technology platforms they use.  It is a </a:t>
            </a:r>
            <a:r>
              <a:rPr lang="en" b="1">
                <a:solidFill>
                  <a:srgbClr val="666666"/>
                </a:solidFill>
                <a:latin typeface="Georgia"/>
                <a:ea typeface="Georgia"/>
                <a:cs typeface="Georgia"/>
                <a:sym typeface="Georgia"/>
              </a:rPr>
              <a:t>cloud-based, in-app tool </a:t>
            </a:r>
            <a:r>
              <a:rPr lang="en">
                <a:solidFill>
                  <a:srgbClr val="666666"/>
                </a:solidFill>
                <a:latin typeface="Georgia"/>
                <a:ea typeface="Georgia"/>
                <a:cs typeface="Georgia"/>
                <a:sym typeface="Georgia"/>
              </a:rPr>
              <a:t>that fosters an </a:t>
            </a:r>
            <a:r>
              <a:rPr lang="en" b="1">
                <a:solidFill>
                  <a:srgbClr val="666666"/>
                </a:solidFill>
                <a:latin typeface="Georgia"/>
                <a:ea typeface="Georgia"/>
                <a:cs typeface="Georgia"/>
                <a:sym typeface="Georgia"/>
              </a:rPr>
              <a:t>optimal user journey</a:t>
            </a:r>
            <a:r>
              <a:rPr lang="en">
                <a:solidFill>
                  <a:srgbClr val="666666"/>
                </a:solidFill>
                <a:latin typeface="Georgia"/>
                <a:ea typeface="Georgia"/>
                <a:cs typeface="Georgia"/>
                <a:sym typeface="Georgia"/>
              </a:rPr>
              <a:t>, reducing the need for support and ensuring user adoption through intelligent guidance.</a:t>
            </a:r>
            <a:endParaRPr>
              <a:solidFill>
                <a:srgbClr val="666666"/>
              </a:solidFill>
              <a:latin typeface="Georgia"/>
              <a:ea typeface="Georgia"/>
              <a:cs typeface="Georgia"/>
              <a:sym typeface="Georgia"/>
            </a:endParaRPr>
          </a:p>
          <a:p>
            <a:pPr marL="0" lvl="0" indent="0" algn="l" rtl="0">
              <a:spcBef>
                <a:spcPts val="0"/>
              </a:spcBef>
              <a:spcAft>
                <a:spcPts val="0"/>
              </a:spcAft>
              <a:buNone/>
            </a:pPr>
            <a:endParaRPr/>
          </a:p>
        </p:txBody>
      </p:sp>
      <p:sp>
        <p:nvSpPr>
          <p:cNvPr id="2472" name="Google Shape;2472;p246"/>
          <p:cNvSpPr txBox="1"/>
          <p:nvPr/>
        </p:nvSpPr>
        <p:spPr>
          <a:xfrm>
            <a:off x="363675" y="2669550"/>
            <a:ext cx="7165800" cy="9861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2"/>
                </a:solidFill>
                <a:latin typeface="Georgia"/>
                <a:ea typeface="Georgia"/>
                <a:cs typeface="Georgia"/>
                <a:sym typeface="Georgia"/>
              </a:rPr>
              <a:t>Benefits of the tool:</a:t>
            </a:r>
            <a:endParaRPr sz="1200" b="1">
              <a:solidFill>
                <a:schemeClr val="dk2"/>
              </a:solidFill>
              <a:latin typeface="Georgia"/>
              <a:ea typeface="Georgia"/>
              <a:cs typeface="Georgia"/>
              <a:sym typeface="Georgia"/>
            </a:endParaRPr>
          </a:p>
          <a:p>
            <a:pPr marL="457200" lvl="0" indent="-304800" algn="l" rtl="0">
              <a:spcBef>
                <a:spcPts val="300"/>
              </a:spcBef>
              <a:spcAft>
                <a:spcPts val="0"/>
              </a:spcAft>
              <a:buClr>
                <a:srgbClr val="666666"/>
              </a:buClr>
              <a:buSzPts val="1200"/>
              <a:buFont typeface="Georgia"/>
              <a:buChar char="●"/>
            </a:pPr>
            <a:r>
              <a:rPr lang="en" sz="1200" b="1">
                <a:solidFill>
                  <a:schemeClr val="dk2"/>
                </a:solidFill>
                <a:latin typeface="Georgia"/>
                <a:ea typeface="Georgia"/>
                <a:cs typeface="Georgia"/>
                <a:sym typeface="Georgia"/>
              </a:rPr>
              <a:t>Guidance:</a:t>
            </a:r>
            <a:r>
              <a:rPr lang="en" sz="1200" b="1">
                <a:solidFill>
                  <a:srgbClr val="666666"/>
                </a:solidFill>
                <a:latin typeface="Georgia"/>
                <a:ea typeface="Georgia"/>
                <a:cs typeface="Georgia"/>
                <a:sym typeface="Georgia"/>
              </a:rPr>
              <a:t> </a:t>
            </a:r>
            <a:r>
              <a:rPr lang="en" sz="1200">
                <a:solidFill>
                  <a:srgbClr val="666666"/>
                </a:solidFill>
                <a:latin typeface="Georgia"/>
                <a:ea typeface="Georgia"/>
                <a:cs typeface="Georgia"/>
                <a:sym typeface="Georgia"/>
              </a:rPr>
              <a:t>Drive users to action and ensure true adoption with a layer of visual clues and strategically placed content.</a:t>
            </a:r>
            <a:endParaRPr sz="1200">
              <a:solidFill>
                <a:srgbClr val="666666"/>
              </a:solidFill>
              <a:latin typeface="Georgia"/>
              <a:ea typeface="Georgia"/>
              <a:cs typeface="Georgia"/>
              <a:sym typeface="Georgia"/>
            </a:endParaRPr>
          </a:p>
          <a:p>
            <a:pPr marL="457200" lvl="0" indent="-304800" algn="l" rtl="0">
              <a:spcBef>
                <a:spcPts val="300"/>
              </a:spcBef>
              <a:spcAft>
                <a:spcPts val="0"/>
              </a:spcAft>
              <a:buClr>
                <a:srgbClr val="666666"/>
              </a:buClr>
              <a:buSzPts val="1200"/>
              <a:buFont typeface="Georgia"/>
              <a:buChar char="●"/>
            </a:pPr>
            <a:r>
              <a:rPr lang="en" sz="1200" b="1">
                <a:solidFill>
                  <a:schemeClr val="dk2"/>
                </a:solidFill>
                <a:latin typeface="Georgia"/>
                <a:ea typeface="Georgia"/>
                <a:cs typeface="Georgia"/>
                <a:sym typeface="Georgia"/>
              </a:rPr>
              <a:t>Engagement:</a:t>
            </a:r>
            <a:r>
              <a:rPr lang="en" sz="1200">
                <a:solidFill>
                  <a:srgbClr val="666666"/>
                </a:solidFill>
                <a:latin typeface="Georgia"/>
                <a:ea typeface="Georgia"/>
                <a:cs typeface="Georgia"/>
                <a:sym typeface="Georgia"/>
              </a:rPr>
              <a:t> Identify opportunities for engagement by understanding who, how, when and where to engage.</a:t>
            </a:r>
            <a:endParaRPr sz="1200">
              <a:solidFill>
                <a:srgbClr val="666666"/>
              </a:solidFill>
              <a:latin typeface="Georgia"/>
              <a:ea typeface="Georgia"/>
              <a:cs typeface="Georgia"/>
              <a:sym typeface="Georgia"/>
            </a:endParaRPr>
          </a:p>
          <a:p>
            <a:pPr marL="457200" lvl="0" indent="-304800" algn="l" rtl="0">
              <a:spcBef>
                <a:spcPts val="300"/>
              </a:spcBef>
              <a:spcAft>
                <a:spcPts val="0"/>
              </a:spcAft>
              <a:buClr>
                <a:srgbClr val="666666"/>
              </a:buClr>
              <a:buSzPts val="1200"/>
              <a:buFont typeface="Georgia"/>
              <a:buChar char="●"/>
            </a:pPr>
            <a:r>
              <a:rPr lang="en" sz="1200" b="1">
                <a:solidFill>
                  <a:schemeClr val="dk2"/>
                </a:solidFill>
                <a:latin typeface="Georgia"/>
                <a:ea typeface="Georgia"/>
                <a:cs typeface="Georgia"/>
                <a:sym typeface="Georgia"/>
              </a:rPr>
              <a:t>Insights:</a:t>
            </a:r>
            <a:r>
              <a:rPr lang="en" sz="1200">
                <a:solidFill>
                  <a:srgbClr val="666666"/>
                </a:solidFill>
                <a:latin typeface="Georgia"/>
                <a:ea typeface="Georgia"/>
                <a:cs typeface="Georgia"/>
                <a:sym typeface="Georgia"/>
              </a:rPr>
              <a:t> Collect and utilize usage data to recognize behavior patterns and obstacles.</a:t>
            </a:r>
            <a:endParaRPr sz="1200">
              <a:solidFill>
                <a:srgbClr val="666666"/>
              </a:solidFill>
              <a:latin typeface="Georgia"/>
              <a:ea typeface="Georgia"/>
              <a:cs typeface="Georgia"/>
              <a:sym typeface="Georgia"/>
            </a:endParaRPr>
          </a:p>
          <a:p>
            <a:pPr marL="457200" lvl="0" indent="-304800" algn="l" rtl="0">
              <a:spcBef>
                <a:spcPts val="300"/>
              </a:spcBef>
              <a:spcAft>
                <a:spcPts val="0"/>
              </a:spcAft>
              <a:buClr>
                <a:srgbClr val="666666"/>
              </a:buClr>
              <a:buSzPts val="1200"/>
              <a:buFont typeface="Georgia"/>
              <a:buChar char="●"/>
            </a:pPr>
            <a:r>
              <a:rPr lang="en" sz="1200" b="1">
                <a:solidFill>
                  <a:schemeClr val="dk2"/>
                </a:solidFill>
                <a:latin typeface="Georgia"/>
                <a:ea typeface="Georgia"/>
                <a:cs typeface="Georgia"/>
                <a:sym typeface="Georgia"/>
              </a:rPr>
              <a:t>Automation:</a:t>
            </a:r>
            <a:r>
              <a:rPr lang="en" sz="1200">
                <a:solidFill>
                  <a:srgbClr val="666666"/>
                </a:solidFill>
                <a:latin typeface="Georgia"/>
                <a:ea typeface="Georgia"/>
                <a:cs typeface="Georgia"/>
                <a:sym typeface="Georgia"/>
              </a:rPr>
              <a:t> Enjoy a better UX and higher productivity by eliminating empty clicks and tedious tasks.</a:t>
            </a:r>
            <a:endParaRPr sz="1200">
              <a:solidFill>
                <a:srgbClr val="666666"/>
              </a:solidFill>
              <a:latin typeface="Georgia"/>
              <a:ea typeface="Georgia"/>
              <a:cs typeface="Georgia"/>
              <a:sym typeface="Georgia"/>
            </a:endParaRPr>
          </a:p>
        </p:txBody>
      </p:sp>
      <p:cxnSp>
        <p:nvCxnSpPr>
          <p:cNvPr id="2473" name="Google Shape;2473;p246"/>
          <p:cNvCxnSpPr/>
          <p:nvPr/>
        </p:nvCxnSpPr>
        <p:spPr>
          <a:xfrm>
            <a:off x="363666" y="2450351"/>
            <a:ext cx="8303400" cy="0"/>
          </a:xfrm>
          <a:prstGeom prst="straightConnector1">
            <a:avLst/>
          </a:prstGeom>
          <a:noFill/>
          <a:ln w="19050" cap="flat" cmpd="sng">
            <a:solidFill>
              <a:schemeClr val="dk2"/>
            </a:solidFill>
            <a:prstDash val="dot"/>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77"/>
        <p:cNvGrpSpPr/>
        <p:nvPr/>
      </p:nvGrpSpPr>
      <p:grpSpPr>
        <a:xfrm>
          <a:off x="0" y="0"/>
          <a:ext cx="0" cy="0"/>
          <a:chOff x="0" y="0"/>
          <a:chExt cx="0" cy="0"/>
        </a:xfrm>
      </p:grpSpPr>
      <p:pic>
        <p:nvPicPr>
          <p:cNvPr id="2478" name="Google Shape;2478;p247"/>
          <p:cNvPicPr preferRelativeResize="0"/>
          <p:nvPr/>
        </p:nvPicPr>
        <p:blipFill rotWithShape="1">
          <a:blip r:embed="rId3">
            <a:alphaModFix/>
          </a:blip>
          <a:srcRect/>
          <a:stretch/>
        </p:blipFill>
        <p:spPr>
          <a:xfrm>
            <a:off x="5461150" y="1072659"/>
            <a:ext cx="3240600" cy="2392200"/>
          </a:xfrm>
          <a:prstGeom prst="rect">
            <a:avLst/>
          </a:prstGeom>
          <a:noFill/>
          <a:ln w="9525" cap="flat" cmpd="sng">
            <a:solidFill>
              <a:srgbClr val="666666"/>
            </a:solidFill>
            <a:prstDash val="solid"/>
            <a:round/>
            <a:headEnd type="none" w="sm" len="sm"/>
            <a:tailEnd type="none" w="sm" len="sm"/>
          </a:ln>
        </p:spPr>
      </p:pic>
      <p:sp>
        <p:nvSpPr>
          <p:cNvPr id="2479" name="Google Shape;2479;p247"/>
          <p:cNvSpPr/>
          <p:nvPr/>
        </p:nvSpPr>
        <p:spPr>
          <a:xfrm>
            <a:off x="2983465" y="1503475"/>
            <a:ext cx="3442800" cy="33138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2480" name="Google Shape;2480;p247"/>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dk1"/>
                </a:solidFill>
                <a:latin typeface="Georgia"/>
                <a:ea typeface="Georgia"/>
                <a:cs typeface="Georgia"/>
                <a:sym typeface="Georgia"/>
              </a:rPr>
              <a:t>PwC’s Project Force: collaborative project management</a:t>
            </a:r>
            <a:endParaRPr sz="2000" b="0" i="0" u="none" strike="noStrike" cap="none">
              <a:solidFill>
                <a:schemeClr val="dk1"/>
              </a:solidFill>
              <a:latin typeface="Georgia"/>
              <a:ea typeface="Georgia"/>
              <a:cs typeface="Georgia"/>
              <a:sym typeface="Georgia"/>
            </a:endParaRPr>
          </a:p>
        </p:txBody>
      </p:sp>
      <p:sp>
        <p:nvSpPr>
          <p:cNvPr id="2481" name="Google Shape;2481;p247"/>
          <p:cNvSpPr txBox="1">
            <a:spLocks noGrp="1"/>
          </p:cNvSpPr>
          <p:nvPr>
            <p:ph type="sldNum" idx="12"/>
          </p:nvPr>
        </p:nvSpPr>
        <p:spPr>
          <a:xfrm>
            <a:off x="6700838" y="4817282"/>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23</a:t>
            </a:fld>
            <a:endParaRPr/>
          </a:p>
        </p:txBody>
      </p:sp>
      <p:sp>
        <p:nvSpPr>
          <p:cNvPr id="2482" name="Google Shape;2482;p247"/>
          <p:cNvSpPr txBox="1"/>
          <p:nvPr/>
        </p:nvSpPr>
        <p:spPr>
          <a:xfrm>
            <a:off x="311625" y="3243428"/>
            <a:ext cx="3146700" cy="286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a:latin typeface="Georgia"/>
                <a:ea typeface="Georgia"/>
                <a:cs typeface="Georgia"/>
                <a:sym typeface="Georgia"/>
              </a:rPr>
              <a:t>Enables a “One Team” approach</a:t>
            </a:r>
            <a:endParaRPr sz="1300" i="0" u="none" strike="noStrike" cap="none">
              <a:latin typeface="Georgia"/>
              <a:ea typeface="Georgia"/>
              <a:cs typeface="Georgia"/>
              <a:sym typeface="Georgia"/>
            </a:endParaRPr>
          </a:p>
        </p:txBody>
      </p:sp>
      <p:sp>
        <p:nvSpPr>
          <p:cNvPr id="2483" name="Google Shape;2483;p247"/>
          <p:cNvSpPr txBox="1"/>
          <p:nvPr/>
        </p:nvSpPr>
        <p:spPr>
          <a:xfrm>
            <a:off x="311625" y="3512375"/>
            <a:ext cx="2529600" cy="113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900">
                <a:latin typeface="Georgia"/>
                <a:ea typeface="Georgia"/>
                <a:cs typeface="Georgia"/>
                <a:sym typeface="Georgia"/>
              </a:rPr>
              <a:t>Stakeholders have insight on real-time status and next steps around key project activities. Project teams run real-time reporting, proactively manage project risks and use collaboration features to keep</a:t>
            </a:r>
            <a:br>
              <a:rPr lang="en" sz="900">
                <a:latin typeface="Georgia"/>
                <a:ea typeface="Georgia"/>
                <a:cs typeface="Georgia"/>
                <a:sym typeface="Georgia"/>
              </a:rPr>
            </a:br>
            <a:r>
              <a:rPr lang="en" sz="900">
                <a:latin typeface="Georgia"/>
                <a:ea typeface="Georgia"/>
                <a:cs typeface="Georgia"/>
                <a:sym typeface="Georgia"/>
              </a:rPr>
              <a:t>client stakeholders and team aligned.</a:t>
            </a:r>
            <a:endParaRPr sz="900">
              <a:latin typeface="Georgia"/>
              <a:ea typeface="Georgia"/>
              <a:cs typeface="Georgia"/>
              <a:sym typeface="Georgia"/>
            </a:endParaRPr>
          </a:p>
        </p:txBody>
      </p:sp>
      <p:sp>
        <p:nvSpPr>
          <p:cNvPr id="2484" name="Google Shape;2484;p247"/>
          <p:cNvSpPr txBox="1"/>
          <p:nvPr/>
        </p:nvSpPr>
        <p:spPr>
          <a:xfrm>
            <a:off x="311625" y="975500"/>
            <a:ext cx="4194300" cy="602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2"/>
                </a:solidFill>
                <a:latin typeface="Georgia"/>
                <a:ea typeface="Georgia"/>
                <a:cs typeface="Georgia"/>
                <a:sym typeface="Georgia"/>
              </a:rPr>
              <a:t>Project Force</a:t>
            </a:r>
            <a:r>
              <a:rPr lang="en">
                <a:solidFill>
                  <a:schemeClr val="dk2"/>
                </a:solidFill>
                <a:latin typeface="Georgia"/>
                <a:ea typeface="Georgia"/>
                <a:cs typeface="Georgia"/>
                <a:sym typeface="Georgia"/>
              </a:rPr>
              <a:t> is a PwC-built, native Salesforce tool for collaborative project management.</a:t>
            </a:r>
            <a:endParaRPr i="0" u="none" strike="noStrike" cap="none">
              <a:solidFill>
                <a:schemeClr val="dk2"/>
              </a:solidFill>
              <a:latin typeface="Georgia"/>
              <a:ea typeface="Georgia"/>
              <a:cs typeface="Georgia"/>
              <a:sym typeface="Georgia"/>
            </a:endParaRPr>
          </a:p>
        </p:txBody>
      </p:sp>
      <p:sp>
        <p:nvSpPr>
          <p:cNvPr id="2485" name="Google Shape;2485;p247"/>
          <p:cNvSpPr txBox="1"/>
          <p:nvPr/>
        </p:nvSpPr>
        <p:spPr>
          <a:xfrm>
            <a:off x="311609" y="1868400"/>
            <a:ext cx="2529600" cy="355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1300">
                <a:latin typeface="Georgia"/>
                <a:ea typeface="Georgia"/>
                <a:cs typeface="Georgia"/>
                <a:sym typeface="Georgia"/>
              </a:rPr>
              <a:t>Helps teams stay on track</a:t>
            </a:r>
            <a:endParaRPr sz="1300" i="0" u="none" strike="noStrike" cap="none">
              <a:latin typeface="Georgia"/>
              <a:ea typeface="Georgia"/>
              <a:cs typeface="Georgia"/>
              <a:sym typeface="Georgia"/>
            </a:endParaRPr>
          </a:p>
        </p:txBody>
      </p:sp>
      <p:cxnSp>
        <p:nvCxnSpPr>
          <p:cNvPr id="2486" name="Google Shape;2486;p247"/>
          <p:cNvCxnSpPr/>
          <p:nvPr/>
        </p:nvCxnSpPr>
        <p:spPr>
          <a:xfrm>
            <a:off x="416200" y="1716000"/>
            <a:ext cx="2860500" cy="0"/>
          </a:xfrm>
          <a:prstGeom prst="straightConnector1">
            <a:avLst/>
          </a:prstGeom>
          <a:noFill/>
          <a:ln w="19050" cap="flat" cmpd="sng">
            <a:solidFill>
              <a:schemeClr val="dk2"/>
            </a:solidFill>
            <a:prstDash val="dot"/>
            <a:round/>
            <a:headEnd type="none" w="sm" len="sm"/>
            <a:tailEnd type="none" w="sm" len="sm"/>
          </a:ln>
        </p:spPr>
      </p:cxnSp>
      <p:sp>
        <p:nvSpPr>
          <p:cNvPr id="2487" name="Google Shape;2487;p247"/>
          <p:cNvSpPr txBox="1"/>
          <p:nvPr/>
        </p:nvSpPr>
        <p:spPr>
          <a:xfrm>
            <a:off x="311600" y="2160600"/>
            <a:ext cx="2340900" cy="105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000">
                <a:latin typeface="Georgia"/>
                <a:ea typeface="Georgia"/>
                <a:cs typeface="Georgia"/>
                <a:sym typeface="Georgia"/>
              </a:rPr>
              <a:t>The product help teams stay aligned on goals and track task requests from concept through delivery with transparency, collaboration and real-time insights.</a:t>
            </a:r>
            <a:endParaRPr sz="1000">
              <a:latin typeface="Georgia"/>
              <a:ea typeface="Georgia"/>
              <a:cs typeface="Georgia"/>
              <a:sym typeface="Georgia"/>
            </a:endParaRPr>
          </a:p>
        </p:txBody>
      </p:sp>
      <p:grpSp>
        <p:nvGrpSpPr>
          <p:cNvPr id="2488" name="Google Shape;2488;p247"/>
          <p:cNvGrpSpPr/>
          <p:nvPr/>
        </p:nvGrpSpPr>
        <p:grpSpPr>
          <a:xfrm>
            <a:off x="2964792" y="1437450"/>
            <a:ext cx="3484272" cy="1814686"/>
            <a:chOff x="3929362" y="277984"/>
            <a:chExt cx="4653763" cy="2423782"/>
          </a:xfrm>
        </p:grpSpPr>
        <p:grpSp>
          <p:nvGrpSpPr>
            <p:cNvPr id="2489" name="Google Shape;2489;p247"/>
            <p:cNvGrpSpPr/>
            <p:nvPr/>
          </p:nvGrpSpPr>
          <p:grpSpPr>
            <a:xfrm>
              <a:off x="6798794" y="410761"/>
              <a:ext cx="1784331" cy="2291006"/>
              <a:chOff x="7360958" y="1270634"/>
              <a:chExt cx="1408311" cy="1808213"/>
            </a:xfrm>
          </p:grpSpPr>
          <p:sp>
            <p:nvSpPr>
              <p:cNvPr id="2490" name="Google Shape;2490;p247"/>
              <p:cNvSpPr/>
              <p:nvPr/>
            </p:nvSpPr>
            <p:spPr>
              <a:xfrm>
                <a:off x="7360958" y="1270634"/>
                <a:ext cx="1352129" cy="1728597"/>
              </a:xfrm>
              <a:custGeom>
                <a:avLst/>
                <a:gdLst/>
                <a:ahLst/>
                <a:cxnLst/>
                <a:rect l="l" t="t" r="r" b="b"/>
                <a:pathLst>
                  <a:path w="1352129" h="1728597" extrusionOk="0">
                    <a:moveTo>
                      <a:pt x="0" y="0"/>
                    </a:moveTo>
                    <a:cubicBezTo>
                      <a:pt x="839685" y="191265"/>
                      <a:pt x="1373962" y="1010679"/>
                      <a:pt x="1351444" y="172859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91" name="Google Shape;2491;p247"/>
              <p:cNvSpPr/>
              <p:nvPr/>
            </p:nvSpPr>
            <p:spPr>
              <a:xfrm>
                <a:off x="8659731" y="3012172"/>
                <a:ext cx="109538" cy="66675"/>
              </a:xfrm>
              <a:custGeom>
                <a:avLst/>
                <a:gdLst/>
                <a:ahLst/>
                <a:cxnLst/>
                <a:rect l="l" t="t" r="r" b="b"/>
                <a:pathLst>
                  <a:path w="109538" h="66675" extrusionOk="0">
                    <a:moveTo>
                      <a:pt x="0" y="0"/>
                    </a:moveTo>
                    <a:lnTo>
                      <a:pt x="57150" y="66675"/>
                    </a:lnTo>
                    <a:lnTo>
                      <a:pt x="109538" y="4763"/>
                    </a:ln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2492" name="Google Shape;2492;p247"/>
            <p:cNvGrpSpPr/>
            <p:nvPr/>
          </p:nvGrpSpPr>
          <p:grpSpPr>
            <a:xfrm rot="-5519955">
              <a:off x="4213120" y="64071"/>
              <a:ext cx="1784290" cy="2290954"/>
              <a:chOff x="7360958" y="1270634"/>
              <a:chExt cx="1408311" cy="1808213"/>
            </a:xfrm>
          </p:grpSpPr>
          <p:sp>
            <p:nvSpPr>
              <p:cNvPr id="2493" name="Google Shape;2493;p247"/>
              <p:cNvSpPr/>
              <p:nvPr/>
            </p:nvSpPr>
            <p:spPr>
              <a:xfrm>
                <a:off x="7360958" y="1270634"/>
                <a:ext cx="1352129" cy="1728597"/>
              </a:xfrm>
              <a:custGeom>
                <a:avLst/>
                <a:gdLst/>
                <a:ahLst/>
                <a:cxnLst/>
                <a:rect l="l" t="t" r="r" b="b"/>
                <a:pathLst>
                  <a:path w="1352129" h="1728597" extrusionOk="0">
                    <a:moveTo>
                      <a:pt x="0" y="0"/>
                    </a:moveTo>
                    <a:cubicBezTo>
                      <a:pt x="839685" y="191265"/>
                      <a:pt x="1373962" y="1010679"/>
                      <a:pt x="1351444" y="172859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94" name="Google Shape;2494;p247"/>
              <p:cNvSpPr/>
              <p:nvPr/>
            </p:nvSpPr>
            <p:spPr>
              <a:xfrm>
                <a:off x="8659731" y="3012172"/>
                <a:ext cx="109538" cy="66675"/>
              </a:xfrm>
              <a:custGeom>
                <a:avLst/>
                <a:gdLst/>
                <a:ahLst/>
                <a:cxnLst/>
                <a:rect l="l" t="t" r="r" b="b"/>
                <a:pathLst>
                  <a:path w="109538" h="66675" extrusionOk="0">
                    <a:moveTo>
                      <a:pt x="0" y="0"/>
                    </a:moveTo>
                    <a:lnTo>
                      <a:pt x="57150" y="66675"/>
                    </a:lnTo>
                    <a:lnTo>
                      <a:pt x="109538" y="4763"/>
                    </a:ln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sp>
        <p:nvSpPr>
          <p:cNvPr id="2495" name="Google Shape;2495;p247"/>
          <p:cNvSpPr/>
          <p:nvPr/>
        </p:nvSpPr>
        <p:spPr>
          <a:xfrm>
            <a:off x="3169872" y="1620461"/>
            <a:ext cx="3063000" cy="30630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cxnSp>
        <p:nvCxnSpPr>
          <p:cNvPr id="2496" name="Google Shape;2496;p247"/>
          <p:cNvCxnSpPr/>
          <p:nvPr/>
        </p:nvCxnSpPr>
        <p:spPr>
          <a:xfrm flipH="1">
            <a:off x="4697536" y="1628670"/>
            <a:ext cx="600" cy="1052100"/>
          </a:xfrm>
          <a:prstGeom prst="straightConnector1">
            <a:avLst/>
          </a:prstGeom>
          <a:noFill/>
          <a:ln w="9525" cap="flat" cmpd="sng">
            <a:solidFill>
              <a:schemeClr val="dk2"/>
            </a:solidFill>
            <a:prstDash val="dash"/>
            <a:round/>
            <a:headEnd type="none" w="sm" len="sm"/>
            <a:tailEnd type="none" w="sm" len="sm"/>
          </a:ln>
        </p:spPr>
      </p:cxnSp>
      <p:cxnSp>
        <p:nvCxnSpPr>
          <p:cNvPr id="2497" name="Google Shape;2497;p247"/>
          <p:cNvCxnSpPr/>
          <p:nvPr/>
        </p:nvCxnSpPr>
        <p:spPr>
          <a:xfrm rot="2700000" flipH="1">
            <a:off x="5336412" y="1871183"/>
            <a:ext cx="424" cy="1052124"/>
          </a:xfrm>
          <a:prstGeom prst="straightConnector1">
            <a:avLst/>
          </a:prstGeom>
          <a:noFill/>
          <a:ln w="9525" cap="flat" cmpd="sng">
            <a:solidFill>
              <a:schemeClr val="dk2"/>
            </a:solidFill>
            <a:prstDash val="dash"/>
            <a:round/>
            <a:headEnd type="none" w="sm" len="sm"/>
            <a:tailEnd type="none" w="sm" len="sm"/>
          </a:ln>
        </p:spPr>
      </p:cxnSp>
      <p:cxnSp>
        <p:nvCxnSpPr>
          <p:cNvPr id="2498" name="Google Shape;2498;p247"/>
          <p:cNvCxnSpPr/>
          <p:nvPr/>
        </p:nvCxnSpPr>
        <p:spPr>
          <a:xfrm rot="3806097" flipH="1">
            <a:off x="5658313" y="2459135"/>
            <a:ext cx="671" cy="1052131"/>
          </a:xfrm>
          <a:prstGeom prst="straightConnector1">
            <a:avLst/>
          </a:prstGeom>
          <a:noFill/>
          <a:ln w="9525" cap="flat" cmpd="sng">
            <a:solidFill>
              <a:schemeClr val="dk2"/>
            </a:solidFill>
            <a:prstDash val="dash"/>
            <a:round/>
            <a:headEnd type="none" w="sm" len="sm"/>
            <a:tailEnd type="none" w="sm" len="sm"/>
          </a:ln>
        </p:spPr>
      </p:cxnSp>
      <p:cxnSp>
        <p:nvCxnSpPr>
          <p:cNvPr id="2499" name="Google Shape;2499;p247"/>
          <p:cNvCxnSpPr/>
          <p:nvPr/>
        </p:nvCxnSpPr>
        <p:spPr>
          <a:xfrm rot="6993903" flipH="1">
            <a:off x="5550736" y="3119693"/>
            <a:ext cx="671" cy="1052246"/>
          </a:xfrm>
          <a:prstGeom prst="straightConnector1">
            <a:avLst/>
          </a:prstGeom>
          <a:noFill/>
          <a:ln w="9525" cap="flat" cmpd="sng">
            <a:solidFill>
              <a:schemeClr val="dk2"/>
            </a:solidFill>
            <a:prstDash val="dash"/>
            <a:round/>
            <a:headEnd type="none" w="sm" len="sm"/>
            <a:tailEnd type="none" w="sm" len="sm"/>
          </a:ln>
        </p:spPr>
      </p:cxnSp>
      <p:cxnSp>
        <p:nvCxnSpPr>
          <p:cNvPr id="2500" name="Google Shape;2500;p247"/>
          <p:cNvCxnSpPr/>
          <p:nvPr/>
        </p:nvCxnSpPr>
        <p:spPr>
          <a:xfrm rot="9206097" flipH="1">
            <a:off x="5048709" y="3566079"/>
            <a:ext cx="671" cy="1052193"/>
          </a:xfrm>
          <a:prstGeom prst="straightConnector1">
            <a:avLst/>
          </a:prstGeom>
          <a:noFill/>
          <a:ln w="9525" cap="flat" cmpd="sng">
            <a:solidFill>
              <a:schemeClr val="dk2"/>
            </a:solidFill>
            <a:prstDash val="dash"/>
            <a:round/>
            <a:headEnd type="none" w="sm" len="sm"/>
            <a:tailEnd type="none" w="sm" len="sm"/>
          </a:ln>
        </p:spPr>
      </p:cxnSp>
      <p:cxnSp>
        <p:nvCxnSpPr>
          <p:cNvPr id="2501" name="Google Shape;2501;p247"/>
          <p:cNvCxnSpPr/>
          <p:nvPr/>
        </p:nvCxnSpPr>
        <p:spPr>
          <a:xfrm rot="-2700000">
            <a:off x="4057838" y="1857211"/>
            <a:ext cx="424" cy="1052124"/>
          </a:xfrm>
          <a:prstGeom prst="straightConnector1">
            <a:avLst/>
          </a:prstGeom>
          <a:noFill/>
          <a:ln w="9525" cap="flat" cmpd="sng">
            <a:solidFill>
              <a:schemeClr val="dk2"/>
            </a:solidFill>
            <a:prstDash val="dash"/>
            <a:round/>
            <a:headEnd type="none" w="sm" len="sm"/>
            <a:tailEnd type="none" w="sm" len="sm"/>
          </a:ln>
        </p:spPr>
      </p:cxnSp>
      <p:cxnSp>
        <p:nvCxnSpPr>
          <p:cNvPr id="2502" name="Google Shape;2502;p247"/>
          <p:cNvCxnSpPr/>
          <p:nvPr/>
        </p:nvCxnSpPr>
        <p:spPr>
          <a:xfrm rot="-3806097">
            <a:off x="3721809" y="2459248"/>
            <a:ext cx="671" cy="1052131"/>
          </a:xfrm>
          <a:prstGeom prst="straightConnector1">
            <a:avLst/>
          </a:prstGeom>
          <a:noFill/>
          <a:ln w="9525" cap="flat" cmpd="sng">
            <a:solidFill>
              <a:schemeClr val="dk2"/>
            </a:solidFill>
            <a:prstDash val="dash"/>
            <a:round/>
            <a:headEnd type="none" w="sm" len="sm"/>
            <a:tailEnd type="none" w="sm" len="sm"/>
          </a:ln>
        </p:spPr>
      </p:cxnSp>
      <p:cxnSp>
        <p:nvCxnSpPr>
          <p:cNvPr id="2503" name="Google Shape;2503;p247"/>
          <p:cNvCxnSpPr/>
          <p:nvPr/>
        </p:nvCxnSpPr>
        <p:spPr>
          <a:xfrm rot="-6993903">
            <a:off x="3841484" y="3112801"/>
            <a:ext cx="671" cy="1052246"/>
          </a:xfrm>
          <a:prstGeom prst="straightConnector1">
            <a:avLst/>
          </a:prstGeom>
          <a:noFill/>
          <a:ln w="9525" cap="flat" cmpd="sng">
            <a:solidFill>
              <a:schemeClr val="dk2"/>
            </a:solidFill>
            <a:prstDash val="dash"/>
            <a:round/>
            <a:headEnd type="none" w="sm" len="sm"/>
            <a:tailEnd type="none" w="sm" len="sm"/>
          </a:ln>
        </p:spPr>
      </p:cxnSp>
      <p:cxnSp>
        <p:nvCxnSpPr>
          <p:cNvPr id="2504" name="Google Shape;2504;p247"/>
          <p:cNvCxnSpPr/>
          <p:nvPr/>
        </p:nvCxnSpPr>
        <p:spPr>
          <a:xfrm rot="-9206097">
            <a:off x="4364886" y="3560906"/>
            <a:ext cx="671" cy="1052193"/>
          </a:xfrm>
          <a:prstGeom prst="straightConnector1">
            <a:avLst/>
          </a:prstGeom>
          <a:noFill/>
          <a:ln w="9525" cap="flat" cmpd="sng">
            <a:solidFill>
              <a:schemeClr val="dk2"/>
            </a:solidFill>
            <a:prstDash val="dash"/>
            <a:round/>
            <a:headEnd type="none" w="sm" len="sm"/>
            <a:tailEnd type="none" w="sm" len="sm"/>
          </a:ln>
        </p:spPr>
      </p:cxnSp>
      <p:sp>
        <p:nvSpPr>
          <p:cNvPr id="2505" name="Google Shape;2505;p247"/>
          <p:cNvSpPr/>
          <p:nvPr/>
        </p:nvSpPr>
        <p:spPr>
          <a:xfrm>
            <a:off x="4192006" y="2680737"/>
            <a:ext cx="1010700" cy="977400"/>
          </a:xfrm>
          <a:prstGeom prst="ellipse">
            <a:avLst/>
          </a:prstGeom>
          <a:solidFill>
            <a:srgbClr val="333332"/>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200">
              <a:solidFill>
                <a:schemeClr val="dk2"/>
              </a:solidFill>
              <a:latin typeface="Georgia"/>
              <a:ea typeface="Georgia"/>
              <a:cs typeface="Georgia"/>
              <a:sym typeface="Georgia"/>
            </a:endParaRPr>
          </a:p>
        </p:txBody>
      </p:sp>
      <p:sp>
        <p:nvSpPr>
          <p:cNvPr id="2506" name="Google Shape;2506;p247"/>
          <p:cNvSpPr/>
          <p:nvPr/>
        </p:nvSpPr>
        <p:spPr>
          <a:xfrm>
            <a:off x="4534004" y="2857604"/>
            <a:ext cx="326920" cy="623291"/>
          </a:xfrm>
          <a:custGeom>
            <a:avLst/>
            <a:gdLst/>
            <a:ahLst/>
            <a:cxnLst/>
            <a:rect l="l" t="t" r="r" b="b"/>
            <a:pathLst>
              <a:path w="2704" h="5182" extrusionOk="0">
                <a:moveTo>
                  <a:pt x="1929" y="2066"/>
                </a:moveTo>
                <a:cubicBezTo>
                  <a:pt x="1997" y="5182"/>
                  <a:pt x="1997" y="5182"/>
                  <a:pt x="1997" y="5182"/>
                </a:cubicBezTo>
                <a:cubicBezTo>
                  <a:pt x="1749" y="5182"/>
                  <a:pt x="1749" y="5182"/>
                  <a:pt x="1749" y="5182"/>
                </a:cubicBezTo>
                <a:cubicBezTo>
                  <a:pt x="1352" y="3182"/>
                  <a:pt x="1352" y="3182"/>
                  <a:pt x="1352" y="3182"/>
                </a:cubicBezTo>
                <a:cubicBezTo>
                  <a:pt x="955" y="5182"/>
                  <a:pt x="955" y="5182"/>
                  <a:pt x="955" y="5182"/>
                </a:cubicBezTo>
                <a:cubicBezTo>
                  <a:pt x="708" y="5182"/>
                  <a:pt x="708" y="5182"/>
                  <a:pt x="708" y="5182"/>
                </a:cubicBezTo>
                <a:cubicBezTo>
                  <a:pt x="775" y="2066"/>
                  <a:pt x="775" y="2066"/>
                  <a:pt x="775" y="2066"/>
                </a:cubicBezTo>
                <a:cubicBezTo>
                  <a:pt x="233" y="3028"/>
                  <a:pt x="233" y="3028"/>
                  <a:pt x="233" y="3028"/>
                </a:cubicBezTo>
                <a:cubicBezTo>
                  <a:pt x="0" y="2913"/>
                  <a:pt x="0" y="2913"/>
                  <a:pt x="0" y="2913"/>
                </a:cubicBezTo>
                <a:cubicBezTo>
                  <a:pt x="809" y="1167"/>
                  <a:pt x="809" y="1167"/>
                  <a:pt x="809" y="1167"/>
                </a:cubicBezTo>
                <a:cubicBezTo>
                  <a:pt x="1895" y="1167"/>
                  <a:pt x="1895" y="1167"/>
                  <a:pt x="1895" y="1167"/>
                </a:cubicBezTo>
                <a:cubicBezTo>
                  <a:pt x="2704" y="2913"/>
                  <a:pt x="2704" y="2913"/>
                  <a:pt x="2704" y="2913"/>
                </a:cubicBezTo>
                <a:cubicBezTo>
                  <a:pt x="2452" y="3028"/>
                  <a:pt x="2452" y="3028"/>
                  <a:pt x="2452" y="3028"/>
                </a:cubicBezTo>
                <a:lnTo>
                  <a:pt x="1929" y="2066"/>
                </a:lnTo>
                <a:close/>
                <a:moveTo>
                  <a:pt x="1352" y="0"/>
                </a:moveTo>
                <a:cubicBezTo>
                  <a:pt x="1100" y="0"/>
                  <a:pt x="896" y="204"/>
                  <a:pt x="896" y="456"/>
                </a:cubicBezTo>
                <a:cubicBezTo>
                  <a:pt x="896" y="708"/>
                  <a:pt x="1100" y="912"/>
                  <a:pt x="1352" y="912"/>
                </a:cubicBezTo>
                <a:cubicBezTo>
                  <a:pt x="1604" y="912"/>
                  <a:pt x="1808" y="708"/>
                  <a:pt x="1808" y="456"/>
                </a:cubicBezTo>
                <a:cubicBezTo>
                  <a:pt x="1808" y="204"/>
                  <a:pt x="1604" y="0"/>
                  <a:pt x="1352" y="0"/>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2507" name="Google Shape;2507;p247"/>
          <p:cNvGrpSpPr/>
          <p:nvPr/>
        </p:nvGrpSpPr>
        <p:grpSpPr>
          <a:xfrm>
            <a:off x="5199430" y="2449664"/>
            <a:ext cx="767268" cy="415020"/>
            <a:chOff x="7046741" y="1556060"/>
            <a:chExt cx="1024800" cy="554321"/>
          </a:xfrm>
        </p:grpSpPr>
        <p:sp>
          <p:nvSpPr>
            <p:cNvPr id="2508" name="Google Shape;2508;p247"/>
            <p:cNvSpPr txBox="1"/>
            <p:nvPr/>
          </p:nvSpPr>
          <p:spPr>
            <a:xfrm>
              <a:off x="7046741" y="1787281"/>
              <a:ext cx="10248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LAUNCH PROJECTS &amp; PLAN STORY DELIVERY</a:t>
              </a:r>
              <a:endParaRPr sz="600"/>
            </a:p>
          </p:txBody>
        </p:sp>
        <p:sp>
          <p:nvSpPr>
            <p:cNvPr id="2509" name="Google Shape;2509;p247"/>
            <p:cNvSpPr/>
            <p:nvPr/>
          </p:nvSpPr>
          <p:spPr>
            <a:xfrm>
              <a:off x="7463002" y="1556060"/>
              <a:ext cx="192214" cy="164615"/>
            </a:xfrm>
            <a:custGeom>
              <a:avLst/>
              <a:gdLst/>
              <a:ahLst/>
              <a:cxnLst/>
              <a:rect l="l" t="t" r="r" b="b"/>
              <a:pathLst>
                <a:path w="195" h="167" extrusionOk="0">
                  <a:moveTo>
                    <a:pt x="0" y="167"/>
                  </a:moveTo>
                  <a:lnTo>
                    <a:pt x="195" y="83"/>
                  </a:lnTo>
                  <a:lnTo>
                    <a:pt x="0" y="0"/>
                  </a:lnTo>
                  <a:lnTo>
                    <a:pt x="0" y="65"/>
                  </a:lnTo>
                  <a:lnTo>
                    <a:pt x="139" y="83"/>
                  </a:lnTo>
                  <a:lnTo>
                    <a:pt x="0" y="102"/>
                  </a:lnTo>
                  <a:lnTo>
                    <a:pt x="0" y="16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10" name="Google Shape;2510;p247"/>
          <p:cNvGrpSpPr/>
          <p:nvPr/>
        </p:nvGrpSpPr>
        <p:grpSpPr>
          <a:xfrm>
            <a:off x="4363128" y="3853978"/>
            <a:ext cx="668889" cy="590073"/>
            <a:chOff x="5797047" y="3505616"/>
            <a:chExt cx="893400" cy="788130"/>
          </a:xfrm>
        </p:grpSpPr>
        <p:sp>
          <p:nvSpPr>
            <p:cNvPr id="2511" name="Google Shape;2511;p247"/>
            <p:cNvSpPr txBox="1"/>
            <p:nvPr/>
          </p:nvSpPr>
          <p:spPr>
            <a:xfrm>
              <a:off x="5797047" y="3862946"/>
              <a:ext cx="893400" cy="430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COMMUNICATE EFFECTIVELY &amp; HEIGHTEN COLLABORATION</a:t>
              </a:r>
              <a:endParaRPr sz="600"/>
            </a:p>
          </p:txBody>
        </p:sp>
        <p:sp>
          <p:nvSpPr>
            <p:cNvPr id="2512" name="Google Shape;2512;p247"/>
            <p:cNvSpPr/>
            <p:nvPr/>
          </p:nvSpPr>
          <p:spPr>
            <a:xfrm>
              <a:off x="6123942" y="3505616"/>
              <a:ext cx="239631" cy="253727"/>
            </a:xfrm>
            <a:custGeom>
              <a:avLst/>
              <a:gdLst/>
              <a:ahLst/>
              <a:cxnLst/>
              <a:rect l="l" t="t" r="r" b="b"/>
              <a:pathLst>
                <a:path w="5078" h="5377" extrusionOk="0">
                  <a:moveTo>
                    <a:pt x="1803" y="2438"/>
                  </a:moveTo>
                  <a:cubicBezTo>
                    <a:pt x="1586" y="2439"/>
                    <a:pt x="1411" y="2617"/>
                    <a:pt x="1415" y="2831"/>
                  </a:cubicBezTo>
                  <a:cubicBezTo>
                    <a:pt x="1419" y="3040"/>
                    <a:pt x="1598" y="3215"/>
                    <a:pt x="1806" y="3214"/>
                  </a:cubicBezTo>
                  <a:cubicBezTo>
                    <a:pt x="2022" y="3213"/>
                    <a:pt x="2195" y="3035"/>
                    <a:pt x="2192" y="2818"/>
                  </a:cubicBezTo>
                  <a:cubicBezTo>
                    <a:pt x="2188" y="2603"/>
                    <a:pt x="2017" y="2436"/>
                    <a:pt x="1803" y="2438"/>
                  </a:cubicBezTo>
                  <a:moveTo>
                    <a:pt x="3112" y="2438"/>
                  </a:moveTo>
                  <a:cubicBezTo>
                    <a:pt x="2896" y="2439"/>
                    <a:pt x="2727" y="2609"/>
                    <a:pt x="2727" y="2824"/>
                  </a:cubicBezTo>
                  <a:cubicBezTo>
                    <a:pt x="2727" y="3037"/>
                    <a:pt x="2899" y="3212"/>
                    <a:pt x="3111" y="3214"/>
                  </a:cubicBezTo>
                  <a:cubicBezTo>
                    <a:pt x="3323" y="3216"/>
                    <a:pt x="3507" y="3032"/>
                    <a:pt x="3503" y="2820"/>
                  </a:cubicBezTo>
                  <a:cubicBezTo>
                    <a:pt x="3500" y="2607"/>
                    <a:pt x="3325" y="2437"/>
                    <a:pt x="3112" y="2438"/>
                  </a:cubicBezTo>
                  <a:moveTo>
                    <a:pt x="979" y="3220"/>
                  </a:moveTo>
                  <a:cubicBezTo>
                    <a:pt x="949" y="3220"/>
                    <a:pt x="915" y="3220"/>
                    <a:pt x="880" y="3220"/>
                  </a:cubicBezTo>
                  <a:cubicBezTo>
                    <a:pt x="845" y="3220"/>
                    <a:pt x="810" y="3221"/>
                    <a:pt x="775" y="3219"/>
                  </a:cubicBezTo>
                  <a:cubicBezTo>
                    <a:pt x="695" y="3216"/>
                    <a:pt x="632" y="3172"/>
                    <a:pt x="633" y="3096"/>
                  </a:cubicBezTo>
                  <a:cubicBezTo>
                    <a:pt x="633" y="3054"/>
                    <a:pt x="688" y="3002"/>
                    <a:pt x="730" y="2972"/>
                  </a:cubicBezTo>
                  <a:cubicBezTo>
                    <a:pt x="774" y="2941"/>
                    <a:pt x="833" y="2930"/>
                    <a:pt x="886" y="2914"/>
                  </a:cubicBezTo>
                  <a:cubicBezTo>
                    <a:pt x="940" y="2899"/>
                    <a:pt x="957" y="2872"/>
                    <a:pt x="942" y="2815"/>
                  </a:cubicBezTo>
                  <a:cubicBezTo>
                    <a:pt x="837" y="2436"/>
                    <a:pt x="956" y="2086"/>
                    <a:pt x="1085" y="1738"/>
                  </a:cubicBezTo>
                  <a:cubicBezTo>
                    <a:pt x="1115" y="1657"/>
                    <a:pt x="1158" y="1645"/>
                    <a:pt x="1244" y="1677"/>
                  </a:cubicBezTo>
                  <a:cubicBezTo>
                    <a:pt x="1821" y="1888"/>
                    <a:pt x="2415" y="1968"/>
                    <a:pt x="3023" y="1851"/>
                  </a:cubicBezTo>
                  <a:cubicBezTo>
                    <a:pt x="3275" y="1802"/>
                    <a:pt x="3521" y="1726"/>
                    <a:pt x="3781" y="1660"/>
                  </a:cubicBezTo>
                  <a:cubicBezTo>
                    <a:pt x="3799" y="1694"/>
                    <a:pt x="3826" y="1739"/>
                    <a:pt x="3848" y="1785"/>
                  </a:cubicBezTo>
                  <a:cubicBezTo>
                    <a:pt x="3976" y="2062"/>
                    <a:pt x="4030" y="2355"/>
                    <a:pt x="4032" y="2658"/>
                  </a:cubicBezTo>
                  <a:cubicBezTo>
                    <a:pt x="4034" y="2979"/>
                    <a:pt x="4033" y="3301"/>
                    <a:pt x="4033" y="3622"/>
                  </a:cubicBezTo>
                  <a:cubicBezTo>
                    <a:pt x="4033" y="3734"/>
                    <a:pt x="4033" y="3734"/>
                    <a:pt x="4033" y="3734"/>
                  </a:cubicBezTo>
                  <a:cubicBezTo>
                    <a:pt x="4098" y="3737"/>
                    <a:pt x="4150" y="3740"/>
                    <a:pt x="4210" y="3743"/>
                  </a:cubicBezTo>
                  <a:cubicBezTo>
                    <a:pt x="4201" y="3787"/>
                    <a:pt x="4191" y="3823"/>
                    <a:pt x="4187" y="3860"/>
                  </a:cubicBezTo>
                  <a:cubicBezTo>
                    <a:pt x="4174" y="3973"/>
                    <a:pt x="4122" y="4015"/>
                    <a:pt x="4001" y="4011"/>
                  </a:cubicBezTo>
                  <a:cubicBezTo>
                    <a:pt x="3687" y="4001"/>
                    <a:pt x="3373" y="4006"/>
                    <a:pt x="3059" y="4009"/>
                  </a:cubicBezTo>
                  <a:cubicBezTo>
                    <a:pt x="2994" y="4009"/>
                    <a:pt x="2953" y="3995"/>
                    <a:pt x="2917" y="3933"/>
                  </a:cubicBezTo>
                  <a:cubicBezTo>
                    <a:pt x="2820" y="3764"/>
                    <a:pt x="2623" y="3702"/>
                    <a:pt x="2446" y="3773"/>
                  </a:cubicBezTo>
                  <a:cubicBezTo>
                    <a:pt x="2271" y="3844"/>
                    <a:pt x="2175" y="4024"/>
                    <a:pt x="2211" y="4216"/>
                  </a:cubicBezTo>
                  <a:cubicBezTo>
                    <a:pt x="2244" y="4390"/>
                    <a:pt x="2409" y="4520"/>
                    <a:pt x="2597" y="4520"/>
                  </a:cubicBezTo>
                  <a:cubicBezTo>
                    <a:pt x="3138" y="4520"/>
                    <a:pt x="3679" y="4516"/>
                    <a:pt x="4220" y="4524"/>
                  </a:cubicBezTo>
                  <a:cubicBezTo>
                    <a:pt x="4391" y="4526"/>
                    <a:pt x="4510" y="4458"/>
                    <a:pt x="4569" y="4312"/>
                  </a:cubicBezTo>
                  <a:cubicBezTo>
                    <a:pt x="4640" y="4139"/>
                    <a:pt x="4683" y="3955"/>
                    <a:pt x="4743" y="3778"/>
                  </a:cubicBezTo>
                  <a:cubicBezTo>
                    <a:pt x="4757" y="3736"/>
                    <a:pt x="4784" y="3690"/>
                    <a:pt x="4819" y="3666"/>
                  </a:cubicBezTo>
                  <a:cubicBezTo>
                    <a:pt x="4984" y="3558"/>
                    <a:pt x="5070" y="3408"/>
                    <a:pt x="5074" y="3213"/>
                  </a:cubicBezTo>
                  <a:cubicBezTo>
                    <a:pt x="5078" y="3038"/>
                    <a:pt x="5077" y="2864"/>
                    <a:pt x="5074" y="2689"/>
                  </a:cubicBezTo>
                  <a:cubicBezTo>
                    <a:pt x="5070" y="2443"/>
                    <a:pt x="4905" y="2243"/>
                    <a:pt x="4664" y="2187"/>
                  </a:cubicBezTo>
                  <a:cubicBezTo>
                    <a:pt x="4628" y="2178"/>
                    <a:pt x="4592" y="2170"/>
                    <a:pt x="4550" y="2161"/>
                  </a:cubicBezTo>
                  <a:cubicBezTo>
                    <a:pt x="4550" y="2090"/>
                    <a:pt x="4553" y="2024"/>
                    <a:pt x="4549" y="1958"/>
                  </a:cubicBezTo>
                  <a:cubicBezTo>
                    <a:pt x="4546" y="1892"/>
                    <a:pt x="4539" y="1826"/>
                    <a:pt x="4531" y="1760"/>
                  </a:cubicBezTo>
                  <a:cubicBezTo>
                    <a:pt x="4444" y="1085"/>
                    <a:pt x="4122" y="569"/>
                    <a:pt x="3487" y="289"/>
                  </a:cubicBezTo>
                  <a:cubicBezTo>
                    <a:pt x="2831" y="0"/>
                    <a:pt x="2158" y="0"/>
                    <a:pt x="1493" y="262"/>
                  </a:cubicBezTo>
                  <a:cubicBezTo>
                    <a:pt x="976" y="464"/>
                    <a:pt x="633" y="839"/>
                    <a:pt x="464" y="1373"/>
                  </a:cubicBezTo>
                  <a:cubicBezTo>
                    <a:pt x="346" y="1747"/>
                    <a:pt x="363" y="2131"/>
                    <a:pt x="376" y="2514"/>
                  </a:cubicBezTo>
                  <a:cubicBezTo>
                    <a:pt x="379" y="2582"/>
                    <a:pt x="365" y="2620"/>
                    <a:pt x="316" y="2663"/>
                  </a:cubicBezTo>
                  <a:cubicBezTo>
                    <a:pt x="0" y="2945"/>
                    <a:pt x="42" y="3408"/>
                    <a:pt x="423" y="3594"/>
                  </a:cubicBezTo>
                  <a:cubicBezTo>
                    <a:pt x="592" y="3676"/>
                    <a:pt x="679" y="3787"/>
                    <a:pt x="735" y="3947"/>
                  </a:cubicBezTo>
                  <a:cubicBezTo>
                    <a:pt x="737" y="3953"/>
                    <a:pt x="740" y="3960"/>
                    <a:pt x="743" y="3966"/>
                  </a:cubicBezTo>
                  <a:cubicBezTo>
                    <a:pt x="898" y="4285"/>
                    <a:pt x="1090" y="4577"/>
                    <a:pt x="1349" y="4824"/>
                  </a:cubicBezTo>
                  <a:cubicBezTo>
                    <a:pt x="1771" y="5224"/>
                    <a:pt x="2265" y="5377"/>
                    <a:pt x="2839" y="5281"/>
                  </a:cubicBezTo>
                  <a:cubicBezTo>
                    <a:pt x="2982" y="5257"/>
                    <a:pt x="3127" y="5244"/>
                    <a:pt x="3274" y="5226"/>
                  </a:cubicBezTo>
                  <a:cubicBezTo>
                    <a:pt x="3251" y="5050"/>
                    <a:pt x="3229" y="4889"/>
                    <a:pt x="3207" y="4718"/>
                  </a:cubicBezTo>
                  <a:cubicBezTo>
                    <a:pt x="3067" y="4733"/>
                    <a:pt x="2938" y="4740"/>
                    <a:pt x="2812" y="4762"/>
                  </a:cubicBezTo>
                  <a:cubicBezTo>
                    <a:pt x="2445" y="4825"/>
                    <a:pt x="2105" y="4786"/>
                    <a:pt x="1808" y="4536"/>
                  </a:cubicBezTo>
                  <a:cubicBezTo>
                    <a:pt x="1566" y="4332"/>
                    <a:pt x="1376" y="4089"/>
                    <a:pt x="1238" y="3808"/>
                  </a:cubicBezTo>
                  <a:cubicBezTo>
                    <a:pt x="1144" y="3618"/>
                    <a:pt x="1066" y="3420"/>
                    <a:pt x="979" y="3220"/>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13" name="Google Shape;2513;p247"/>
          <p:cNvGrpSpPr/>
          <p:nvPr/>
        </p:nvGrpSpPr>
        <p:grpSpPr>
          <a:xfrm>
            <a:off x="5054524" y="3706661"/>
            <a:ext cx="656310" cy="385663"/>
            <a:chOff x="6872160" y="3279088"/>
            <a:chExt cx="876600" cy="515110"/>
          </a:xfrm>
        </p:grpSpPr>
        <p:sp>
          <p:nvSpPr>
            <p:cNvPr id="2514" name="Google Shape;2514;p247"/>
            <p:cNvSpPr txBox="1"/>
            <p:nvPr/>
          </p:nvSpPr>
          <p:spPr>
            <a:xfrm>
              <a:off x="6872160" y="3578798"/>
              <a:ext cx="876600" cy="215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ASSURE QUALITY &amp; MANAGE RISKS</a:t>
              </a:r>
              <a:endParaRPr sz="600"/>
            </a:p>
          </p:txBody>
        </p:sp>
        <p:sp>
          <p:nvSpPr>
            <p:cNvPr id="2515" name="Google Shape;2515;p247"/>
            <p:cNvSpPr/>
            <p:nvPr/>
          </p:nvSpPr>
          <p:spPr>
            <a:xfrm>
              <a:off x="7208511" y="3279088"/>
              <a:ext cx="203845" cy="203845"/>
            </a:xfrm>
            <a:custGeom>
              <a:avLst/>
              <a:gdLst/>
              <a:ahLst/>
              <a:cxnLst/>
              <a:rect l="l" t="t" r="r" b="b"/>
              <a:pathLst>
                <a:path w="188" h="188" extrusionOk="0">
                  <a:moveTo>
                    <a:pt x="103" y="140"/>
                  </a:moveTo>
                  <a:lnTo>
                    <a:pt x="85" y="140"/>
                  </a:lnTo>
                  <a:lnTo>
                    <a:pt x="85" y="121"/>
                  </a:lnTo>
                  <a:lnTo>
                    <a:pt x="103" y="121"/>
                  </a:lnTo>
                  <a:lnTo>
                    <a:pt x="103" y="140"/>
                  </a:lnTo>
                  <a:close/>
                  <a:moveTo>
                    <a:pt x="103" y="103"/>
                  </a:moveTo>
                  <a:lnTo>
                    <a:pt x="85" y="103"/>
                  </a:lnTo>
                  <a:lnTo>
                    <a:pt x="85" y="46"/>
                  </a:lnTo>
                  <a:lnTo>
                    <a:pt x="103" y="46"/>
                  </a:lnTo>
                  <a:lnTo>
                    <a:pt x="103" y="103"/>
                  </a:lnTo>
                  <a:close/>
                  <a:moveTo>
                    <a:pt x="188" y="94"/>
                  </a:moveTo>
                  <a:lnTo>
                    <a:pt x="94" y="0"/>
                  </a:lnTo>
                  <a:lnTo>
                    <a:pt x="0" y="94"/>
                  </a:lnTo>
                  <a:lnTo>
                    <a:pt x="94" y="188"/>
                  </a:lnTo>
                  <a:lnTo>
                    <a:pt x="188" y="9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16" name="Google Shape;2516;p247"/>
          <p:cNvGrpSpPr/>
          <p:nvPr/>
        </p:nvGrpSpPr>
        <p:grpSpPr>
          <a:xfrm>
            <a:off x="3350934" y="3093144"/>
            <a:ext cx="656310" cy="434898"/>
            <a:chOff x="4389697" y="2415522"/>
            <a:chExt cx="876600" cy="580871"/>
          </a:xfrm>
        </p:grpSpPr>
        <p:sp>
          <p:nvSpPr>
            <p:cNvPr id="2517" name="Google Shape;2517;p247"/>
            <p:cNvSpPr txBox="1"/>
            <p:nvPr/>
          </p:nvSpPr>
          <p:spPr>
            <a:xfrm>
              <a:off x="4389697" y="2673293"/>
              <a:ext cx="8766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GAIN FULL VISIBILITY &amp; TRACEABILITY</a:t>
              </a:r>
              <a:endParaRPr sz="600"/>
            </a:p>
          </p:txBody>
        </p:sp>
        <p:sp>
          <p:nvSpPr>
            <p:cNvPr id="2518" name="Google Shape;2518;p247"/>
            <p:cNvSpPr/>
            <p:nvPr/>
          </p:nvSpPr>
          <p:spPr>
            <a:xfrm>
              <a:off x="4733920" y="2415522"/>
              <a:ext cx="184330" cy="168069"/>
            </a:xfrm>
            <a:custGeom>
              <a:avLst/>
              <a:gdLst/>
              <a:ahLst/>
              <a:cxnLst/>
              <a:rect l="l" t="t" r="r" b="b"/>
              <a:pathLst>
                <a:path w="5168" h="4678" extrusionOk="0">
                  <a:moveTo>
                    <a:pt x="2326" y="4160"/>
                  </a:moveTo>
                  <a:cubicBezTo>
                    <a:pt x="1809" y="4678"/>
                    <a:pt x="1809" y="4678"/>
                    <a:pt x="1809" y="4678"/>
                  </a:cubicBezTo>
                  <a:cubicBezTo>
                    <a:pt x="5168" y="4678"/>
                    <a:pt x="5168" y="4678"/>
                    <a:pt x="5168" y="4678"/>
                  </a:cubicBezTo>
                  <a:cubicBezTo>
                    <a:pt x="5168" y="4160"/>
                    <a:pt x="5168" y="4160"/>
                    <a:pt x="5168" y="4160"/>
                  </a:cubicBezTo>
                  <a:lnTo>
                    <a:pt x="2326" y="4160"/>
                  </a:lnTo>
                  <a:close/>
                  <a:moveTo>
                    <a:pt x="4574" y="1060"/>
                  </a:moveTo>
                  <a:cubicBezTo>
                    <a:pt x="4677" y="956"/>
                    <a:pt x="4677" y="801"/>
                    <a:pt x="4574" y="698"/>
                  </a:cubicBezTo>
                  <a:cubicBezTo>
                    <a:pt x="3980" y="104"/>
                    <a:pt x="3980" y="104"/>
                    <a:pt x="3980" y="104"/>
                  </a:cubicBezTo>
                  <a:cubicBezTo>
                    <a:pt x="3876" y="0"/>
                    <a:pt x="3721" y="0"/>
                    <a:pt x="3618" y="104"/>
                  </a:cubicBezTo>
                  <a:cubicBezTo>
                    <a:pt x="3153" y="568"/>
                    <a:pt x="3153" y="568"/>
                    <a:pt x="3153" y="568"/>
                  </a:cubicBezTo>
                  <a:cubicBezTo>
                    <a:pt x="4135" y="1550"/>
                    <a:pt x="4135" y="1550"/>
                    <a:pt x="4135" y="1550"/>
                  </a:cubicBezTo>
                  <a:lnTo>
                    <a:pt x="4574" y="1060"/>
                  </a:lnTo>
                  <a:close/>
                  <a:moveTo>
                    <a:pt x="0" y="3696"/>
                  </a:moveTo>
                  <a:cubicBezTo>
                    <a:pt x="0" y="4678"/>
                    <a:pt x="0" y="4678"/>
                    <a:pt x="0" y="4678"/>
                  </a:cubicBezTo>
                  <a:cubicBezTo>
                    <a:pt x="982" y="4678"/>
                    <a:pt x="982" y="4678"/>
                    <a:pt x="982" y="4678"/>
                  </a:cubicBezTo>
                  <a:cubicBezTo>
                    <a:pt x="3825" y="1809"/>
                    <a:pt x="3825" y="1809"/>
                    <a:pt x="3825" y="1809"/>
                  </a:cubicBezTo>
                  <a:cubicBezTo>
                    <a:pt x="2842" y="827"/>
                    <a:pt x="2842" y="827"/>
                    <a:pt x="2842" y="827"/>
                  </a:cubicBezTo>
                  <a:lnTo>
                    <a:pt x="0" y="369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19" name="Google Shape;2519;p247"/>
          <p:cNvGrpSpPr/>
          <p:nvPr/>
        </p:nvGrpSpPr>
        <p:grpSpPr>
          <a:xfrm>
            <a:off x="3683072" y="3719400"/>
            <a:ext cx="656310" cy="453343"/>
            <a:chOff x="4806038" y="3296391"/>
            <a:chExt cx="876600" cy="605507"/>
          </a:xfrm>
        </p:grpSpPr>
        <p:sp>
          <p:nvSpPr>
            <p:cNvPr id="2520" name="Google Shape;2520;p247"/>
            <p:cNvSpPr txBox="1"/>
            <p:nvPr/>
          </p:nvSpPr>
          <p:spPr>
            <a:xfrm>
              <a:off x="4806038" y="3578798"/>
              <a:ext cx="8766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RECEIVE DAILY STATUS UPDATES &amp; REPORTS</a:t>
              </a:r>
              <a:endParaRPr sz="600"/>
            </a:p>
          </p:txBody>
        </p:sp>
        <p:sp>
          <p:nvSpPr>
            <p:cNvPr id="2521" name="Google Shape;2521;p247"/>
            <p:cNvSpPr/>
            <p:nvPr/>
          </p:nvSpPr>
          <p:spPr>
            <a:xfrm>
              <a:off x="5155400" y="3296391"/>
              <a:ext cx="177823" cy="197340"/>
            </a:xfrm>
            <a:custGeom>
              <a:avLst/>
              <a:gdLst/>
              <a:ahLst/>
              <a:cxnLst/>
              <a:rect l="l" t="t" r="r" b="b"/>
              <a:pathLst>
                <a:path w="164" h="182" extrusionOk="0">
                  <a:moveTo>
                    <a:pt x="146" y="164"/>
                  </a:moveTo>
                  <a:lnTo>
                    <a:pt x="18" y="164"/>
                  </a:lnTo>
                  <a:lnTo>
                    <a:pt x="18" y="64"/>
                  </a:lnTo>
                  <a:lnTo>
                    <a:pt x="146" y="64"/>
                  </a:lnTo>
                  <a:lnTo>
                    <a:pt x="146" y="164"/>
                  </a:lnTo>
                  <a:close/>
                  <a:moveTo>
                    <a:pt x="118" y="0"/>
                  </a:moveTo>
                  <a:lnTo>
                    <a:pt x="118" y="18"/>
                  </a:lnTo>
                  <a:lnTo>
                    <a:pt x="46" y="18"/>
                  </a:lnTo>
                  <a:lnTo>
                    <a:pt x="46" y="0"/>
                  </a:lnTo>
                  <a:lnTo>
                    <a:pt x="27" y="0"/>
                  </a:lnTo>
                  <a:lnTo>
                    <a:pt x="27" y="18"/>
                  </a:lnTo>
                  <a:lnTo>
                    <a:pt x="18" y="18"/>
                  </a:lnTo>
                  <a:lnTo>
                    <a:pt x="0" y="18"/>
                  </a:lnTo>
                  <a:lnTo>
                    <a:pt x="0" y="182"/>
                  </a:lnTo>
                  <a:lnTo>
                    <a:pt x="18" y="182"/>
                  </a:lnTo>
                  <a:lnTo>
                    <a:pt x="146" y="182"/>
                  </a:lnTo>
                  <a:lnTo>
                    <a:pt x="164" y="182"/>
                  </a:lnTo>
                  <a:lnTo>
                    <a:pt x="164" y="18"/>
                  </a:lnTo>
                  <a:lnTo>
                    <a:pt x="146" y="18"/>
                  </a:lnTo>
                  <a:lnTo>
                    <a:pt x="137" y="18"/>
                  </a:lnTo>
                  <a:lnTo>
                    <a:pt x="137" y="0"/>
                  </a:lnTo>
                  <a:lnTo>
                    <a:pt x="118" y="0"/>
                  </a:lnTo>
                  <a:close/>
                  <a:moveTo>
                    <a:pt x="128" y="100"/>
                  </a:moveTo>
                  <a:lnTo>
                    <a:pt x="82" y="100"/>
                  </a:lnTo>
                  <a:lnTo>
                    <a:pt x="82" y="146"/>
                  </a:lnTo>
                  <a:lnTo>
                    <a:pt x="128" y="146"/>
                  </a:lnTo>
                  <a:lnTo>
                    <a:pt x="128" y="10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22" name="Google Shape;2522;p247"/>
          <p:cNvGrpSpPr/>
          <p:nvPr/>
        </p:nvGrpSpPr>
        <p:grpSpPr>
          <a:xfrm>
            <a:off x="3955198" y="1860290"/>
            <a:ext cx="693820" cy="434205"/>
            <a:chOff x="5279903" y="741152"/>
            <a:chExt cx="926700" cy="579945"/>
          </a:xfrm>
        </p:grpSpPr>
        <p:sp>
          <p:nvSpPr>
            <p:cNvPr id="2523" name="Google Shape;2523;p247"/>
            <p:cNvSpPr txBox="1"/>
            <p:nvPr/>
          </p:nvSpPr>
          <p:spPr>
            <a:xfrm>
              <a:off x="5279903" y="997997"/>
              <a:ext cx="9267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PROVIDE FLEXIBLE SOLUTION DEVELOPMENT</a:t>
              </a:r>
              <a:endParaRPr sz="600"/>
            </a:p>
          </p:txBody>
        </p:sp>
        <p:sp>
          <p:nvSpPr>
            <p:cNvPr id="2524" name="Google Shape;2524;p247"/>
            <p:cNvSpPr/>
            <p:nvPr/>
          </p:nvSpPr>
          <p:spPr>
            <a:xfrm>
              <a:off x="5660131" y="741152"/>
              <a:ext cx="166190" cy="165372"/>
            </a:xfrm>
            <a:custGeom>
              <a:avLst/>
              <a:gdLst/>
              <a:ahLst/>
              <a:cxnLst/>
              <a:rect l="l" t="t" r="r" b="b"/>
              <a:pathLst>
                <a:path w="5170" h="5155" extrusionOk="0">
                  <a:moveTo>
                    <a:pt x="3621" y="870"/>
                  </a:moveTo>
                  <a:cubicBezTo>
                    <a:pt x="3388" y="674"/>
                    <a:pt x="3204" y="518"/>
                    <a:pt x="3017" y="359"/>
                  </a:cubicBezTo>
                  <a:cubicBezTo>
                    <a:pt x="3019" y="351"/>
                    <a:pt x="4425" y="119"/>
                    <a:pt x="5170" y="0"/>
                  </a:cubicBezTo>
                  <a:cubicBezTo>
                    <a:pt x="5057" y="721"/>
                    <a:pt x="4834" y="2158"/>
                    <a:pt x="4834" y="2158"/>
                  </a:cubicBezTo>
                  <a:cubicBezTo>
                    <a:pt x="4834" y="2158"/>
                    <a:pt x="4499" y="1751"/>
                    <a:pt x="4350" y="1562"/>
                  </a:cubicBezTo>
                  <a:cubicBezTo>
                    <a:pt x="3798" y="2081"/>
                    <a:pt x="3274" y="2524"/>
                    <a:pt x="3153" y="3244"/>
                  </a:cubicBezTo>
                  <a:cubicBezTo>
                    <a:pt x="3107" y="3514"/>
                    <a:pt x="3103" y="3793"/>
                    <a:pt x="3096" y="4068"/>
                  </a:cubicBezTo>
                  <a:cubicBezTo>
                    <a:pt x="3087" y="4426"/>
                    <a:pt x="3094" y="4784"/>
                    <a:pt x="3094" y="5155"/>
                  </a:cubicBezTo>
                  <a:cubicBezTo>
                    <a:pt x="2079" y="5155"/>
                    <a:pt x="2079" y="5155"/>
                    <a:pt x="2079" y="5155"/>
                  </a:cubicBezTo>
                  <a:cubicBezTo>
                    <a:pt x="2079" y="4950"/>
                    <a:pt x="2072" y="4752"/>
                    <a:pt x="2080" y="4554"/>
                  </a:cubicBezTo>
                  <a:cubicBezTo>
                    <a:pt x="2099" y="4044"/>
                    <a:pt x="2079" y="3527"/>
                    <a:pt x="2158" y="3026"/>
                  </a:cubicBezTo>
                  <a:cubicBezTo>
                    <a:pt x="2274" y="2298"/>
                    <a:pt x="2699" y="1722"/>
                    <a:pt x="3224" y="1219"/>
                  </a:cubicBezTo>
                  <a:cubicBezTo>
                    <a:pt x="3338" y="1110"/>
                    <a:pt x="3461" y="1010"/>
                    <a:pt x="3621" y="870"/>
                  </a:cubicBezTo>
                  <a:moveTo>
                    <a:pt x="1863" y="2496"/>
                  </a:moveTo>
                  <a:cubicBezTo>
                    <a:pt x="1955" y="2250"/>
                    <a:pt x="2003" y="2093"/>
                    <a:pt x="2137" y="1881"/>
                  </a:cubicBezTo>
                  <a:cubicBezTo>
                    <a:pt x="2195" y="1788"/>
                    <a:pt x="2282" y="1687"/>
                    <a:pt x="2282" y="1687"/>
                  </a:cubicBezTo>
                  <a:cubicBezTo>
                    <a:pt x="2282" y="1687"/>
                    <a:pt x="2197" y="1603"/>
                    <a:pt x="2151" y="1560"/>
                  </a:cubicBezTo>
                  <a:cubicBezTo>
                    <a:pt x="1943" y="1361"/>
                    <a:pt x="1740" y="1158"/>
                    <a:pt x="1492" y="914"/>
                  </a:cubicBezTo>
                  <a:cubicBezTo>
                    <a:pt x="1713" y="726"/>
                    <a:pt x="2151" y="331"/>
                    <a:pt x="2151" y="331"/>
                  </a:cubicBezTo>
                  <a:cubicBezTo>
                    <a:pt x="2151" y="331"/>
                    <a:pt x="713" y="115"/>
                    <a:pt x="0" y="2"/>
                  </a:cubicBezTo>
                  <a:cubicBezTo>
                    <a:pt x="115" y="726"/>
                    <a:pt x="338" y="2164"/>
                    <a:pt x="338" y="2164"/>
                  </a:cubicBezTo>
                  <a:cubicBezTo>
                    <a:pt x="338" y="2164"/>
                    <a:pt x="739" y="1716"/>
                    <a:pt x="927" y="1498"/>
                  </a:cubicBezTo>
                  <a:cubicBezTo>
                    <a:pt x="1266" y="1860"/>
                    <a:pt x="1571" y="2185"/>
                    <a:pt x="1863" y="2496"/>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25" name="Google Shape;2525;p247"/>
          <p:cNvGrpSpPr/>
          <p:nvPr/>
        </p:nvGrpSpPr>
        <p:grpSpPr>
          <a:xfrm>
            <a:off x="4748005" y="1854716"/>
            <a:ext cx="656310" cy="439779"/>
            <a:chOff x="6338815" y="733707"/>
            <a:chExt cx="876600" cy="587390"/>
          </a:xfrm>
        </p:grpSpPr>
        <p:sp>
          <p:nvSpPr>
            <p:cNvPr id="2526" name="Google Shape;2526;p247"/>
            <p:cNvSpPr txBox="1"/>
            <p:nvPr/>
          </p:nvSpPr>
          <p:spPr>
            <a:xfrm>
              <a:off x="6338815" y="997997"/>
              <a:ext cx="8766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MANAGE A BACKLOG OF</a:t>
              </a:r>
              <a:br>
                <a:rPr lang="en" sz="600" b="1">
                  <a:solidFill>
                    <a:schemeClr val="dk1"/>
                  </a:solidFill>
                  <a:latin typeface="Arial"/>
                  <a:ea typeface="Arial"/>
                  <a:cs typeface="Arial"/>
                  <a:sym typeface="Arial"/>
                </a:rPr>
              </a:br>
              <a:r>
                <a:rPr lang="en" sz="600" b="1">
                  <a:solidFill>
                    <a:schemeClr val="dk1"/>
                  </a:solidFill>
                  <a:latin typeface="Arial"/>
                  <a:ea typeface="Arial"/>
                  <a:cs typeface="Arial"/>
                  <a:sym typeface="Arial"/>
                </a:rPr>
                <a:t>USER STORIES</a:t>
              </a:r>
              <a:endParaRPr sz="600"/>
            </a:p>
          </p:txBody>
        </p:sp>
        <p:sp>
          <p:nvSpPr>
            <p:cNvPr id="2527" name="Google Shape;2527;p247"/>
            <p:cNvSpPr/>
            <p:nvPr/>
          </p:nvSpPr>
          <p:spPr>
            <a:xfrm>
              <a:off x="6694141" y="733707"/>
              <a:ext cx="165896" cy="174565"/>
            </a:xfrm>
            <a:custGeom>
              <a:avLst/>
              <a:gdLst/>
              <a:ahLst/>
              <a:cxnLst/>
              <a:rect l="l" t="t" r="r" b="b"/>
              <a:pathLst>
                <a:path w="4918" h="5170" extrusionOk="0">
                  <a:moveTo>
                    <a:pt x="1" y="3887"/>
                  </a:moveTo>
                  <a:cubicBezTo>
                    <a:pt x="3881" y="3887"/>
                    <a:pt x="3881" y="3887"/>
                    <a:pt x="3881" y="3887"/>
                  </a:cubicBezTo>
                  <a:cubicBezTo>
                    <a:pt x="3881" y="4050"/>
                    <a:pt x="3880" y="4208"/>
                    <a:pt x="3881" y="4366"/>
                  </a:cubicBezTo>
                  <a:cubicBezTo>
                    <a:pt x="3882" y="4553"/>
                    <a:pt x="3977" y="4657"/>
                    <a:pt x="4143" y="4656"/>
                  </a:cubicBezTo>
                  <a:cubicBezTo>
                    <a:pt x="4296" y="4654"/>
                    <a:pt x="4403" y="4539"/>
                    <a:pt x="4403" y="4369"/>
                  </a:cubicBezTo>
                  <a:cubicBezTo>
                    <a:pt x="4403" y="3112"/>
                    <a:pt x="4403" y="1854"/>
                    <a:pt x="4403" y="596"/>
                  </a:cubicBezTo>
                  <a:cubicBezTo>
                    <a:pt x="4403" y="511"/>
                    <a:pt x="4403" y="511"/>
                    <a:pt x="4403" y="511"/>
                  </a:cubicBezTo>
                  <a:cubicBezTo>
                    <a:pt x="1029" y="511"/>
                    <a:pt x="1029" y="511"/>
                    <a:pt x="1029" y="511"/>
                  </a:cubicBezTo>
                  <a:cubicBezTo>
                    <a:pt x="1029" y="3608"/>
                    <a:pt x="1029" y="3608"/>
                    <a:pt x="1029" y="3608"/>
                  </a:cubicBezTo>
                  <a:cubicBezTo>
                    <a:pt x="528" y="3608"/>
                    <a:pt x="528" y="3608"/>
                    <a:pt x="528" y="3608"/>
                  </a:cubicBezTo>
                  <a:cubicBezTo>
                    <a:pt x="528" y="0"/>
                    <a:pt x="528" y="0"/>
                    <a:pt x="528" y="0"/>
                  </a:cubicBezTo>
                  <a:cubicBezTo>
                    <a:pt x="4917" y="0"/>
                    <a:pt x="4917" y="0"/>
                    <a:pt x="4917" y="0"/>
                  </a:cubicBezTo>
                  <a:cubicBezTo>
                    <a:pt x="4917" y="106"/>
                    <a:pt x="4917" y="106"/>
                    <a:pt x="4917" y="106"/>
                  </a:cubicBezTo>
                  <a:cubicBezTo>
                    <a:pt x="4917" y="1523"/>
                    <a:pt x="4918" y="2940"/>
                    <a:pt x="4917" y="4356"/>
                  </a:cubicBezTo>
                  <a:cubicBezTo>
                    <a:pt x="4917" y="4834"/>
                    <a:pt x="4580" y="5170"/>
                    <a:pt x="4100" y="5170"/>
                  </a:cubicBezTo>
                  <a:cubicBezTo>
                    <a:pt x="2919" y="5170"/>
                    <a:pt x="1737" y="5170"/>
                    <a:pt x="555" y="5170"/>
                  </a:cubicBezTo>
                  <a:cubicBezTo>
                    <a:pt x="218" y="5170"/>
                    <a:pt x="3" y="4957"/>
                    <a:pt x="1" y="4623"/>
                  </a:cubicBezTo>
                  <a:cubicBezTo>
                    <a:pt x="0" y="4382"/>
                    <a:pt x="1" y="4141"/>
                    <a:pt x="1" y="3887"/>
                  </a:cubicBezTo>
                  <a:moveTo>
                    <a:pt x="3877" y="2591"/>
                  </a:moveTo>
                  <a:cubicBezTo>
                    <a:pt x="2337" y="2591"/>
                    <a:pt x="2337" y="2591"/>
                    <a:pt x="2337" y="2591"/>
                  </a:cubicBezTo>
                  <a:cubicBezTo>
                    <a:pt x="2337" y="3090"/>
                    <a:pt x="2337" y="3090"/>
                    <a:pt x="2337" y="3090"/>
                  </a:cubicBezTo>
                  <a:cubicBezTo>
                    <a:pt x="3877" y="3090"/>
                    <a:pt x="3877" y="3090"/>
                    <a:pt x="3877" y="3090"/>
                  </a:cubicBezTo>
                  <a:lnTo>
                    <a:pt x="3877" y="2591"/>
                  </a:lnTo>
                  <a:close/>
                  <a:moveTo>
                    <a:pt x="2334" y="1792"/>
                  </a:moveTo>
                  <a:cubicBezTo>
                    <a:pt x="3873" y="1792"/>
                    <a:pt x="3873" y="1792"/>
                    <a:pt x="3873" y="1792"/>
                  </a:cubicBezTo>
                  <a:cubicBezTo>
                    <a:pt x="3873" y="1298"/>
                    <a:pt x="3873" y="1298"/>
                    <a:pt x="3873" y="1298"/>
                  </a:cubicBezTo>
                  <a:cubicBezTo>
                    <a:pt x="2334" y="1298"/>
                    <a:pt x="2334" y="1298"/>
                    <a:pt x="2334" y="1298"/>
                  </a:cubicBezTo>
                  <a:lnTo>
                    <a:pt x="2334" y="1792"/>
                  </a:lnTo>
                  <a:close/>
                  <a:moveTo>
                    <a:pt x="2057" y="2590"/>
                  </a:moveTo>
                  <a:cubicBezTo>
                    <a:pt x="1563" y="2590"/>
                    <a:pt x="1563" y="2590"/>
                    <a:pt x="1563" y="2590"/>
                  </a:cubicBezTo>
                  <a:cubicBezTo>
                    <a:pt x="1563" y="3093"/>
                    <a:pt x="1563" y="3093"/>
                    <a:pt x="1563" y="3093"/>
                  </a:cubicBezTo>
                  <a:cubicBezTo>
                    <a:pt x="2057" y="3093"/>
                    <a:pt x="2057" y="3093"/>
                    <a:pt x="2057" y="3093"/>
                  </a:cubicBezTo>
                  <a:lnTo>
                    <a:pt x="2057" y="2590"/>
                  </a:lnTo>
                  <a:close/>
                  <a:moveTo>
                    <a:pt x="2058" y="1298"/>
                  </a:moveTo>
                  <a:cubicBezTo>
                    <a:pt x="1563" y="1298"/>
                    <a:pt x="1563" y="1298"/>
                    <a:pt x="1563" y="1298"/>
                  </a:cubicBezTo>
                  <a:cubicBezTo>
                    <a:pt x="1563" y="1788"/>
                    <a:pt x="1563" y="1788"/>
                    <a:pt x="1563" y="1788"/>
                  </a:cubicBezTo>
                  <a:cubicBezTo>
                    <a:pt x="2058" y="1788"/>
                    <a:pt x="2058" y="1788"/>
                    <a:pt x="2058" y="1788"/>
                  </a:cubicBezTo>
                  <a:lnTo>
                    <a:pt x="2058" y="1298"/>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28" name="Google Shape;2528;p247"/>
          <p:cNvGrpSpPr/>
          <p:nvPr/>
        </p:nvGrpSpPr>
        <p:grpSpPr>
          <a:xfrm>
            <a:off x="3427215" y="2425940"/>
            <a:ext cx="788156" cy="438745"/>
            <a:chOff x="4411837" y="1524372"/>
            <a:chExt cx="1052700" cy="586009"/>
          </a:xfrm>
        </p:grpSpPr>
        <p:sp>
          <p:nvSpPr>
            <p:cNvPr id="2529" name="Google Shape;2529;p247"/>
            <p:cNvSpPr txBox="1"/>
            <p:nvPr/>
          </p:nvSpPr>
          <p:spPr>
            <a:xfrm>
              <a:off x="4411837" y="1787281"/>
              <a:ext cx="10527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ENGAGE &amp;</a:t>
              </a:r>
              <a:br>
                <a:rPr lang="en" sz="600" b="1">
                  <a:solidFill>
                    <a:schemeClr val="dk1"/>
                  </a:solidFill>
                  <a:latin typeface="Arial"/>
                  <a:ea typeface="Arial"/>
                  <a:cs typeface="Arial"/>
                  <a:sym typeface="Arial"/>
                </a:rPr>
              </a:br>
              <a:r>
                <a:rPr lang="en" sz="600" b="1">
                  <a:solidFill>
                    <a:schemeClr val="dk1"/>
                  </a:solidFill>
                  <a:latin typeface="Arial"/>
                  <a:ea typeface="Arial"/>
                  <a:cs typeface="Arial"/>
                  <a:sym typeface="Arial"/>
                </a:rPr>
                <a:t>INFORM STAKEHOLDERS</a:t>
              </a:r>
              <a:endParaRPr sz="600"/>
            </a:p>
          </p:txBody>
        </p:sp>
        <p:sp>
          <p:nvSpPr>
            <p:cNvPr id="2530" name="Google Shape;2530;p247"/>
            <p:cNvSpPr/>
            <p:nvPr/>
          </p:nvSpPr>
          <p:spPr>
            <a:xfrm>
              <a:off x="4850886" y="1524372"/>
              <a:ext cx="174566" cy="174566"/>
            </a:xfrm>
            <a:custGeom>
              <a:avLst/>
              <a:gdLst/>
              <a:ahLst/>
              <a:cxnLst/>
              <a:rect l="l" t="t" r="r" b="b"/>
              <a:pathLst>
                <a:path w="5175" h="5175" extrusionOk="0">
                  <a:moveTo>
                    <a:pt x="1922" y="3253"/>
                  </a:moveTo>
                  <a:cubicBezTo>
                    <a:pt x="1183" y="3253"/>
                    <a:pt x="592" y="2661"/>
                    <a:pt x="592" y="1922"/>
                  </a:cubicBezTo>
                  <a:cubicBezTo>
                    <a:pt x="592" y="1183"/>
                    <a:pt x="1183" y="592"/>
                    <a:pt x="1922" y="592"/>
                  </a:cubicBezTo>
                  <a:cubicBezTo>
                    <a:pt x="2662" y="592"/>
                    <a:pt x="3253" y="1183"/>
                    <a:pt x="3253" y="1922"/>
                  </a:cubicBezTo>
                  <a:cubicBezTo>
                    <a:pt x="3253" y="2661"/>
                    <a:pt x="2662" y="3253"/>
                    <a:pt x="1922" y="3253"/>
                  </a:cubicBezTo>
                  <a:moveTo>
                    <a:pt x="3696" y="3253"/>
                  </a:moveTo>
                  <a:cubicBezTo>
                    <a:pt x="3460" y="3253"/>
                    <a:pt x="3460" y="3253"/>
                    <a:pt x="3460" y="3253"/>
                  </a:cubicBezTo>
                  <a:cubicBezTo>
                    <a:pt x="3371" y="3164"/>
                    <a:pt x="3371" y="3164"/>
                    <a:pt x="3371" y="3164"/>
                  </a:cubicBezTo>
                  <a:cubicBezTo>
                    <a:pt x="3667" y="2838"/>
                    <a:pt x="3844" y="2395"/>
                    <a:pt x="3844" y="1922"/>
                  </a:cubicBezTo>
                  <a:cubicBezTo>
                    <a:pt x="3844" y="858"/>
                    <a:pt x="2987" y="0"/>
                    <a:pt x="1922" y="0"/>
                  </a:cubicBezTo>
                  <a:cubicBezTo>
                    <a:pt x="858" y="0"/>
                    <a:pt x="0" y="858"/>
                    <a:pt x="0" y="1922"/>
                  </a:cubicBezTo>
                  <a:cubicBezTo>
                    <a:pt x="0" y="2987"/>
                    <a:pt x="858" y="3844"/>
                    <a:pt x="1922" y="3844"/>
                  </a:cubicBezTo>
                  <a:cubicBezTo>
                    <a:pt x="2396" y="3844"/>
                    <a:pt x="2839" y="3667"/>
                    <a:pt x="3164" y="3371"/>
                  </a:cubicBezTo>
                  <a:cubicBezTo>
                    <a:pt x="3253" y="3460"/>
                    <a:pt x="3253" y="3460"/>
                    <a:pt x="3253" y="3460"/>
                  </a:cubicBezTo>
                  <a:cubicBezTo>
                    <a:pt x="3253" y="3696"/>
                    <a:pt x="3253" y="3696"/>
                    <a:pt x="3253" y="3696"/>
                  </a:cubicBezTo>
                  <a:cubicBezTo>
                    <a:pt x="4731" y="5175"/>
                    <a:pt x="4731" y="5175"/>
                    <a:pt x="4731" y="5175"/>
                  </a:cubicBezTo>
                  <a:cubicBezTo>
                    <a:pt x="5175" y="4731"/>
                    <a:pt x="5175" y="4731"/>
                    <a:pt x="5175" y="4731"/>
                  </a:cubicBezTo>
                  <a:lnTo>
                    <a:pt x="3696" y="325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31" name="Google Shape;2531;p247"/>
          <p:cNvGrpSpPr/>
          <p:nvPr/>
        </p:nvGrpSpPr>
        <p:grpSpPr>
          <a:xfrm>
            <a:off x="5289542" y="3093144"/>
            <a:ext cx="915960" cy="434898"/>
            <a:chOff x="7080589" y="2415522"/>
            <a:chExt cx="1223400" cy="580871"/>
          </a:xfrm>
        </p:grpSpPr>
        <p:sp>
          <p:nvSpPr>
            <p:cNvPr id="2532" name="Google Shape;2532;p247"/>
            <p:cNvSpPr txBox="1"/>
            <p:nvPr/>
          </p:nvSpPr>
          <p:spPr>
            <a:xfrm>
              <a:off x="7080589" y="2673293"/>
              <a:ext cx="1223400" cy="323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600" b="1">
                  <a:solidFill>
                    <a:schemeClr val="dk1"/>
                  </a:solidFill>
                  <a:latin typeface="Arial"/>
                  <a:ea typeface="Arial"/>
                  <a:cs typeface="Arial"/>
                  <a:sym typeface="Arial"/>
                </a:rPr>
                <a:t>STREAMLINE ASSIGNMENTS &amp; TRACK BUILD EXECUTION</a:t>
              </a:r>
              <a:endParaRPr sz="600"/>
            </a:p>
          </p:txBody>
        </p:sp>
        <p:sp>
          <p:nvSpPr>
            <p:cNvPr id="2533" name="Google Shape;2533;p247"/>
            <p:cNvSpPr/>
            <p:nvPr/>
          </p:nvSpPr>
          <p:spPr>
            <a:xfrm>
              <a:off x="7497088" y="2415522"/>
              <a:ext cx="290786" cy="158700"/>
            </a:xfrm>
            <a:custGeom>
              <a:avLst/>
              <a:gdLst/>
              <a:ahLst/>
              <a:cxnLst/>
              <a:rect l="l" t="t" r="r" b="b"/>
              <a:pathLst>
                <a:path w="5156" h="2828" extrusionOk="0">
                  <a:moveTo>
                    <a:pt x="4357" y="1204"/>
                  </a:moveTo>
                  <a:cubicBezTo>
                    <a:pt x="4021" y="880"/>
                    <a:pt x="3718" y="589"/>
                    <a:pt x="3418" y="299"/>
                  </a:cubicBezTo>
                  <a:cubicBezTo>
                    <a:pt x="3551" y="173"/>
                    <a:pt x="3651" y="79"/>
                    <a:pt x="3733" y="0"/>
                  </a:cubicBezTo>
                  <a:cubicBezTo>
                    <a:pt x="4199" y="459"/>
                    <a:pt x="4680" y="935"/>
                    <a:pt x="5156" y="1404"/>
                  </a:cubicBezTo>
                  <a:cubicBezTo>
                    <a:pt x="4678" y="1876"/>
                    <a:pt x="4197" y="2352"/>
                    <a:pt x="3716" y="2828"/>
                  </a:cubicBezTo>
                  <a:cubicBezTo>
                    <a:pt x="3642" y="2750"/>
                    <a:pt x="3548" y="2651"/>
                    <a:pt x="3433" y="2531"/>
                  </a:cubicBezTo>
                  <a:cubicBezTo>
                    <a:pt x="3727" y="2241"/>
                    <a:pt x="4027" y="1946"/>
                    <a:pt x="4353" y="1623"/>
                  </a:cubicBezTo>
                  <a:cubicBezTo>
                    <a:pt x="2615" y="1623"/>
                    <a:pt x="2615" y="1623"/>
                    <a:pt x="2615" y="1623"/>
                  </a:cubicBezTo>
                  <a:cubicBezTo>
                    <a:pt x="2615" y="1204"/>
                    <a:pt x="2615" y="1204"/>
                    <a:pt x="2615" y="1204"/>
                  </a:cubicBezTo>
                  <a:lnTo>
                    <a:pt x="4357" y="1204"/>
                  </a:lnTo>
                  <a:close/>
                  <a:moveTo>
                    <a:pt x="398" y="1214"/>
                  </a:moveTo>
                  <a:cubicBezTo>
                    <a:pt x="0" y="1214"/>
                    <a:pt x="0" y="1214"/>
                    <a:pt x="0" y="1214"/>
                  </a:cubicBezTo>
                  <a:cubicBezTo>
                    <a:pt x="0" y="1610"/>
                    <a:pt x="0" y="1610"/>
                    <a:pt x="0" y="1610"/>
                  </a:cubicBezTo>
                  <a:cubicBezTo>
                    <a:pt x="398" y="1610"/>
                    <a:pt x="398" y="1610"/>
                    <a:pt x="398" y="1610"/>
                  </a:cubicBezTo>
                  <a:lnTo>
                    <a:pt x="398" y="1214"/>
                  </a:lnTo>
                  <a:close/>
                  <a:moveTo>
                    <a:pt x="1269" y="1215"/>
                  </a:moveTo>
                  <a:cubicBezTo>
                    <a:pt x="872" y="1215"/>
                    <a:pt x="872" y="1215"/>
                    <a:pt x="872" y="1215"/>
                  </a:cubicBezTo>
                  <a:cubicBezTo>
                    <a:pt x="872" y="1611"/>
                    <a:pt x="872" y="1611"/>
                    <a:pt x="872" y="1611"/>
                  </a:cubicBezTo>
                  <a:cubicBezTo>
                    <a:pt x="1269" y="1611"/>
                    <a:pt x="1269" y="1611"/>
                    <a:pt x="1269" y="1611"/>
                  </a:cubicBezTo>
                  <a:lnTo>
                    <a:pt x="1269" y="1215"/>
                  </a:lnTo>
                  <a:close/>
                  <a:moveTo>
                    <a:pt x="2147" y="1213"/>
                  </a:moveTo>
                  <a:cubicBezTo>
                    <a:pt x="1742" y="1213"/>
                    <a:pt x="1742" y="1213"/>
                    <a:pt x="1742" y="1213"/>
                  </a:cubicBezTo>
                  <a:cubicBezTo>
                    <a:pt x="1742" y="1607"/>
                    <a:pt x="1742" y="1607"/>
                    <a:pt x="1742" y="1607"/>
                  </a:cubicBezTo>
                  <a:cubicBezTo>
                    <a:pt x="2147" y="1607"/>
                    <a:pt x="2147" y="1607"/>
                    <a:pt x="2147" y="1607"/>
                  </a:cubicBezTo>
                  <a:lnTo>
                    <a:pt x="2147" y="12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grpSp>
        <p:nvGrpSpPr>
          <p:cNvPr id="2534" name="Google Shape;2534;p247"/>
          <p:cNvGrpSpPr/>
          <p:nvPr/>
        </p:nvGrpSpPr>
        <p:grpSpPr>
          <a:xfrm rot="10800000">
            <a:off x="2949633" y="3078496"/>
            <a:ext cx="3484272" cy="1814686"/>
            <a:chOff x="3929362" y="277984"/>
            <a:chExt cx="4653763" cy="2423782"/>
          </a:xfrm>
        </p:grpSpPr>
        <p:grpSp>
          <p:nvGrpSpPr>
            <p:cNvPr id="2535" name="Google Shape;2535;p247"/>
            <p:cNvGrpSpPr/>
            <p:nvPr/>
          </p:nvGrpSpPr>
          <p:grpSpPr>
            <a:xfrm>
              <a:off x="6798794" y="410761"/>
              <a:ext cx="1784331" cy="2291006"/>
              <a:chOff x="7360958" y="1270634"/>
              <a:chExt cx="1408311" cy="1808213"/>
            </a:xfrm>
          </p:grpSpPr>
          <p:sp>
            <p:nvSpPr>
              <p:cNvPr id="2536" name="Google Shape;2536;p247"/>
              <p:cNvSpPr/>
              <p:nvPr/>
            </p:nvSpPr>
            <p:spPr>
              <a:xfrm>
                <a:off x="7360958" y="1270634"/>
                <a:ext cx="1352129" cy="1728597"/>
              </a:xfrm>
              <a:custGeom>
                <a:avLst/>
                <a:gdLst/>
                <a:ahLst/>
                <a:cxnLst/>
                <a:rect l="l" t="t" r="r" b="b"/>
                <a:pathLst>
                  <a:path w="1352129" h="1728597" extrusionOk="0">
                    <a:moveTo>
                      <a:pt x="0" y="0"/>
                    </a:moveTo>
                    <a:cubicBezTo>
                      <a:pt x="839685" y="191265"/>
                      <a:pt x="1373962" y="1010679"/>
                      <a:pt x="1351444" y="172859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37" name="Google Shape;2537;p247"/>
              <p:cNvSpPr/>
              <p:nvPr/>
            </p:nvSpPr>
            <p:spPr>
              <a:xfrm>
                <a:off x="8659731" y="3012172"/>
                <a:ext cx="109538" cy="66675"/>
              </a:xfrm>
              <a:custGeom>
                <a:avLst/>
                <a:gdLst/>
                <a:ahLst/>
                <a:cxnLst/>
                <a:rect l="l" t="t" r="r" b="b"/>
                <a:pathLst>
                  <a:path w="109538" h="66675" extrusionOk="0">
                    <a:moveTo>
                      <a:pt x="0" y="0"/>
                    </a:moveTo>
                    <a:lnTo>
                      <a:pt x="57150" y="66675"/>
                    </a:lnTo>
                    <a:lnTo>
                      <a:pt x="109538" y="4763"/>
                    </a:ln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2538" name="Google Shape;2538;p247"/>
            <p:cNvGrpSpPr/>
            <p:nvPr/>
          </p:nvGrpSpPr>
          <p:grpSpPr>
            <a:xfrm rot="-5519955">
              <a:off x="4213120" y="64071"/>
              <a:ext cx="1784290" cy="2290954"/>
              <a:chOff x="7360958" y="1270634"/>
              <a:chExt cx="1408311" cy="1808213"/>
            </a:xfrm>
          </p:grpSpPr>
          <p:sp>
            <p:nvSpPr>
              <p:cNvPr id="2539" name="Google Shape;2539;p247"/>
              <p:cNvSpPr/>
              <p:nvPr/>
            </p:nvSpPr>
            <p:spPr>
              <a:xfrm>
                <a:off x="7360958" y="1270634"/>
                <a:ext cx="1352129" cy="1728597"/>
              </a:xfrm>
              <a:custGeom>
                <a:avLst/>
                <a:gdLst/>
                <a:ahLst/>
                <a:cxnLst/>
                <a:rect l="l" t="t" r="r" b="b"/>
                <a:pathLst>
                  <a:path w="1352129" h="1728597" extrusionOk="0">
                    <a:moveTo>
                      <a:pt x="0" y="0"/>
                    </a:moveTo>
                    <a:cubicBezTo>
                      <a:pt x="839685" y="191265"/>
                      <a:pt x="1373962" y="1010679"/>
                      <a:pt x="1351444" y="172859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40" name="Google Shape;2540;p247"/>
              <p:cNvSpPr/>
              <p:nvPr/>
            </p:nvSpPr>
            <p:spPr>
              <a:xfrm>
                <a:off x="8659731" y="3012172"/>
                <a:ext cx="109538" cy="66675"/>
              </a:xfrm>
              <a:custGeom>
                <a:avLst/>
                <a:gdLst/>
                <a:ahLst/>
                <a:cxnLst/>
                <a:rect l="l" t="t" r="r" b="b"/>
                <a:pathLst>
                  <a:path w="109538" h="66675" extrusionOk="0">
                    <a:moveTo>
                      <a:pt x="0" y="0"/>
                    </a:moveTo>
                    <a:lnTo>
                      <a:pt x="57150" y="66675"/>
                    </a:lnTo>
                    <a:lnTo>
                      <a:pt x="109538" y="4763"/>
                    </a:ln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44"/>
        <p:cNvGrpSpPr/>
        <p:nvPr/>
      </p:nvGrpSpPr>
      <p:grpSpPr>
        <a:xfrm>
          <a:off x="0" y="0"/>
          <a:ext cx="0" cy="0"/>
          <a:chOff x="0" y="0"/>
          <a:chExt cx="0" cy="0"/>
        </a:xfrm>
      </p:grpSpPr>
      <p:pic>
        <p:nvPicPr>
          <p:cNvPr id="2545" name="Google Shape;2545;p248"/>
          <p:cNvPicPr preferRelativeResize="0"/>
          <p:nvPr/>
        </p:nvPicPr>
        <p:blipFill rotWithShape="1">
          <a:blip r:embed="rId3">
            <a:alphaModFix/>
          </a:blip>
          <a:srcRect t="7626" b="7634"/>
          <a:stretch/>
        </p:blipFill>
        <p:spPr>
          <a:xfrm>
            <a:off x="2000" y="0"/>
            <a:ext cx="9136501" cy="5167499"/>
          </a:xfrm>
          <a:prstGeom prst="rect">
            <a:avLst/>
          </a:prstGeom>
          <a:noFill/>
          <a:ln>
            <a:noFill/>
          </a:ln>
        </p:spPr>
      </p:pic>
      <p:sp>
        <p:nvSpPr>
          <p:cNvPr id="2546" name="Google Shape;2546;p248"/>
          <p:cNvSpPr/>
          <p:nvPr/>
        </p:nvSpPr>
        <p:spPr>
          <a:xfrm>
            <a:off x="0" y="0"/>
            <a:ext cx="9144000" cy="5167500"/>
          </a:xfrm>
          <a:prstGeom prst="rect">
            <a:avLst/>
          </a:prstGeom>
          <a:solidFill>
            <a:srgbClr val="000000">
              <a:alpha val="70200"/>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1800" b="0" i="0" u="none" strike="noStrike" cap="none">
              <a:solidFill>
                <a:srgbClr val="FFFFFF"/>
              </a:solidFill>
              <a:latin typeface="Georgia"/>
              <a:ea typeface="Georgia"/>
              <a:cs typeface="Georgia"/>
              <a:sym typeface="Georgia"/>
            </a:endParaRPr>
          </a:p>
        </p:txBody>
      </p:sp>
      <p:sp>
        <p:nvSpPr>
          <p:cNvPr id="2547" name="Google Shape;2547;p248"/>
          <p:cNvSpPr txBox="1"/>
          <p:nvPr/>
        </p:nvSpPr>
        <p:spPr>
          <a:xfrm>
            <a:off x="310775" y="2327975"/>
            <a:ext cx="6893700" cy="60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800"/>
              </a:spcBef>
              <a:spcAft>
                <a:spcPts val="0"/>
              </a:spcAft>
              <a:buClr>
                <a:srgbClr val="000000"/>
              </a:buClr>
              <a:buSzPts val="3600"/>
              <a:buFont typeface="Arial"/>
              <a:buNone/>
            </a:pPr>
            <a:r>
              <a:rPr lang="en" sz="3600" b="1" i="1">
                <a:solidFill>
                  <a:srgbClr val="FFFFFF"/>
                </a:solidFill>
                <a:latin typeface="Georgia"/>
                <a:ea typeface="Georgia"/>
                <a:cs typeface="Georgia"/>
                <a:sym typeface="Georgia"/>
              </a:rPr>
              <a:t>5 </a:t>
            </a:r>
            <a:r>
              <a:rPr lang="en" sz="3600" b="1" i="1" u="none" strike="noStrike" cap="none">
                <a:solidFill>
                  <a:srgbClr val="FFFFFF"/>
                </a:solidFill>
                <a:latin typeface="Georgia"/>
                <a:ea typeface="Georgia"/>
                <a:cs typeface="Georgia"/>
                <a:sym typeface="Georgia"/>
              </a:rPr>
              <a:t>– </a:t>
            </a:r>
            <a:r>
              <a:rPr lang="en" sz="3600" b="0" i="0" u="none" strike="noStrike" cap="none">
                <a:solidFill>
                  <a:srgbClr val="FFFFFF"/>
                </a:solidFill>
                <a:latin typeface="Georgia"/>
                <a:ea typeface="Georgia"/>
                <a:cs typeface="Georgia"/>
                <a:sym typeface="Georgia"/>
              </a:rPr>
              <a:t>Sample </a:t>
            </a:r>
            <a:r>
              <a:rPr lang="en" sz="3600">
                <a:solidFill>
                  <a:srgbClr val="FFFFFF"/>
                </a:solidFill>
                <a:latin typeface="Georgia"/>
                <a:ea typeface="Georgia"/>
                <a:cs typeface="Georgia"/>
                <a:sym typeface="Georgia"/>
              </a:rPr>
              <a:t>Engagement</a:t>
            </a:r>
            <a:r>
              <a:rPr lang="en" sz="3600" b="0" i="0" u="none" strike="noStrike" cap="none">
                <a:solidFill>
                  <a:srgbClr val="FFFFFF"/>
                </a:solidFill>
                <a:latin typeface="Georgia"/>
                <a:ea typeface="Georgia"/>
                <a:cs typeface="Georgia"/>
                <a:sym typeface="Georgia"/>
              </a:rPr>
              <a:t> Models</a:t>
            </a:r>
            <a:endParaRPr sz="3600" b="0" i="0" u="none" strike="noStrike" cap="none">
              <a:solidFill>
                <a:srgbClr val="FFFFFF"/>
              </a:solidFill>
              <a:latin typeface="Georgia"/>
              <a:ea typeface="Georgia"/>
              <a:cs typeface="Georgia"/>
              <a:sym typeface="Georgia"/>
            </a:endParaRPr>
          </a:p>
        </p:txBody>
      </p:sp>
      <p:sp>
        <p:nvSpPr>
          <p:cNvPr id="2548" name="Google Shape;2548;p248"/>
          <p:cNvSpPr/>
          <p:nvPr/>
        </p:nvSpPr>
        <p:spPr>
          <a:xfrm>
            <a:off x="2000" y="3335188"/>
            <a:ext cx="9136500" cy="131225"/>
          </a:xfrm>
          <a:custGeom>
            <a:avLst/>
            <a:gdLst/>
            <a:ahLst/>
            <a:cxnLst/>
            <a:rect l="l" t="t" r="r" b="b"/>
            <a:pathLst>
              <a:path w="10000" h="10000" extrusionOk="0">
                <a:moveTo>
                  <a:pt x="10000" y="0"/>
                </a:moveTo>
                <a:lnTo>
                  <a:pt x="1695" y="0"/>
                </a:lnTo>
                <a:cubicBezTo>
                  <a:pt x="1655" y="3333"/>
                  <a:pt x="1616" y="6667"/>
                  <a:pt x="1578" y="10000"/>
                </a:cubicBezTo>
                <a:cubicBezTo>
                  <a:pt x="1533" y="6667"/>
                  <a:pt x="1489" y="3333"/>
                  <a:pt x="1446" y="0"/>
                </a:cubicBezTo>
                <a:lnTo>
                  <a:pt x="0" y="0"/>
                </a:lnTo>
              </a:path>
            </a:pathLst>
          </a:custGeom>
          <a:noFill/>
          <a:ln w="9525" cap="rnd" cmpd="sng">
            <a:solidFill>
              <a:srgbClr val="82141E"/>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2549" name="Google Shape;2549;p248"/>
          <p:cNvSpPr txBox="1"/>
          <p:nvPr/>
        </p:nvSpPr>
        <p:spPr>
          <a:xfrm>
            <a:off x="6274538" y="4800785"/>
            <a:ext cx="25599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 sz="600" b="0" i="0" u="none" strike="noStrike" cap="none">
                <a:solidFill>
                  <a:srgbClr val="FFFFFF"/>
                </a:solidFill>
                <a:latin typeface="Arial"/>
                <a:ea typeface="Arial"/>
                <a:cs typeface="Arial"/>
                <a:sym typeface="Arial"/>
              </a:rPr>
              <a:t>24</a:t>
            </a:fld>
            <a:endParaRPr sz="600" b="0" i="0" u="none" strike="noStrike" cap="non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3"/>
        <p:cNvGrpSpPr/>
        <p:nvPr/>
      </p:nvGrpSpPr>
      <p:grpSpPr>
        <a:xfrm>
          <a:off x="0" y="0"/>
          <a:ext cx="0" cy="0"/>
          <a:chOff x="0" y="0"/>
          <a:chExt cx="0" cy="0"/>
        </a:xfrm>
      </p:grpSpPr>
      <p:sp>
        <p:nvSpPr>
          <p:cNvPr id="2554" name="Google Shape;2554;p249"/>
          <p:cNvSpPr txBox="1">
            <a:spLocks noGrp="1"/>
          </p:cNvSpPr>
          <p:nvPr>
            <p:ph type="sldNum" idx="12"/>
          </p:nvPr>
        </p:nvSpPr>
        <p:spPr>
          <a:xfrm>
            <a:off x="6767963" y="4922918"/>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25</a:t>
            </a:fld>
            <a:endParaRPr/>
          </a:p>
        </p:txBody>
      </p:sp>
      <p:sp>
        <p:nvSpPr>
          <p:cNvPr id="2555" name="Google Shape;2555;p249"/>
          <p:cNvSpPr txBox="1"/>
          <p:nvPr/>
        </p:nvSpPr>
        <p:spPr>
          <a:xfrm>
            <a:off x="309638" y="0"/>
            <a:ext cx="8774402" cy="5916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 sz="2000">
                <a:solidFill>
                  <a:schemeClr val="dk1"/>
                </a:solidFill>
                <a:latin typeface="Georgia"/>
                <a:ea typeface="Georgia"/>
                <a:cs typeface="Georgia"/>
                <a:sym typeface="Georgia"/>
              </a:rPr>
              <a:t>Our change approach can be tailored to client needs...</a:t>
            </a:r>
            <a:endParaRPr sz="2000" b="0" i="0" u="none" strike="noStrike" cap="none">
              <a:solidFill>
                <a:schemeClr val="dk1"/>
              </a:solidFill>
              <a:latin typeface="Georgia"/>
              <a:ea typeface="Georgia"/>
              <a:cs typeface="Georgia"/>
              <a:sym typeface="Georgia"/>
            </a:endParaRPr>
          </a:p>
        </p:txBody>
      </p:sp>
      <p:sp>
        <p:nvSpPr>
          <p:cNvPr id="2556" name="Google Shape;2556;p249"/>
          <p:cNvSpPr txBox="1"/>
          <p:nvPr/>
        </p:nvSpPr>
        <p:spPr>
          <a:xfrm>
            <a:off x="427474" y="847225"/>
            <a:ext cx="7962300" cy="61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Georgia"/>
              <a:buNone/>
            </a:pPr>
            <a:r>
              <a:rPr lang="en" sz="1200" b="0" i="1" u="none" strike="noStrike" cap="none">
                <a:solidFill>
                  <a:srgbClr val="000000"/>
                </a:solidFill>
                <a:latin typeface="Georgia"/>
                <a:ea typeface="Georgia"/>
                <a:cs typeface="Georgia"/>
                <a:sym typeface="Georgia"/>
              </a:rPr>
              <a:t>Change management programs are not “one size fits all” — different organizations have different change needs. </a:t>
            </a:r>
            <a:r>
              <a:rPr lang="en" sz="1200" b="0" i="1" u="none" strike="noStrike" cap="none">
                <a:solidFill>
                  <a:schemeClr val="dk1"/>
                </a:solidFill>
                <a:latin typeface="Georgia"/>
                <a:ea typeface="Georgia"/>
                <a:cs typeface="Georgia"/>
                <a:sym typeface="Georgia"/>
              </a:rPr>
              <a:t>PwC will right-size our recommendations and level of involvement to fit the specific nature of this implementation, the already-defined culture at client, and the particular needs of the your organization.   </a:t>
            </a:r>
            <a:endParaRPr sz="1200" b="0" i="1" u="none" strike="noStrike" cap="none">
              <a:solidFill>
                <a:schemeClr val="dk2"/>
              </a:solidFill>
              <a:latin typeface="Georgia"/>
              <a:ea typeface="Georgia"/>
              <a:cs typeface="Georgia"/>
              <a:sym typeface="Georgia"/>
            </a:endParaRPr>
          </a:p>
        </p:txBody>
      </p:sp>
      <p:sp>
        <p:nvSpPr>
          <p:cNvPr id="2557" name="Google Shape;2557;p249"/>
          <p:cNvSpPr txBox="1"/>
          <p:nvPr/>
        </p:nvSpPr>
        <p:spPr>
          <a:xfrm>
            <a:off x="419522" y="2741003"/>
            <a:ext cx="23796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Review</a:t>
            </a:r>
            <a:r>
              <a:rPr lang="en" sz="1000" b="1" i="1">
                <a:solidFill>
                  <a:schemeClr val="dk1"/>
                </a:solidFill>
                <a:latin typeface="Georgia"/>
                <a:ea typeface="Georgia"/>
                <a:cs typeface="Georgia"/>
                <a:sym typeface="Georgia"/>
              </a:rPr>
              <a:t>, </a:t>
            </a:r>
            <a:r>
              <a:rPr lang="en" sz="1000" b="1" i="1" u="none" strike="noStrike" cap="none">
                <a:solidFill>
                  <a:schemeClr val="dk1"/>
                </a:solidFill>
                <a:latin typeface="Georgia"/>
                <a:ea typeface="Georgia"/>
                <a:cs typeface="Georgia"/>
                <a:sym typeface="Georgia"/>
              </a:rPr>
              <a:t>Asses</a:t>
            </a:r>
            <a:r>
              <a:rPr lang="en" sz="1000" b="1" i="1">
                <a:solidFill>
                  <a:schemeClr val="dk1"/>
                </a:solidFill>
                <a:latin typeface="Georgia"/>
                <a:ea typeface="Georgia"/>
                <a:cs typeface="Georgia"/>
                <a:sym typeface="Georgia"/>
              </a:rPr>
              <a:t>, </a:t>
            </a:r>
            <a:r>
              <a:rPr lang="en" sz="1000" b="1" i="1" u="none" strike="noStrike" cap="none">
                <a:solidFill>
                  <a:schemeClr val="dk1"/>
                </a:solidFill>
                <a:latin typeface="Georgia"/>
                <a:ea typeface="Georgia"/>
                <a:cs typeface="Georgia"/>
                <a:sym typeface="Georgia"/>
              </a:rPr>
              <a:t>Design</a:t>
            </a:r>
            <a:endParaRPr sz="1400" b="0" i="1" u="none" strike="noStrike" cap="none">
              <a:solidFill>
                <a:schemeClr val="dk1"/>
              </a:solidFill>
              <a:latin typeface="Arial"/>
              <a:ea typeface="Arial"/>
              <a:cs typeface="Arial"/>
              <a:sym typeface="Arial"/>
            </a:endParaRPr>
          </a:p>
        </p:txBody>
      </p:sp>
      <p:sp>
        <p:nvSpPr>
          <p:cNvPr id="2558" name="Google Shape;2558;p249"/>
          <p:cNvSpPr txBox="1"/>
          <p:nvPr/>
        </p:nvSpPr>
        <p:spPr>
          <a:xfrm>
            <a:off x="3652057" y="2741003"/>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Assess, Design, Deploy</a:t>
            </a:r>
            <a:endParaRPr sz="1400" b="0" i="1" u="none" strike="noStrike" cap="none">
              <a:solidFill>
                <a:schemeClr val="dk1"/>
              </a:solidFill>
              <a:latin typeface="Arial"/>
              <a:ea typeface="Arial"/>
              <a:cs typeface="Arial"/>
              <a:sym typeface="Arial"/>
            </a:endParaRPr>
          </a:p>
        </p:txBody>
      </p:sp>
      <p:sp>
        <p:nvSpPr>
          <p:cNvPr id="2559" name="Google Shape;2559;p249"/>
          <p:cNvSpPr txBox="1"/>
          <p:nvPr/>
        </p:nvSpPr>
        <p:spPr>
          <a:xfrm>
            <a:off x="3439900" y="3224025"/>
            <a:ext cx="2217300" cy="1798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Georgia"/>
              <a:buNone/>
            </a:pPr>
            <a:r>
              <a:rPr lang="en" sz="900" b="1" i="0" u="none" strike="noStrike" cap="none">
                <a:solidFill>
                  <a:srgbClr val="000000"/>
                </a:solidFill>
                <a:latin typeface="Georgia"/>
                <a:ea typeface="Georgia"/>
                <a:cs typeface="Georgia"/>
                <a:sym typeface="Georgia"/>
              </a:rPr>
              <a:t>Low Effort option PLUS: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6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provides part-time change management advisory and coaching support throughout project life cycle</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a:latin typeface="Georgia"/>
                <a:ea typeface="Georgia"/>
                <a:cs typeface="Georgia"/>
                <a:sym typeface="Georgia"/>
              </a:rPr>
              <a:t>C</a:t>
            </a:r>
            <a:r>
              <a:rPr lang="en" sz="900" i="0" u="none" strike="noStrike" cap="none">
                <a:solidFill>
                  <a:srgbClr val="000000"/>
                </a:solidFill>
                <a:latin typeface="Georgia"/>
                <a:ea typeface="Georgia"/>
                <a:cs typeface="Georgia"/>
                <a:sym typeface="Georgia"/>
              </a:rPr>
              <a:t>lient implements all change activities with support from PwC</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Training: PwC develops Training Plan, Job Aids/Process User Guides, Training Material as appropriate; TTT, client delivers </a:t>
            </a:r>
            <a:endParaRPr sz="900" i="0" u="none" strike="noStrike" cap="none">
              <a:solidFill>
                <a:srgbClr val="000000"/>
              </a:solidFill>
              <a:latin typeface="Georgia"/>
              <a:ea typeface="Georgia"/>
              <a:cs typeface="Georgia"/>
              <a:sym typeface="Georgia"/>
            </a:endParaRPr>
          </a:p>
          <a:p>
            <a:pPr marL="0" marR="0" lvl="0" indent="0" algn="l" rtl="0">
              <a:lnSpc>
                <a:spcPct val="100000"/>
              </a:lnSpc>
              <a:spcBef>
                <a:spcPts val="300"/>
              </a:spcBef>
              <a:spcAft>
                <a:spcPts val="0"/>
              </a:spcAft>
              <a:buClr>
                <a:srgbClr val="000000"/>
              </a:buClr>
              <a:buSzPts val="1000"/>
              <a:buFont typeface="Arial"/>
              <a:buNone/>
            </a:pPr>
            <a:endParaRPr sz="900" i="0" u="none" strike="noStrike" cap="none">
              <a:solidFill>
                <a:srgbClr val="000000"/>
              </a:solidFill>
              <a:latin typeface="Georgia"/>
              <a:ea typeface="Georgia"/>
              <a:cs typeface="Georgia"/>
              <a:sym typeface="Georgia"/>
            </a:endParaRPr>
          </a:p>
        </p:txBody>
      </p:sp>
      <p:sp>
        <p:nvSpPr>
          <p:cNvPr id="2560" name="Google Shape;2560;p249"/>
          <p:cNvSpPr txBox="1"/>
          <p:nvPr/>
        </p:nvSpPr>
        <p:spPr>
          <a:xfrm>
            <a:off x="6253020" y="3224025"/>
            <a:ext cx="2379600" cy="1798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Georgia"/>
              <a:buNone/>
            </a:pPr>
            <a:r>
              <a:rPr lang="en" sz="900" b="1" i="0" u="none" strike="noStrike" cap="none">
                <a:solidFill>
                  <a:srgbClr val="000000"/>
                </a:solidFill>
                <a:latin typeface="Georgia"/>
                <a:ea typeface="Georgia"/>
                <a:cs typeface="Georgia"/>
                <a:sym typeface="Georgia"/>
              </a:rPr>
              <a:t>Medium Effort option PLUS:</a:t>
            </a:r>
            <a:endParaRPr sz="900" b="1" i="0" u="none" strike="noStrike" cap="none">
              <a:solidFill>
                <a:srgbClr val="000000"/>
              </a:solidFill>
              <a:latin typeface="Georgia"/>
              <a:ea typeface="Georgia"/>
              <a:cs typeface="Georgia"/>
              <a:sym typeface="Georgia"/>
            </a:endParaRPr>
          </a:p>
          <a:p>
            <a:pPr marL="287337" marR="0" lvl="0" indent="-109536" algn="l" rtl="0">
              <a:lnSpc>
                <a:spcPct val="100000"/>
              </a:lnSpc>
              <a:spcBef>
                <a:spcPts val="6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identifies and defines job roles for the transformed organization</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develops and executes all change and co</a:t>
            </a:r>
            <a:r>
              <a:rPr lang="en" sz="900">
                <a:latin typeface="Georgia"/>
                <a:ea typeface="Georgia"/>
                <a:cs typeface="Georgia"/>
                <a:sym typeface="Georgia"/>
              </a:rPr>
              <a:t>mm</a:t>
            </a:r>
            <a:r>
              <a:rPr lang="en" sz="900" i="0" u="none" strike="noStrike" cap="none">
                <a:solidFill>
                  <a:srgbClr val="000000"/>
                </a:solidFill>
                <a:latin typeface="Georgia"/>
                <a:ea typeface="Georgia"/>
                <a:cs typeface="Georgia"/>
                <a:sym typeface="Georgia"/>
              </a:rPr>
              <a:t>s materials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onboards, educates, and manages change agent network(s)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Training: PwC develops Training Plan, Job Aids/Process User Guides, Conducts Master Trainer Sessions, delivers, etc.</a:t>
            </a:r>
            <a:br>
              <a:rPr lang="en" sz="900" i="0" u="none" strike="noStrike" cap="none">
                <a:solidFill>
                  <a:srgbClr val="000000"/>
                </a:solidFill>
                <a:latin typeface="Georgia"/>
                <a:ea typeface="Georgia"/>
                <a:cs typeface="Georgia"/>
                <a:sym typeface="Georgia"/>
              </a:rPr>
            </a:br>
            <a:endParaRPr sz="900" i="0" u="none" strike="noStrike" cap="none">
              <a:solidFill>
                <a:srgbClr val="000000"/>
              </a:solidFill>
              <a:latin typeface="Georgia"/>
              <a:ea typeface="Georgia"/>
              <a:cs typeface="Georgia"/>
              <a:sym typeface="Georgia"/>
            </a:endParaRPr>
          </a:p>
        </p:txBody>
      </p:sp>
      <p:sp>
        <p:nvSpPr>
          <p:cNvPr id="2561" name="Google Shape;2561;p249"/>
          <p:cNvSpPr txBox="1"/>
          <p:nvPr/>
        </p:nvSpPr>
        <p:spPr>
          <a:xfrm>
            <a:off x="6411321" y="2741003"/>
            <a:ext cx="2024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Assess, Design, Deploy, Operate, Stabilize</a:t>
            </a:r>
            <a:endParaRPr sz="1400" b="0" i="1" u="none" strike="noStrike" cap="none">
              <a:solidFill>
                <a:schemeClr val="dk1"/>
              </a:solidFill>
              <a:latin typeface="Arial"/>
              <a:ea typeface="Arial"/>
              <a:cs typeface="Arial"/>
              <a:sym typeface="Arial"/>
            </a:endParaRPr>
          </a:p>
        </p:txBody>
      </p:sp>
      <p:sp>
        <p:nvSpPr>
          <p:cNvPr id="2562" name="Google Shape;2562;p249"/>
          <p:cNvSpPr txBox="1"/>
          <p:nvPr/>
        </p:nvSpPr>
        <p:spPr>
          <a:xfrm>
            <a:off x="426000" y="3236389"/>
            <a:ext cx="2379600" cy="1798800"/>
          </a:xfrm>
          <a:prstGeom prst="rect">
            <a:avLst/>
          </a:prstGeom>
          <a:solidFill>
            <a:schemeClr val="lt1"/>
          </a:solidFill>
          <a:ln>
            <a:noFill/>
          </a:ln>
        </p:spPr>
        <p:txBody>
          <a:bodyPr spcFirstLastPara="1" wrap="square" lIns="91425" tIns="91425" rIns="91425" bIns="91425" anchor="t" anchorCtr="0">
            <a:noAutofit/>
          </a:bodyPr>
          <a:lstStyle/>
          <a:p>
            <a:pPr marL="287337" marR="0" lvl="0" indent="-109536" algn="l" rtl="0">
              <a:lnSpc>
                <a:spcPct val="100000"/>
              </a:lnSpc>
              <a:spcBef>
                <a:spcPts val="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identifies change impacts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develops change strategy, plans, and implementation toolkits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PwC facilitates knowledge transfer, trains client internal change team</a:t>
            </a:r>
            <a:r>
              <a:rPr lang="en" sz="900" i="0" u="none" strike="noStrike" cap="none">
                <a:solidFill>
                  <a:srgbClr val="FF0000"/>
                </a:solidFill>
                <a:latin typeface="Georgia"/>
                <a:ea typeface="Georgia"/>
                <a:cs typeface="Georgia"/>
                <a:sym typeface="Georgia"/>
              </a:rPr>
              <a:t> </a:t>
            </a:r>
            <a:r>
              <a:rPr lang="en" sz="900" i="0" u="none" strike="noStrike" cap="none">
                <a:solidFill>
                  <a:srgbClr val="000000"/>
                </a:solidFill>
                <a:latin typeface="Georgia"/>
                <a:ea typeface="Georgia"/>
                <a:cs typeface="Georgia"/>
                <a:sym typeface="Georgia"/>
              </a:rPr>
              <a:t>to implement the change management approach, and equips them to use the toolkits and accelerators</a:t>
            </a:r>
            <a:endParaRPr sz="900" i="0" u="none" strike="noStrike" cap="none">
              <a:solidFill>
                <a:srgbClr val="000000"/>
              </a:solidFill>
              <a:latin typeface="Georgia"/>
              <a:ea typeface="Georgia"/>
              <a:cs typeface="Georgia"/>
              <a:sym typeface="Georgia"/>
            </a:endParaRPr>
          </a:p>
          <a:p>
            <a:pPr marL="287337" marR="0" lvl="0" indent="-109536" algn="l" rtl="0">
              <a:lnSpc>
                <a:spcPct val="100000"/>
              </a:lnSpc>
              <a:spcBef>
                <a:spcPts val="300"/>
              </a:spcBef>
              <a:spcAft>
                <a:spcPts val="0"/>
              </a:spcAft>
              <a:buClr>
                <a:srgbClr val="000000"/>
              </a:buClr>
              <a:buSzPts val="900"/>
              <a:buFont typeface="Georgia"/>
              <a:buChar char="●"/>
            </a:pPr>
            <a:r>
              <a:rPr lang="en" sz="900" i="0" u="none" strike="noStrike" cap="none">
                <a:solidFill>
                  <a:srgbClr val="000000"/>
                </a:solidFill>
                <a:latin typeface="Georgia"/>
                <a:ea typeface="Georgia"/>
                <a:cs typeface="Georgia"/>
                <a:sym typeface="Georgia"/>
              </a:rPr>
              <a:t>Training: PwC develops high-level Training Plan with execution by internal client staff</a:t>
            </a:r>
            <a:endParaRPr sz="900" i="0" u="none" strike="noStrike" cap="none">
              <a:solidFill>
                <a:srgbClr val="000000"/>
              </a:solidFill>
              <a:latin typeface="Georgia"/>
              <a:ea typeface="Georgia"/>
              <a:cs typeface="Georgia"/>
              <a:sym typeface="Georgia"/>
            </a:endParaRPr>
          </a:p>
        </p:txBody>
      </p:sp>
      <p:sp>
        <p:nvSpPr>
          <p:cNvPr id="2563" name="Google Shape;2563;p249"/>
          <p:cNvSpPr/>
          <p:nvPr/>
        </p:nvSpPr>
        <p:spPr>
          <a:xfrm>
            <a:off x="419522" y="1583496"/>
            <a:ext cx="8252100" cy="2742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2564" name="Google Shape;2564;p249"/>
          <p:cNvSpPr txBox="1"/>
          <p:nvPr/>
        </p:nvSpPr>
        <p:spPr>
          <a:xfrm>
            <a:off x="492837" y="1565978"/>
            <a:ext cx="22971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Low Effort</a:t>
            </a:r>
            <a:endParaRPr sz="1000" b="1" i="0" u="none" strike="noStrike" cap="none">
              <a:solidFill>
                <a:srgbClr val="FFFFFF"/>
              </a:solidFill>
              <a:latin typeface="Georgia"/>
              <a:ea typeface="Georgia"/>
              <a:cs typeface="Georgia"/>
              <a:sym typeface="Georgia"/>
            </a:endParaRPr>
          </a:p>
        </p:txBody>
      </p:sp>
      <p:sp>
        <p:nvSpPr>
          <p:cNvPr id="2565" name="Google Shape;2565;p249"/>
          <p:cNvSpPr txBox="1"/>
          <p:nvPr/>
        </p:nvSpPr>
        <p:spPr>
          <a:xfrm>
            <a:off x="3582386" y="1565978"/>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Medium Effort</a:t>
            </a:r>
            <a:endParaRPr sz="1400" b="0" i="0" u="none" strike="noStrike" cap="none">
              <a:solidFill>
                <a:srgbClr val="000000"/>
              </a:solidFill>
              <a:latin typeface="Arial"/>
              <a:ea typeface="Arial"/>
              <a:cs typeface="Arial"/>
              <a:sym typeface="Arial"/>
            </a:endParaRPr>
          </a:p>
        </p:txBody>
      </p:sp>
      <p:sp>
        <p:nvSpPr>
          <p:cNvPr id="2566" name="Google Shape;2566;p249"/>
          <p:cNvSpPr txBox="1"/>
          <p:nvPr/>
        </p:nvSpPr>
        <p:spPr>
          <a:xfrm>
            <a:off x="6405911" y="1565978"/>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High Effort</a:t>
            </a:r>
            <a:endParaRPr sz="1400" b="0" i="0" u="none" strike="noStrike" cap="none">
              <a:solidFill>
                <a:srgbClr val="000000"/>
              </a:solidFill>
              <a:latin typeface="Arial"/>
              <a:ea typeface="Arial"/>
              <a:cs typeface="Arial"/>
              <a:sym typeface="Arial"/>
            </a:endParaRPr>
          </a:p>
        </p:txBody>
      </p:sp>
      <p:cxnSp>
        <p:nvCxnSpPr>
          <p:cNvPr id="2567" name="Google Shape;2567;p249"/>
          <p:cNvCxnSpPr/>
          <p:nvPr/>
        </p:nvCxnSpPr>
        <p:spPr>
          <a:xfrm>
            <a:off x="492837" y="3161497"/>
            <a:ext cx="8229600" cy="0"/>
          </a:xfrm>
          <a:prstGeom prst="straightConnector1">
            <a:avLst/>
          </a:prstGeom>
          <a:noFill/>
          <a:ln w="19050" cap="flat" cmpd="sng">
            <a:solidFill>
              <a:schemeClr val="dk2"/>
            </a:solidFill>
            <a:prstDash val="dot"/>
            <a:round/>
            <a:headEnd type="none" w="sm" len="sm"/>
            <a:tailEnd type="none" w="sm" len="sm"/>
          </a:ln>
        </p:spPr>
      </p:cxnSp>
      <p:pic>
        <p:nvPicPr>
          <p:cNvPr id="2568" name="Google Shape;2568;p249"/>
          <p:cNvPicPr preferRelativeResize="0"/>
          <p:nvPr/>
        </p:nvPicPr>
        <p:blipFill rotWithShape="1">
          <a:blip r:embed="rId3">
            <a:alphaModFix/>
          </a:blip>
          <a:srcRect r="81349"/>
          <a:stretch/>
        </p:blipFill>
        <p:spPr>
          <a:xfrm>
            <a:off x="1018947" y="1971354"/>
            <a:ext cx="1180250" cy="712639"/>
          </a:xfrm>
          <a:prstGeom prst="rect">
            <a:avLst/>
          </a:prstGeom>
          <a:noFill/>
          <a:ln>
            <a:noFill/>
          </a:ln>
        </p:spPr>
      </p:pic>
      <p:pic>
        <p:nvPicPr>
          <p:cNvPr id="2569" name="Google Shape;2569;p249"/>
          <p:cNvPicPr preferRelativeResize="0"/>
          <p:nvPr/>
        </p:nvPicPr>
        <p:blipFill rotWithShape="1">
          <a:blip r:embed="rId3">
            <a:alphaModFix/>
          </a:blip>
          <a:srcRect l="84833"/>
          <a:stretch/>
        </p:blipFill>
        <p:spPr>
          <a:xfrm>
            <a:off x="6834158" y="1954479"/>
            <a:ext cx="1005294" cy="746399"/>
          </a:xfrm>
          <a:prstGeom prst="rect">
            <a:avLst/>
          </a:prstGeom>
          <a:noFill/>
          <a:ln>
            <a:noFill/>
          </a:ln>
        </p:spPr>
      </p:pic>
      <p:pic>
        <p:nvPicPr>
          <p:cNvPr id="2570" name="Google Shape;2570;p249"/>
          <p:cNvPicPr preferRelativeResize="0"/>
          <p:nvPr/>
        </p:nvPicPr>
        <p:blipFill rotWithShape="1">
          <a:blip r:embed="rId3">
            <a:alphaModFix/>
          </a:blip>
          <a:srcRect l="42289" r="40860"/>
          <a:stretch/>
        </p:blipFill>
        <p:spPr>
          <a:xfrm>
            <a:off x="3930120" y="1926370"/>
            <a:ext cx="1116874" cy="7463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4"/>
        <p:cNvGrpSpPr/>
        <p:nvPr/>
      </p:nvGrpSpPr>
      <p:grpSpPr>
        <a:xfrm>
          <a:off x="0" y="0"/>
          <a:ext cx="0" cy="0"/>
          <a:chOff x="0" y="0"/>
          <a:chExt cx="0" cy="0"/>
        </a:xfrm>
      </p:grpSpPr>
      <p:sp>
        <p:nvSpPr>
          <p:cNvPr id="2575" name="Google Shape;2575;p250"/>
          <p:cNvSpPr txBox="1">
            <a:spLocks noGrp="1"/>
          </p:cNvSpPr>
          <p:nvPr>
            <p:ph type="sldNum" idx="12"/>
          </p:nvPr>
        </p:nvSpPr>
        <p:spPr>
          <a:xfrm>
            <a:off x="6767963" y="4922918"/>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26</a:t>
            </a:fld>
            <a:endParaRPr/>
          </a:p>
        </p:txBody>
      </p:sp>
      <p:sp>
        <p:nvSpPr>
          <p:cNvPr id="2576" name="Google Shape;2576;p250"/>
          <p:cNvSpPr txBox="1"/>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 sz="2000">
                <a:solidFill>
                  <a:schemeClr val="dk1"/>
                </a:solidFill>
                <a:latin typeface="Georgia"/>
                <a:ea typeface="Georgia"/>
                <a:cs typeface="Georgia"/>
                <a:sym typeface="Georgia"/>
              </a:rPr>
              <a:t>...with staffing models that flex accordingly</a:t>
            </a:r>
            <a:endParaRPr sz="2000" b="0" i="0" u="none" strike="noStrike" cap="none">
              <a:solidFill>
                <a:schemeClr val="dk1"/>
              </a:solidFill>
              <a:latin typeface="Georgia"/>
              <a:ea typeface="Georgia"/>
              <a:cs typeface="Georgia"/>
              <a:sym typeface="Georgia"/>
            </a:endParaRPr>
          </a:p>
        </p:txBody>
      </p:sp>
      <p:sp>
        <p:nvSpPr>
          <p:cNvPr id="2577" name="Google Shape;2577;p250"/>
          <p:cNvSpPr txBox="1"/>
          <p:nvPr/>
        </p:nvSpPr>
        <p:spPr>
          <a:xfrm>
            <a:off x="648122" y="2360003"/>
            <a:ext cx="23796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Review</a:t>
            </a:r>
            <a:r>
              <a:rPr lang="en" sz="1000" b="1" i="1">
                <a:solidFill>
                  <a:schemeClr val="dk1"/>
                </a:solidFill>
                <a:latin typeface="Georgia"/>
                <a:ea typeface="Georgia"/>
                <a:cs typeface="Georgia"/>
                <a:sym typeface="Georgia"/>
              </a:rPr>
              <a:t>, </a:t>
            </a:r>
            <a:r>
              <a:rPr lang="en" sz="1000" b="1" i="1" u="none" strike="noStrike" cap="none">
                <a:solidFill>
                  <a:schemeClr val="dk1"/>
                </a:solidFill>
                <a:latin typeface="Georgia"/>
                <a:ea typeface="Georgia"/>
                <a:cs typeface="Georgia"/>
                <a:sym typeface="Georgia"/>
              </a:rPr>
              <a:t>Asses</a:t>
            </a:r>
            <a:r>
              <a:rPr lang="en" sz="1000" b="1" i="1">
                <a:solidFill>
                  <a:schemeClr val="dk1"/>
                </a:solidFill>
                <a:latin typeface="Georgia"/>
                <a:ea typeface="Georgia"/>
                <a:cs typeface="Georgia"/>
                <a:sym typeface="Georgia"/>
              </a:rPr>
              <a:t>, </a:t>
            </a:r>
            <a:r>
              <a:rPr lang="en" sz="1000" b="1" i="1" u="none" strike="noStrike" cap="none">
                <a:solidFill>
                  <a:schemeClr val="dk1"/>
                </a:solidFill>
                <a:latin typeface="Georgia"/>
                <a:ea typeface="Georgia"/>
                <a:cs typeface="Georgia"/>
                <a:sym typeface="Georgia"/>
              </a:rPr>
              <a:t>Design</a:t>
            </a:r>
            <a:endParaRPr sz="1400" b="0" i="1" u="none" strike="noStrike" cap="none">
              <a:solidFill>
                <a:schemeClr val="dk1"/>
              </a:solidFill>
              <a:latin typeface="Arial"/>
              <a:ea typeface="Arial"/>
              <a:cs typeface="Arial"/>
              <a:sym typeface="Arial"/>
            </a:endParaRPr>
          </a:p>
        </p:txBody>
      </p:sp>
      <p:sp>
        <p:nvSpPr>
          <p:cNvPr id="2578" name="Google Shape;2578;p250"/>
          <p:cNvSpPr txBox="1"/>
          <p:nvPr/>
        </p:nvSpPr>
        <p:spPr>
          <a:xfrm>
            <a:off x="3880657" y="2360003"/>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Assess, Design, Deploy</a:t>
            </a:r>
            <a:endParaRPr sz="1400" b="0" i="1" u="none" strike="noStrike" cap="none">
              <a:solidFill>
                <a:schemeClr val="dk1"/>
              </a:solidFill>
              <a:latin typeface="Arial"/>
              <a:ea typeface="Arial"/>
              <a:cs typeface="Arial"/>
              <a:sym typeface="Arial"/>
            </a:endParaRPr>
          </a:p>
        </p:txBody>
      </p:sp>
      <p:sp>
        <p:nvSpPr>
          <p:cNvPr id="2579" name="Google Shape;2579;p250"/>
          <p:cNvSpPr txBox="1"/>
          <p:nvPr/>
        </p:nvSpPr>
        <p:spPr>
          <a:xfrm>
            <a:off x="6639921" y="2360003"/>
            <a:ext cx="2024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sz="1000" b="1" i="1" u="none" strike="noStrike" cap="none">
                <a:solidFill>
                  <a:schemeClr val="dk1"/>
                </a:solidFill>
                <a:latin typeface="Georgia"/>
                <a:ea typeface="Georgia"/>
                <a:cs typeface="Georgia"/>
                <a:sym typeface="Georgia"/>
              </a:rPr>
              <a:t>Assess, Design, Deploy, Operate, Stabilize</a:t>
            </a:r>
            <a:endParaRPr sz="1400" b="0" i="1" u="none" strike="noStrike" cap="none">
              <a:solidFill>
                <a:schemeClr val="dk1"/>
              </a:solidFill>
              <a:latin typeface="Arial"/>
              <a:ea typeface="Arial"/>
              <a:cs typeface="Arial"/>
              <a:sym typeface="Arial"/>
            </a:endParaRPr>
          </a:p>
        </p:txBody>
      </p:sp>
      <p:sp>
        <p:nvSpPr>
          <p:cNvPr id="2580" name="Google Shape;2580;p250"/>
          <p:cNvSpPr txBox="1"/>
          <p:nvPr/>
        </p:nvSpPr>
        <p:spPr>
          <a:xfrm>
            <a:off x="1148900" y="3331900"/>
            <a:ext cx="1623900" cy="1023300"/>
          </a:xfrm>
          <a:prstGeom prst="rect">
            <a:avLst/>
          </a:prstGeom>
          <a:solidFill>
            <a:schemeClr val="lt1"/>
          </a:solidFill>
          <a:ln>
            <a:noFill/>
          </a:ln>
        </p:spPr>
        <p:txBody>
          <a:bodyPr spcFirstLastPara="1" wrap="square" lIns="91425" tIns="91425" rIns="91425" bIns="91425" anchor="t" anchorCtr="0">
            <a:noAutofit/>
          </a:bodyPr>
          <a:lstStyle/>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Partner: 2%</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Director: 10%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Manager: 50%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Senior: 100%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SDC or TalentExchange or SDC: 40 hours total</a:t>
            </a:r>
            <a:endParaRPr sz="900">
              <a:latin typeface="Georgia"/>
              <a:ea typeface="Georgia"/>
              <a:cs typeface="Georgia"/>
              <a:sym typeface="Georgia"/>
            </a:endParaRPr>
          </a:p>
        </p:txBody>
      </p:sp>
      <p:sp>
        <p:nvSpPr>
          <p:cNvPr id="2581" name="Google Shape;2581;p250"/>
          <p:cNvSpPr/>
          <p:nvPr/>
        </p:nvSpPr>
        <p:spPr>
          <a:xfrm>
            <a:off x="648122" y="1202496"/>
            <a:ext cx="8252100" cy="2742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2582" name="Google Shape;2582;p250"/>
          <p:cNvSpPr txBox="1"/>
          <p:nvPr/>
        </p:nvSpPr>
        <p:spPr>
          <a:xfrm>
            <a:off x="721437" y="1184978"/>
            <a:ext cx="22971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Low Effort</a:t>
            </a:r>
            <a:endParaRPr sz="1000" b="1" i="0" u="none" strike="noStrike" cap="none">
              <a:solidFill>
                <a:srgbClr val="FFFFFF"/>
              </a:solidFill>
              <a:latin typeface="Georgia"/>
              <a:ea typeface="Georgia"/>
              <a:cs typeface="Georgia"/>
              <a:sym typeface="Georgia"/>
            </a:endParaRPr>
          </a:p>
        </p:txBody>
      </p:sp>
      <p:sp>
        <p:nvSpPr>
          <p:cNvPr id="2583" name="Google Shape;2583;p250"/>
          <p:cNvSpPr txBox="1"/>
          <p:nvPr/>
        </p:nvSpPr>
        <p:spPr>
          <a:xfrm>
            <a:off x="3810986" y="1184978"/>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Medium Effort</a:t>
            </a:r>
            <a:endParaRPr sz="1400" b="0" i="0" u="none" strike="noStrike" cap="none">
              <a:solidFill>
                <a:srgbClr val="000000"/>
              </a:solidFill>
              <a:latin typeface="Arial"/>
              <a:ea typeface="Arial"/>
              <a:cs typeface="Arial"/>
              <a:sym typeface="Arial"/>
            </a:endParaRPr>
          </a:p>
        </p:txBody>
      </p:sp>
      <p:sp>
        <p:nvSpPr>
          <p:cNvPr id="2584" name="Google Shape;2584;p250"/>
          <p:cNvSpPr txBox="1"/>
          <p:nvPr/>
        </p:nvSpPr>
        <p:spPr>
          <a:xfrm>
            <a:off x="6634511" y="1184978"/>
            <a:ext cx="18054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000"/>
              <a:buFont typeface="Georgia"/>
              <a:buNone/>
            </a:pPr>
            <a:r>
              <a:rPr lang="en" sz="1000" b="1" i="0" u="none" strike="noStrike" cap="none">
                <a:solidFill>
                  <a:srgbClr val="FFFFFF"/>
                </a:solidFill>
                <a:latin typeface="Georgia"/>
                <a:ea typeface="Georgia"/>
                <a:cs typeface="Georgia"/>
                <a:sym typeface="Georgia"/>
              </a:rPr>
              <a:t>High Effort</a:t>
            </a:r>
            <a:endParaRPr sz="1400" b="0" i="0" u="none" strike="noStrike" cap="none">
              <a:solidFill>
                <a:srgbClr val="000000"/>
              </a:solidFill>
              <a:latin typeface="Arial"/>
              <a:ea typeface="Arial"/>
              <a:cs typeface="Arial"/>
              <a:sym typeface="Arial"/>
            </a:endParaRPr>
          </a:p>
        </p:txBody>
      </p:sp>
      <p:pic>
        <p:nvPicPr>
          <p:cNvPr id="2585" name="Google Shape;2585;p250"/>
          <p:cNvPicPr preferRelativeResize="0"/>
          <p:nvPr/>
        </p:nvPicPr>
        <p:blipFill rotWithShape="1">
          <a:blip r:embed="rId3">
            <a:alphaModFix/>
          </a:blip>
          <a:srcRect r="81349"/>
          <a:stretch/>
        </p:blipFill>
        <p:spPr>
          <a:xfrm>
            <a:off x="1247547" y="1590354"/>
            <a:ext cx="1180250" cy="712639"/>
          </a:xfrm>
          <a:prstGeom prst="rect">
            <a:avLst/>
          </a:prstGeom>
          <a:noFill/>
          <a:ln>
            <a:noFill/>
          </a:ln>
        </p:spPr>
      </p:pic>
      <p:pic>
        <p:nvPicPr>
          <p:cNvPr id="2586" name="Google Shape;2586;p250"/>
          <p:cNvPicPr preferRelativeResize="0"/>
          <p:nvPr/>
        </p:nvPicPr>
        <p:blipFill rotWithShape="1">
          <a:blip r:embed="rId3">
            <a:alphaModFix/>
          </a:blip>
          <a:srcRect l="84833"/>
          <a:stretch/>
        </p:blipFill>
        <p:spPr>
          <a:xfrm>
            <a:off x="7062758" y="1573479"/>
            <a:ext cx="1005294" cy="746399"/>
          </a:xfrm>
          <a:prstGeom prst="rect">
            <a:avLst/>
          </a:prstGeom>
          <a:noFill/>
          <a:ln>
            <a:noFill/>
          </a:ln>
        </p:spPr>
      </p:pic>
      <p:pic>
        <p:nvPicPr>
          <p:cNvPr id="2587" name="Google Shape;2587;p250"/>
          <p:cNvPicPr preferRelativeResize="0"/>
          <p:nvPr/>
        </p:nvPicPr>
        <p:blipFill rotWithShape="1">
          <a:blip r:embed="rId3">
            <a:alphaModFix/>
          </a:blip>
          <a:srcRect l="42289" r="40860"/>
          <a:stretch/>
        </p:blipFill>
        <p:spPr>
          <a:xfrm>
            <a:off x="4158720" y="1545370"/>
            <a:ext cx="1116874" cy="746399"/>
          </a:xfrm>
          <a:prstGeom prst="rect">
            <a:avLst/>
          </a:prstGeom>
          <a:noFill/>
          <a:ln>
            <a:noFill/>
          </a:ln>
        </p:spPr>
      </p:pic>
      <p:cxnSp>
        <p:nvCxnSpPr>
          <p:cNvPr id="2588" name="Google Shape;2588;p250"/>
          <p:cNvCxnSpPr/>
          <p:nvPr/>
        </p:nvCxnSpPr>
        <p:spPr>
          <a:xfrm>
            <a:off x="121150" y="2735950"/>
            <a:ext cx="8829900" cy="0"/>
          </a:xfrm>
          <a:prstGeom prst="straightConnector1">
            <a:avLst/>
          </a:prstGeom>
          <a:noFill/>
          <a:ln w="19050" cap="flat" cmpd="sng">
            <a:solidFill>
              <a:schemeClr val="dk2"/>
            </a:solidFill>
            <a:prstDash val="dot"/>
            <a:round/>
            <a:headEnd type="none" w="sm" len="sm"/>
            <a:tailEnd type="none" w="sm" len="sm"/>
          </a:ln>
        </p:spPr>
      </p:cxnSp>
      <p:sp>
        <p:nvSpPr>
          <p:cNvPr id="2589" name="Google Shape;2589;p250"/>
          <p:cNvSpPr txBox="1"/>
          <p:nvPr/>
        </p:nvSpPr>
        <p:spPr>
          <a:xfrm>
            <a:off x="4081573" y="3331900"/>
            <a:ext cx="1623900" cy="880800"/>
          </a:xfrm>
          <a:prstGeom prst="rect">
            <a:avLst/>
          </a:prstGeom>
          <a:solidFill>
            <a:schemeClr val="lt1"/>
          </a:solidFill>
          <a:ln>
            <a:noFill/>
          </a:ln>
        </p:spPr>
        <p:txBody>
          <a:bodyPr spcFirstLastPara="1" wrap="square" lIns="91425" tIns="91425" rIns="91425" bIns="91425" anchor="t" anchorCtr="0">
            <a:noAutofit/>
          </a:bodyPr>
          <a:lstStyle/>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Partner: 3%</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Director: 30%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Manager: 100%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Senior: 100%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TalentExchange or SDC : 60 hours total</a:t>
            </a:r>
            <a:endParaRPr sz="900">
              <a:latin typeface="Georgia"/>
              <a:ea typeface="Georgia"/>
              <a:cs typeface="Georgia"/>
              <a:sym typeface="Georgia"/>
            </a:endParaRPr>
          </a:p>
        </p:txBody>
      </p:sp>
      <p:sp>
        <p:nvSpPr>
          <p:cNvPr id="2590" name="Google Shape;2590;p250"/>
          <p:cNvSpPr txBox="1"/>
          <p:nvPr/>
        </p:nvSpPr>
        <p:spPr>
          <a:xfrm>
            <a:off x="6977172" y="3331900"/>
            <a:ext cx="1687200" cy="880800"/>
          </a:xfrm>
          <a:prstGeom prst="rect">
            <a:avLst/>
          </a:prstGeom>
          <a:solidFill>
            <a:schemeClr val="lt1"/>
          </a:solidFill>
          <a:ln>
            <a:noFill/>
          </a:ln>
        </p:spPr>
        <p:txBody>
          <a:bodyPr spcFirstLastPara="1" wrap="square" lIns="91425" tIns="91425" rIns="91425" bIns="91425" anchor="t" anchorCtr="0">
            <a:noAutofit/>
          </a:bodyPr>
          <a:lstStyle/>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Partner: 3%</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Director: 50%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Manager: 100%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Senior: 100%</a:t>
            </a:r>
            <a:endParaRPr sz="900">
              <a:latin typeface="Georgia"/>
              <a:ea typeface="Georgia"/>
              <a:cs typeface="Georgia"/>
              <a:sym typeface="Georgia"/>
            </a:endParaRPr>
          </a:p>
          <a:p>
            <a:pPr marL="287337" marR="0" lvl="0" indent="-109537" algn="l" rtl="0">
              <a:lnSpc>
                <a:spcPct val="100000"/>
              </a:lnSpc>
              <a:spcBef>
                <a:spcPts val="0"/>
              </a:spcBef>
              <a:spcAft>
                <a:spcPts val="0"/>
              </a:spcAft>
              <a:buSzPts val="900"/>
              <a:buFont typeface="Georgia"/>
              <a:buChar char="●"/>
            </a:pPr>
            <a:r>
              <a:rPr lang="en" sz="900">
                <a:latin typeface="Georgia"/>
                <a:ea typeface="Georgia"/>
                <a:cs typeface="Georgia"/>
                <a:sym typeface="Georgia"/>
              </a:rPr>
              <a:t>TalentExchange or SDC: 120 hours total </a:t>
            </a:r>
            <a:endParaRPr sz="900">
              <a:latin typeface="Georgia"/>
              <a:ea typeface="Georgia"/>
              <a:cs typeface="Georgia"/>
              <a:sym typeface="Georgia"/>
            </a:endParaRPr>
          </a:p>
        </p:txBody>
      </p:sp>
      <p:sp>
        <p:nvSpPr>
          <p:cNvPr id="2591" name="Google Shape;2591;p250"/>
          <p:cNvSpPr txBox="1"/>
          <p:nvPr/>
        </p:nvSpPr>
        <p:spPr>
          <a:xfrm>
            <a:off x="124602" y="3469025"/>
            <a:ext cx="9450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Georgia"/>
                <a:ea typeface="Georgia"/>
                <a:cs typeface="Georgia"/>
                <a:sym typeface="Georgia"/>
              </a:rPr>
              <a:t>Staffing</a:t>
            </a:r>
            <a:endParaRPr sz="1000" b="1">
              <a:latin typeface="Georgia"/>
              <a:ea typeface="Georgia"/>
              <a:cs typeface="Georgia"/>
              <a:sym typeface="Georgia"/>
            </a:endParaRPr>
          </a:p>
          <a:p>
            <a:pPr marL="0" lvl="0" indent="0" algn="l" rtl="0">
              <a:spcBef>
                <a:spcPts val="0"/>
              </a:spcBef>
              <a:spcAft>
                <a:spcPts val="0"/>
              </a:spcAft>
              <a:buNone/>
            </a:pPr>
            <a:r>
              <a:rPr lang="en" sz="1000" b="1">
                <a:latin typeface="Georgia"/>
                <a:ea typeface="Georgia"/>
                <a:cs typeface="Georgia"/>
                <a:sym typeface="Georgia"/>
              </a:rPr>
              <a:t>Model</a:t>
            </a:r>
            <a:endParaRPr sz="1000" b="1">
              <a:latin typeface="Georgia"/>
              <a:ea typeface="Georgia"/>
              <a:cs typeface="Georgia"/>
              <a:sym typeface="Georgia"/>
            </a:endParaRPr>
          </a:p>
        </p:txBody>
      </p:sp>
      <p:sp>
        <p:nvSpPr>
          <p:cNvPr id="2592" name="Google Shape;2592;p250"/>
          <p:cNvSpPr txBox="1"/>
          <p:nvPr/>
        </p:nvSpPr>
        <p:spPr>
          <a:xfrm>
            <a:off x="660205" y="2856772"/>
            <a:ext cx="22980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b="1" i="1">
                <a:solidFill>
                  <a:schemeClr val="dk2"/>
                </a:solidFill>
                <a:latin typeface="Georgia"/>
                <a:ea typeface="Georgia"/>
                <a:cs typeface="Georgia"/>
                <a:sym typeface="Georgia"/>
              </a:rPr>
              <a:t>3 - 4 months</a:t>
            </a:r>
            <a:endParaRPr sz="2400" b="0" i="1" u="none" strike="noStrike" cap="none">
              <a:solidFill>
                <a:schemeClr val="dk2"/>
              </a:solidFill>
              <a:latin typeface="Arial"/>
              <a:ea typeface="Arial"/>
              <a:cs typeface="Arial"/>
              <a:sym typeface="Arial"/>
            </a:endParaRPr>
          </a:p>
        </p:txBody>
      </p:sp>
      <p:sp>
        <p:nvSpPr>
          <p:cNvPr id="2593" name="Google Shape;2593;p250"/>
          <p:cNvSpPr txBox="1"/>
          <p:nvPr/>
        </p:nvSpPr>
        <p:spPr>
          <a:xfrm>
            <a:off x="3614156" y="2856772"/>
            <a:ext cx="22980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b="1" i="1">
                <a:solidFill>
                  <a:schemeClr val="dk2"/>
                </a:solidFill>
                <a:latin typeface="Georgia"/>
                <a:ea typeface="Georgia"/>
                <a:cs typeface="Georgia"/>
                <a:sym typeface="Georgia"/>
              </a:rPr>
              <a:t>4 - 6 months</a:t>
            </a:r>
            <a:endParaRPr sz="2400" b="0" i="1" u="none" strike="noStrike" cap="none">
              <a:solidFill>
                <a:schemeClr val="dk2"/>
              </a:solidFill>
              <a:latin typeface="Arial"/>
              <a:ea typeface="Arial"/>
              <a:cs typeface="Arial"/>
              <a:sym typeface="Arial"/>
            </a:endParaRPr>
          </a:p>
        </p:txBody>
      </p:sp>
      <p:sp>
        <p:nvSpPr>
          <p:cNvPr id="2594" name="Google Shape;2594;p250"/>
          <p:cNvSpPr txBox="1"/>
          <p:nvPr/>
        </p:nvSpPr>
        <p:spPr>
          <a:xfrm>
            <a:off x="6498336" y="2856481"/>
            <a:ext cx="2298000" cy="307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980000"/>
              </a:buClr>
              <a:buSzPts val="1000"/>
              <a:buFont typeface="Georgia"/>
              <a:buNone/>
            </a:pPr>
            <a:r>
              <a:rPr lang="en" b="1" i="1">
                <a:solidFill>
                  <a:schemeClr val="dk2"/>
                </a:solidFill>
                <a:latin typeface="Georgia"/>
                <a:ea typeface="Georgia"/>
                <a:cs typeface="Georgia"/>
                <a:sym typeface="Georgia"/>
              </a:rPr>
              <a:t>6 - 8 months</a:t>
            </a:r>
            <a:endParaRPr sz="2400" b="0" i="1" u="none" strike="noStrike" cap="none">
              <a:solidFill>
                <a:schemeClr val="dk2"/>
              </a:solidFill>
              <a:latin typeface="Arial"/>
              <a:ea typeface="Arial"/>
              <a:cs typeface="Arial"/>
              <a:sym typeface="Arial"/>
            </a:endParaRPr>
          </a:p>
        </p:txBody>
      </p:sp>
      <p:cxnSp>
        <p:nvCxnSpPr>
          <p:cNvPr id="2595" name="Google Shape;2595;p250"/>
          <p:cNvCxnSpPr/>
          <p:nvPr/>
        </p:nvCxnSpPr>
        <p:spPr>
          <a:xfrm>
            <a:off x="130800" y="3269350"/>
            <a:ext cx="8820300" cy="0"/>
          </a:xfrm>
          <a:prstGeom prst="straightConnector1">
            <a:avLst/>
          </a:prstGeom>
          <a:noFill/>
          <a:ln w="19050" cap="flat" cmpd="sng">
            <a:solidFill>
              <a:schemeClr val="dk2"/>
            </a:solidFill>
            <a:prstDash val="dot"/>
            <a:round/>
            <a:headEnd type="none" w="sm" len="sm"/>
            <a:tailEnd type="none" w="sm" len="sm"/>
          </a:ln>
        </p:spPr>
      </p:cxnSp>
      <p:sp>
        <p:nvSpPr>
          <p:cNvPr id="2596" name="Google Shape;2596;p250"/>
          <p:cNvSpPr txBox="1"/>
          <p:nvPr/>
        </p:nvSpPr>
        <p:spPr>
          <a:xfrm>
            <a:off x="124602" y="2841625"/>
            <a:ext cx="9450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Georgia"/>
                <a:ea typeface="Georgia"/>
                <a:cs typeface="Georgia"/>
                <a:sym typeface="Georgia"/>
              </a:rPr>
              <a:t>Timeline</a:t>
            </a:r>
            <a:endParaRPr sz="1000" b="1">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name="2_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6</TotalTime>
  <Words>3034</Words>
  <Application>Microsoft Office PowerPoint</Application>
  <PresentationFormat>On-screen Show (16:9)</PresentationFormat>
  <Paragraphs>318</Paragraphs>
  <Slides>26</Slides>
  <Notes>26</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26</vt:i4>
      </vt:variant>
    </vt:vector>
  </HeadingPairs>
  <TitlesOfParts>
    <vt:vector size="36" baseType="lpstr">
      <vt:lpstr>Georgia</vt:lpstr>
      <vt:lpstr>Georgia</vt:lpstr>
      <vt:lpstr>Times New Roman</vt:lpstr>
      <vt:lpstr>Arial</vt:lpstr>
      <vt:lpstr>Noto Sans Symbols</vt:lpstr>
      <vt:lpstr>Roboto</vt:lpstr>
      <vt:lpstr>2_PWC001_PowerPoint_Template_Final_150831_5b</vt:lpstr>
      <vt:lpstr>PWC001_PowerPoint_Template_Final_150831_5b</vt:lpstr>
      <vt:lpstr>PWC001_PowerPoint_Template_Final_150831_5b</vt:lpstr>
      <vt:lpstr>PWC001_PowerPoint_Template_Final_150831_5b</vt:lpstr>
      <vt:lpstr>Leadership Communications: gain leadership buy-in and approval</vt:lpstr>
      <vt:lpstr>End User Communications: educate end users on the change</vt:lpstr>
      <vt:lpstr>Pulse Survey: capture stakeholder sentiment regarding the change</vt:lpstr>
      <vt:lpstr>Training Needs Assessment: evaluate the required training effort </vt:lpstr>
      <vt:lpstr>Training Strategy: craft an approach for training users on the platform</vt:lpstr>
      <vt:lpstr>Training Plan: map out the training program with a tactical plan</vt:lpstr>
      <vt:lpstr>Instructor-Led Training: educate users in-person or virtually</vt:lpstr>
      <vt:lpstr>Micro-Videos: create visual demonstrations of specific actions</vt:lpstr>
      <vt:lpstr>Quick Reference Guides: provide on-demand content to users</vt:lpstr>
      <vt:lpstr>Job Aids: support on-the-job application with a reference tool</vt:lpstr>
      <vt:lpstr>Training Hubs / Sites: aggregate training materials for quick access</vt:lpstr>
      <vt:lpstr>Gamification: innovate on training delivery to accelerate adoption</vt:lpstr>
      <vt:lpstr>Train the Trainer: equip master trainers with the toolset to train others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Leong, Steven Ka Jo</dc:creator>
  <cp:lastModifiedBy>Tang, Jeffrey Hok Him</cp:lastModifiedBy>
  <cp:revision>3</cp:revision>
  <dcterms:modified xsi:type="dcterms:W3CDTF">2026-08-27T02:48:25Z</dcterms:modified>
</cp:coreProperties>
</file>
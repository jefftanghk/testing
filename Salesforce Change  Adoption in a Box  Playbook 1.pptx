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4.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40" r:id="rId1"/>
    <p:sldMasterId id="2147483841" r:id="rId2"/>
    <p:sldMasterId id="2147483842" r:id="rId3"/>
    <p:sldMasterId id="2147483845" r:id="rId4"/>
    <p:sldMasterId id="2147483846" r:id="rId5"/>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9144000" cy="5143500" type="screen16x9"/>
  <p:notesSz cx="6858000" cy="9144000"/>
  <p:embeddedFontLst>
    <p:embeddedFont>
      <p:font typeface="Georgia" panose="02040502050405020303" pitchFamily="18"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87597-3620-4779-AF52-438781A8CD57}" v="1" dt="2026-08-26T09:04:16.466"/>
  </p1510:revLst>
</p1510:revInfo>
</file>

<file path=ppt/tableStyles.xml><?xml version="1.0" encoding="utf-8"?>
<a:tblStyleLst xmlns:a="http://schemas.openxmlformats.org/drawingml/2006/main" def="{61E8407B-1261-46C3-B5A8-4D40B4F10EF5}">
  <a:tblStyle styleId="{61E8407B-1261-46C3-B5A8-4D40B4F10EF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53" autoAdjust="0"/>
    <p:restoredTop sz="94660"/>
  </p:normalViewPr>
  <p:slideViewPr>
    <p:cSldViewPr snapToGrid="0">
      <p:cViewPr varScale="1">
        <p:scale>
          <a:sx n="103" d="100"/>
          <a:sy n="103" d="100"/>
        </p:scale>
        <p:origin x="29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font" Target="fonts/font3.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4.fntdata"/><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g47b3ad0cc5_6_281:notes"/>
          <p:cNvSpPr>
            <a:spLocks noGrp="1" noRot="1" noChangeAspect="1"/>
          </p:cNvSpPr>
          <p:nvPr>
            <p:ph type="sldImg" idx="2"/>
          </p:nvPr>
        </p:nvSpPr>
        <p:spPr>
          <a:xfrm>
            <a:off x="39846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2" name="Google Shape;1782;g47b3ad0cc5_6_281:notes"/>
          <p:cNvSpPr txBox="1">
            <a:spLocks noGrp="1"/>
          </p:cNvSpPr>
          <p:nvPr>
            <p:ph type="body" idx="1"/>
          </p:nvPr>
        </p:nvSpPr>
        <p:spPr>
          <a:xfrm>
            <a:off x="698500" y="4410075"/>
            <a:ext cx="5588099" cy="417659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83" name="Google Shape;1783;g47b3ad0cc5_6_281:notes"/>
          <p:cNvSpPr txBox="1">
            <a:spLocks noGrp="1"/>
          </p:cNvSpPr>
          <p:nvPr>
            <p:ph type="sldNum" idx="12"/>
          </p:nvPr>
        </p:nvSpPr>
        <p:spPr>
          <a:xfrm>
            <a:off x="3956050" y="8818563"/>
            <a:ext cx="3027299" cy="463499"/>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5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47b3ad0cc5_2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7" name="Google Shape;1797;g47b3ad0cc5_2_44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47b3ad0cc5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5" name="Google Shape;1805;g47b3ad0cc5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g47b3ad0cc5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g47b3ad0c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g47b3ad0cc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4" name="Google Shape;1834;g47b3ad0cc5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3"/>
        <p:cNvGrpSpPr/>
        <p:nvPr/>
      </p:nvGrpSpPr>
      <p:grpSpPr>
        <a:xfrm>
          <a:off x="0" y="0"/>
          <a:ext cx="0" cy="0"/>
          <a:chOff x="0" y="0"/>
          <a:chExt cx="0" cy="0"/>
        </a:xfrm>
      </p:grpSpPr>
      <p:sp>
        <p:nvSpPr>
          <p:cNvPr id="1894" name="Google Shape;1894;g4ea1d4a0fa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5" name="Google Shape;1895;g4ea1d4a0fa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g47c0e44a4f_3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2" name="Google Shape;1922;g47c0e44a4f_3_2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g45bf8b30fc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1" name="Google Shape;1931;g45bf8b30fc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9"/>
        <p:cNvGrpSpPr/>
        <p:nvPr/>
      </p:nvGrpSpPr>
      <p:grpSpPr>
        <a:xfrm>
          <a:off x="0" y="0"/>
          <a:ext cx="0" cy="0"/>
          <a:chOff x="0" y="0"/>
          <a:chExt cx="0" cy="0"/>
        </a:xfrm>
      </p:grpSpPr>
      <p:sp>
        <p:nvSpPr>
          <p:cNvPr id="1950" name="Google Shape;1950;g45bf8b30f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1" name="Google Shape;1951;g45bf8b30f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4ea1d4a0fa_5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2" name="Google Shape;1972;g4ea1d4a0fa_5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7"/>
        <p:cNvGrpSpPr/>
        <p:nvPr/>
      </p:nvGrpSpPr>
      <p:grpSpPr>
        <a:xfrm>
          <a:off x="0" y="0"/>
          <a:ext cx="0" cy="0"/>
          <a:chOff x="0" y="0"/>
          <a:chExt cx="0" cy="0"/>
        </a:xfrm>
      </p:grpSpPr>
      <p:sp>
        <p:nvSpPr>
          <p:cNvPr id="1998" name="Google Shape;1998;g47c0e44a4f_3_461:notes"/>
          <p:cNvSpPr txBox="1">
            <a:spLocks noGrp="1"/>
          </p:cNvSpPr>
          <p:nvPr>
            <p:ph type="body" idx="1"/>
          </p:nvPr>
        </p:nvSpPr>
        <p:spPr>
          <a:xfrm>
            <a:off x="685800" y="4343713"/>
            <a:ext cx="5486700" cy="4113600"/>
          </a:xfrm>
          <a:prstGeom prst="rect">
            <a:avLst/>
          </a:prstGeom>
          <a:noFill/>
          <a:ln>
            <a:noFill/>
          </a:ln>
        </p:spPr>
        <p:txBody>
          <a:bodyPr spcFirstLastPara="1" wrap="square" lIns="89875" tIns="44900" rIns="89875" bIns="449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Arial"/>
              <a:ea typeface="Arial"/>
              <a:cs typeface="Arial"/>
              <a:sym typeface="Arial"/>
            </a:endParaRPr>
          </a:p>
        </p:txBody>
      </p:sp>
      <p:sp>
        <p:nvSpPr>
          <p:cNvPr id="1999" name="Google Shape;1999;g47c0e44a4f_3_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6"/>
        <p:cNvGrpSpPr/>
        <p:nvPr/>
      </p:nvGrpSpPr>
      <p:grpSpPr>
        <a:xfrm>
          <a:off x="0" y="0"/>
          <a:ext cx="0" cy="0"/>
          <a:chOff x="0" y="0"/>
          <a:chExt cx="0" cy="0"/>
        </a:xfrm>
      </p:grpSpPr>
      <p:sp>
        <p:nvSpPr>
          <p:cNvPr id="2007" name="Google Shape;2007;g47c738d4f5_1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8" name="Google Shape;2008;g47c738d4f5_10_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0"/>
        <p:cNvGrpSpPr/>
        <p:nvPr/>
      </p:nvGrpSpPr>
      <p:grpSpPr>
        <a:xfrm>
          <a:off x="0" y="0"/>
          <a:ext cx="0" cy="0"/>
          <a:chOff x="0" y="0"/>
          <a:chExt cx="0" cy="0"/>
        </a:xfrm>
      </p:grpSpPr>
      <p:sp>
        <p:nvSpPr>
          <p:cNvPr id="2031" name="Google Shape;2031;g47c738d4f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2" name="Google Shape;2032;g47c738d4f5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1"/>
        <p:cNvGrpSpPr/>
        <p:nvPr/>
      </p:nvGrpSpPr>
      <p:grpSpPr>
        <a:xfrm>
          <a:off x="0" y="0"/>
          <a:ext cx="0" cy="0"/>
          <a:chOff x="0" y="0"/>
          <a:chExt cx="0" cy="0"/>
        </a:xfrm>
      </p:grpSpPr>
      <p:sp>
        <p:nvSpPr>
          <p:cNvPr id="2082" name="Google Shape;2082;g47b77a0345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3" name="Google Shape;2083;g47b77a0345_7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g47c20663a6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5" name="Google Shape;2095;g47c20663a6_1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3"/>
        <p:cNvGrpSpPr/>
        <p:nvPr/>
      </p:nvGrpSpPr>
      <p:grpSpPr>
        <a:xfrm>
          <a:off x="0" y="0"/>
          <a:ext cx="0" cy="0"/>
          <a:chOff x="0" y="0"/>
          <a:chExt cx="0" cy="0"/>
        </a:xfrm>
      </p:grpSpPr>
      <p:sp>
        <p:nvSpPr>
          <p:cNvPr id="2104" name="Google Shape;2104;g47b77a0345_7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5" name="Google Shape;2105;g47b77a0345_7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0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4"/>
        <p:cNvGrpSpPr/>
        <p:nvPr/>
      </p:nvGrpSpPr>
      <p:grpSpPr>
        <a:xfrm>
          <a:off x="0" y="0"/>
          <a:ext cx="0" cy="0"/>
          <a:chOff x="0" y="0"/>
          <a:chExt cx="0" cy="0"/>
        </a:xfrm>
      </p:grpSpPr>
      <p:sp>
        <p:nvSpPr>
          <p:cNvPr id="2115" name="Google Shape;2115;g495425841b_1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6" name="Google Shape;2116;g495425841b_1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5"/>
        <p:cNvGrpSpPr/>
        <p:nvPr/>
      </p:nvGrpSpPr>
      <p:grpSpPr>
        <a:xfrm>
          <a:off x="0" y="0"/>
          <a:ext cx="0" cy="0"/>
          <a:chOff x="0" y="0"/>
          <a:chExt cx="0" cy="0"/>
        </a:xfrm>
      </p:grpSpPr>
      <p:sp>
        <p:nvSpPr>
          <p:cNvPr id="2126" name="Google Shape;2126;g4b1880fe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7" name="Google Shape;2127;g4b1880febb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6"/>
        <p:cNvGrpSpPr/>
        <p:nvPr/>
      </p:nvGrpSpPr>
      <p:grpSpPr>
        <a:xfrm>
          <a:off x="0" y="0"/>
          <a:ext cx="0" cy="0"/>
          <a:chOff x="0" y="0"/>
          <a:chExt cx="0" cy="0"/>
        </a:xfrm>
      </p:grpSpPr>
      <p:sp>
        <p:nvSpPr>
          <p:cNvPr id="2137" name="Google Shape;2137;g495425841b_14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8" name="Google Shape;2138;g495425841b_14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g47c0e44a4f_7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9" name="Google Shape;2149;g47c0e44a4f_7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495425841b_14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0" name="Google Shape;2160;g495425841b_14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9"/>
        <p:cNvGrpSpPr/>
        <p:nvPr/>
      </p:nvGrpSpPr>
      <p:grpSpPr>
        <a:xfrm>
          <a:off x="0" y="0"/>
          <a:ext cx="0" cy="0"/>
          <a:chOff x="0" y="0"/>
          <a:chExt cx="0" cy="0"/>
        </a:xfrm>
      </p:grpSpPr>
      <p:sp>
        <p:nvSpPr>
          <p:cNvPr id="2170" name="Google Shape;2170;g495425841b_14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1" name="Google Shape;2171;g495425841b_14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0"/>
        <p:cNvGrpSpPr/>
        <p:nvPr/>
      </p:nvGrpSpPr>
      <p:grpSpPr>
        <a:xfrm>
          <a:off x="0" y="0"/>
          <a:ext cx="0" cy="0"/>
          <a:chOff x="0" y="0"/>
          <a:chExt cx="0" cy="0"/>
        </a:xfrm>
      </p:grpSpPr>
      <p:sp>
        <p:nvSpPr>
          <p:cNvPr id="2181" name="Google Shape;2181;g495425841b_14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2" name="Google Shape;2182;g495425841b_14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1"/>
        <p:cNvGrpSpPr/>
        <p:nvPr/>
      </p:nvGrpSpPr>
      <p:grpSpPr>
        <a:xfrm>
          <a:off x="0" y="0"/>
          <a:ext cx="0" cy="0"/>
          <a:chOff x="0" y="0"/>
          <a:chExt cx="0" cy="0"/>
        </a:xfrm>
      </p:grpSpPr>
      <p:sp>
        <p:nvSpPr>
          <p:cNvPr id="2192" name="Google Shape;2192;g495425841b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3" name="Google Shape;2193;g495425841b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g495425841b_8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4" name="Google Shape;2204;g495425841b_8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5"/>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5"/>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2" name="Google Shape;62;p15"/>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3" name="Google Shape;63;p15"/>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65"/>
        <p:cNvGrpSpPr/>
        <p:nvPr/>
      </p:nvGrpSpPr>
      <p:grpSpPr>
        <a:xfrm>
          <a:off x="0" y="0"/>
          <a:ext cx="0" cy="0"/>
          <a:chOff x="0" y="0"/>
          <a:chExt cx="0" cy="0"/>
        </a:xfrm>
      </p:grpSpPr>
      <p:sp>
        <p:nvSpPr>
          <p:cNvPr id="66" name="Google Shape;66;p16"/>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67" name="Google Shape;67;p1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8" name="Google Shape;68;p1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9" name="Google Shape;69;p1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6"/>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16"/>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72"/>
        <p:cNvGrpSpPr/>
        <p:nvPr/>
      </p:nvGrpSpPr>
      <p:grpSpPr>
        <a:xfrm>
          <a:off x="0" y="0"/>
          <a:ext cx="0" cy="0"/>
          <a:chOff x="0" y="0"/>
          <a:chExt cx="0" cy="0"/>
        </a:xfrm>
      </p:grpSpPr>
      <p:sp>
        <p:nvSpPr>
          <p:cNvPr id="73" name="Google Shape;73;p17"/>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74" name="Google Shape;74;p17"/>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75" name="Google Shape;75;p17"/>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7"/>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77" name="Google Shape;77;p17"/>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78" name="Google Shape;78;p1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79"/>
        <p:cNvGrpSpPr/>
        <p:nvPr/>
      </p:nvGrpSpPr>
      <p:grpSpPr>
        <a:xfrm>
          <a:off x="0" y="0"/>
          <a:ext cx="0" cy="0"/>
          <a:chOff x="0" y="0"/>
          <a:chExt cx="0" cy="0"/>
        </a:xfrm>
      </p:grpSpPr>
      <p:sp>
        <p:nvSpPr>
          <p:cNvPr id="80" name="Google Shape;80;p18"/>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81" name="Google Shape;81;p18"/>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82" name="Google Shape;82;p18"/>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83" name="Google Shape;83;p18"/>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8"/>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85" name="Google Shape;85;p1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19"/>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9" name="Google Shape;89;p1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1" name="Google Shape;91;p1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2" name="Google Shape;92;p19"/>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3" name="Google Shape;93;p19"/>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94" name="Google Shape;94;p1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9"/>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96;p19"/>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97"/>
        <p:cNvGrpSpPr/>
        <p:nvPr/>
      </p:nvGrpSpPr>
      <p:grpSpPr>
        <a:xfrm>
          <a:off x="0" y="0"/>
          <a:ext cx="0" cy="0"/>
          <a:chOff x="0" y="0"/>
          <a:chExt cx="0" cy="0"/>
        </a:xfrm>
      </p:grpSpPr>
      <p:sp>
        <p:nvSpPr>
          <p:cNvPr id="98" name="Google Shape;98;p2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9" name="Google Shape;99;p2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101"/>
        <p:cNvGrpSpPr/>
        <p:nvPr/>
      </p:nvGrpSpPr>
      <p:grpSpPr>
        <a:xfrm>
          <a:off x="0" y="0"/>
          <a:ext cx="0" cy="0"/>
          <a:chOff x="0" y="0"/>
          <a:chExt cx="0" cy="0"/>
        </a:xfrm>
      </p:grpSpPr>
      <p:sp>
        <p:nvSpPr>
          <p:cNvPr id="102" name="Google Shape;102;p21"/>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3" name="Google Shape;103;p21"/>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4" name="Google Shape;104;p2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6" name="Google Shape;106;p2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2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08" name="Google Shape;108;p21"/>
          <p:cNvGrpSpPr/>
          <p:nvPr/>
        </p:nvGrpSpPr>
        <p:grpSpPr>
          <a:xfrm>
            <a:off x="-3347" y="998362"/>
            <a:ext cx="9141600" cy="104618"/>
            <a:chOff x="-3347" y="998361"/>
            <a:chExt cx="9141600" cy="104618"/>
          </a:xfrm>
        </p:grpSpPr>
        <p:sp>
          <p:nvSpPr>
            <p:cNvPr id="109" name="Google Shape;109;p21"/>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10" name="Google Shape;110;p21"/>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1" name="Google Shape;111;p21"/>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12"/>
        <p:cNvGrpSpPr/>
        <p:nvPr/>
      </p:nvGrpSpPr>
      <p:grpSpPr>
        <a:xfrm>
          <a:off x="0" y="0"/>
          <a:ext cx="0" cy="0"/>
          <a:chOff x="0" y="0"/>
          <a:chExt cx="0" cy="0"/>
        </a:xfrm>
      </p:grpSpPr>
      <p:sp>
        <p:nvSpPr>
          <p:cNvPr id="113" name="Google Shape;113;p2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4" name="Google Shape;114;p22"/>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2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116"/>
        <p:cNvGrpSpPr/>
        <p:nvPr/>
      </p:nvGrpSpPr>
      <p:grpSpPr>
        <a:xfrm>
          <a:off x="0" y="0"/>
          <a:ext cx="0" cy="0"/>
          <a:chOff x="0" y="0"/>
          <a:chExt cx="0" cy="0"/>
        </a:xfrm>
      </p:grpSpPr>
      <p:sp>
        <p:nvSpPr>
          <p:cNvPr id="117" name="Google Shape;117;p2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8" name="Google Shape;118;p23"/>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0" name="Google Shape;120;p23"/>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 name="Google Shape;121;p23"/>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 name="Google Shape;122;p23"/>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23"/>
        <p:cNvGrpSpPr/>
        <p:nvPr/>
      </p:nvGrpSpPr>
      <p:grpSpPr>
        <a:xfrm>
          <a:off x="0" y="0"/>
          <a:ext cx="0" cy="0"/>
          <a:chOff x="0" y="0"/>
          <a:chExt cx="0" cy="0"/>
        </a:xfrm>
      </p:grpSpPr>
      <p:sp>
        <p:nvSpPr>
          <p:cNvPr id="124" name="Google Shape;124;p24"/>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5" name="Google Shape;125;p24"/>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26" name="Google Shape;126;p24"/>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7" name="Google Shape;127;p24"/>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8" name="Google Shape;128;p24"/>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9" name="Google Shape;129;p24"/>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30" name="Google Shape;130;p2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31"/>
        <p:cNvGrpSpPr/>
        <p:nvPr/>
      </p:nvGrpSpPr>
      <p:grpSpPr>
        <a:xfrm>
          <a:off x="0" y="0"/>
          <a:ext cx="0" cy="0"/>
          <a:chOff x="0" y="0"/>
          <a:chExt cx="0" cy="0"/>
        </a:xfrm>
      </p:grpSpPr>
      <p:sp>
        <p:nvSpPr>
          <p:cNvPr id="132" name="Google Shape;132;p25"/>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3" name="Google Shape;133;p25"/>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4" name="Google Shape;134;p2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5" name="Google Shape;135;p2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6" name="Google Shape;136;p25"/>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7" name="Google Shape;137;p25"/>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 name="Google Shape;138;p25"/>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9" name="Google Shape;139;p25"/>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40" name="Google Shape;140;p25"/>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41" name="Google Shape;141;p2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25"/>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43"/>
        <p:cNvGrpSpPr/>
        <p:nvPr/>
      </p:nvGrpSpPr>
      <p:grpSpPr>
        <a:xfrm>
          <a:off x="0" y="0"/>
          <a:ext cx="0" cy="0"/>
          <a:chOff x="0" y="0"/>
          <a:chExt cx="0" cy="0"/>
        </a:xfrm>
      </p:grpSpPr>
      <p:sp>
        <p:nvSpPr>
          <p:cNvPr id="144" name="Google Shape;144;p26"/>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5" name="Google Shape;145;p26"/>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6" name="Google Shape;146;p2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 name="Google Shape;147;p2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2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49" name="Google Shape;149;p26"/>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50" name="Google Shape;150;p26"/>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51"/>
        <p:cNvGrpSpPr/>
        <p:nvPr/>
      </p:nvGrpSpPr>
      <p:grpSpPr>
        <a:xfrm>
          <a:off x="0" y="0"/>
          <a:ext cx="0" cy="0"/>
          <a:chOff x="0" y="0"/>
          <a:chExt cx="0" cy="0"/>
        </a:xfrm>
      </p:grpSpPr>
      <p:sp>
        <p:nvSpPr>
          <p:cNvPr id="152" name="Google Shape;152;p27"/>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3" name="Google Shape;153;p27"/>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4" name="Google Shape;154;p27"/>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5" name="Google Shape;155;p27"/>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 name="Google Shape;156;p27"/>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57" name="Google Shape;157;p2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8" name="Google Shape;158;p2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0" name="Google Shape;160;p27"/>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1" name="Google Shape;161;p27"/>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62"/>
        <p:cNvGrpSpPr/>
        <p:nvPr/>
      </p:nvGrpSpPr>
      <p:grpSpPr>
        <a:xfrm>
          <a:off x="0" y="0"/>
          <a:ext cx="0" cy="0"/>
          <a:chOff x="0" y="0"/>
          <a:chExt cx="0" cy="0"/>
        </a:xfrm>
      </p:grpSpPr>
      <p:sp>
        <p:nvSpPr>
          <p:cNvPr id="163" name="Google Shape;163;p28"/>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4" name="Google Shape;164;p2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5" name="Google Shape;165;p2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7" name="Google Shape;167;p28"/>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8" name="Google Shape;168;p28"/>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69" name="Google Shape;169;p28"/>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 name="Google Shape;170;p28"/>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1" name="Google Shape;171;p28"/>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2" name="Google Shape;172;p28"/>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3" name="Google Shape;173;p28"/>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74"/>
        <p:cNvGrpSpPr/>
        <p:nvPr/>
      </p:nvGrpSpPr>
      <p:grpSpPr>
        <a:xfrm>
          <a:off x="0" y="0"/>
          <a:ext cx="0" cy="0"/>
          <a:chOff x="0" y="0"/>
          <a:chExt cx="0" cy="0"/>
        </a:xfrm>
      </p:grpSpPr>
      <p:sp>
        <p:nvSpPr>
          <p:cNvPr id="175" name="Google Shape;175;p29"/>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6" name="Google Shape;176;p29"/>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7" name="Google Shape;177;p2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8" name="Google Shape;178;p2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2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80" name="Google Shape;180;p29"/>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81" name="Google Shape;181;p29"/>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82"/>
        <p:cNvGrpSpPr/>
        <p:nvPr/>
      </p:nvGrpSpPr>
      <p:grpSpPr>
        <a:xfrm>
          <a:off x="0" y="0"/>
          <a:ext cx="0" cy="0"/>
          <a:chOff x="0" y="0"/>
          <a:chExt cx="0" cy="0"/>
        </a:xfrm>
      </p:grpSpPr>
      <p:sp>
        <p:nvSpPr>
          <p:cNvPr id="183" name="Google Shape;183;p3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4" name="Google Shape;184;p3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5" name="Google Shape;185;p3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7" name="Google Shape;187;p30"/>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8" name="Google Shape;188;p30"/>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89" name="Google Shape;189;p30"/>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90"/>
        <p:cNvGrpSpPr/>
        <p:nvPr/>
      </p:nvGrpSpPr>
      <p:grpSpPr>
        <a:xfrm>
          <a:off x="0" y="0"/>
          <a:ext cx="0" cy="0"/>
          <a:chOff x="0" y="0"/>
          <a:chExt cx="0" cy="0"/>
        </a:xfrm>
      </p:grpSpPr>
      <p:sp>
        <p:nvSpPr>
          <p:cNvPr id="191" name="Google Shape;191;p31"/>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92" name="Google Shape;192;p31"/>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3" name="Google Shape;193;p31"/>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94" name="Google Shape;194;p3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5" name="Google Shape;195;p3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6" name="Google Shape;196;p3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97" name="Google Shape;197;p3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31"/>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99" name="Google Shape;199;p31"/>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2" name="Google Shape;202;p32"/>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3" name="Google Shape;203;p32"/>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04" name="Google Shape;204;p3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05" name="Google Shape;205;p3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06" name="Google Shape;206;p3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207"/>
        <p:cNvGrpSpPr/>
        <p:nvPr/>
      </p:nvGrpSpPr>
      <p:grpSpPr>
        <a:xfrm>
          <a:off x="0" y="0"/>
          <a:ext cx="0" cy="0"/>
          <a:chOff x="0" y="0"/>
          <a:chExt cx="0" cy="0"/>
        </a:xfrm>
      </p:grpSpPr>
      <p:sp>
        <p:nvSpPr>
          <p:cNvPr id="208" name="Google Shape;208;p3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9" name="Google Shape;209;p3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10" name="Google Shape;210;p3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11" name="Google Shape;211;p3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33"/>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3" name="Google Shape;213;p33"/>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4" name="Google Shape;214;p33"/>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5" name="Google Shape;215;p33"/>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6" name="Google Shape;216;p33"/>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7" name="Google Shape;217;p33"/>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0" name="Google Shape;220;p34"/>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1" name="Google Shape;221;p3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22" name="Google Shape;222;p3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23" name="Google Shape;223;p3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24" name="Google Shape;224;p34"/>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225" name="Google Shape;225;p34"/>
          <p:cNvGrpSpPr/>
          <p:nvPr/>
        </p:nvGrpSpPr>
        <p:grpSpPr>
          <a:xfrm>
            <a:off x="1698177" y="1278800"/>
            <a:ext cx="5747657" cy="2502600"/>
            <a:chOff x="1698177" y="1278798"/>
            <a:chExt cx="5747657" cy="2502600"/>
          </a:xfrm>
        </p:grpSpPr>
        <p:cxnSp>
          <p:nvCxnSpPr>
            <p:cNvPr id="226" name="Google Shape;226;p3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27" name="Google Shape;227;p3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28" name="Google Shape;228;p3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29" name="Google Shape;229;p3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30" name="Google Shape;230;p3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231" name="Google Shape;231;p34"/>
          <p:cNvGrpSpPr/>
          <p:nvPr/>
        </p:nvGrpSpPr>
        <p:grpSpPr>
          <a:xfrm>
            <a:off x="1698177" y="4207572"/>
            <a:ext cx="5747657" cy="412428"/>
            <a:chOff x="1698177" y="1278798"/>
            <a:chExt cx="5747657" cy="2502600"/>
          </a:xfrm>
        </p:grpSpPr>
        <p:cxnSp>
          <p:nvCxnSpPr>
            <p:cNvPr id="232" name="Google Shape;232;p3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33" name="Google Shape;233;p3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34" name="Google Shape;234;p3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35" name="Google Shape;235;p3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36" name="Google Shape;236;p3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237" name="Google Shape;237;p34"/>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38" name="Google Shape;238;p34"/>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39" name="Google Shape;239;p34"/>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0" name="Google Shape;240;p34"/>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1" name="Google Shape;241;p34"/>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2" name="Google Shape;242;p34"/>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3" name="Google Shape;243;p34"/>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4" name="Google Shape;244;p34"/>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5" name="Google Shape;245;p34"/>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6" name="Google Shape;246;p34"/>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7" name="Google Shape;247;p34"/>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8" name="Google Shape;248;p34"/>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9" name="Google Shape;249;p34"/>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50" name="Google Shape;250;p34"/>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51" name="Google Shape;251;p34"/>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52" name="Google Shape;252;p34"/>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53" name="Google Shape;253;p34"/>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254" name="Google Shape;254;p34"/>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255" name="Google Shape;255;p34"/>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256" name="Google Shape;256;p34"/>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257" name="Google Shape;257;p34"/>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258" name="Google Shape;258;p34"/>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259" name="Google Shape;259;p34"/>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260" name="Google Shape;260;p34"/>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261"/>
        <p:cNvGrpSpPr/>
        <p:nvPr/>
      </p:nvGrpSpPr>
      <p:grpSpPr>
        <a:xfrm>
          <a:off x="0" y="0"/>
          <a:ext cx="0" cy="0"/>
          <a:chOff x="0" y="0"/>
          <a:chExt cx="0" cy="0"/>
        </a:xfrm>
      </p:grpSpPr>
      <p:sp>
        <p:nvSpPr>
          <p:cNvPr id="262" name="Google Shape;262;p35"/>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3" name="Google Shape;263;p35"/>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4" name="Google Shape;264;p3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65" name="Google Shape;265;p3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66" name="Google Shape;266;p3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267" name="Google Shape;267;p35"/>
          <p:cNvGrpSpPr/>
          <p:nvPr/>
        </p:nvGrpSpPr>
        <p:grpSpPr>
          <a:xfrm>
            <a:off x="1698177" y="1278774"/>
            <a:ext cx="5747657" cy="687464"/>
            <a:chOff x="1698177" y="1278798"/>
            <a:chExt cx="5747657" cy="2502600"/>
          </a:xfrm>
        </p:grpSpPr>
        <p:cxnSp>
          <p:nvCxnSpPr>
            <p:cNvPr id="268" name="Google Shape;268;p35"/>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69" name="Google Shape;269;p35"/>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70" name="Google Shape;270;p35"/>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71" name="Google Shape;271;p35"/>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272" name="Google Shape;272;p35"/>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273" name="Google Shape;273;p35"/>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4" name="Google Shape;274;p35"/>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5" name="Google Shape;275;p35"/>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6" name="Google Shape;276;p35"/>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7" name="Google Shape;277;p35"/>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278" name="Google Shape;278;p35"/>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279" name="Google Shape;279;p35"/>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280" name="Google Shape;280;p35"/>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281" name="Google Shape;281;p35"/>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282" name="Google Shape;282;p35"/>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3" name="Google Shape;283;p35"/>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6" name="Google Shape;286;p36"/>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87" name="Google Shape;287;p3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88" name="Google Shape;288;p3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289" name="Google Shape;289;p36"/>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290" name="Google Shape;290;p36"/>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291" name="Google Shape;291;p36"/>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92" name="Google Shape;292;p36"/>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293" name="Google Shape;293;p36"/>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4"/>
        <p:cNvGrpSpPr/>
        <p:nvPr/>
      </p:nvGrpSpPr>
      <p:grpSpPr>
        <a:xfrm>
          <a:off x="0" y="0"/>
          <a:ext cx="0" cy="0"/>
          <a:chOff x="0" y="0"/>
          <a:chExt cx="0" cy="0"/>
        </a:xfrm>
      </p:grpSpPr>
      <p:sp>
        <p:nvSpPr>
          <p:cNvPr id="295" name="Google Shape;295;p37"/>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6" name="Google Shape;296;p37"/>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7" name="Google Shape;297;p37"/>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298" name="Google Shape;298;p37"/>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99" name="Google Shape;299;p37"/>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0" name="Google Shape;300;p3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1" name="Google Shape;301;p3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2" name="Google Shape;302;p37"/>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303"/>
        <p:cNvGrpSpPr/>
        <p:nvPr/>
      </p:nvGrpSpPr>
      <p:grpSpPr>
        <a:xfrm>
          <a:off x="0" y="0"/>
          <a:ext cx="0" cy="0"/>
          <a:chOff x="0" y="0"/>
          <a:chExt cx="0" cy="0"/>
        </a:xfrm>
      </p:grpSpPr>
      <p:sp>
        <p:nvSpPr>
          <p:cNvPr id="304" name="Google Shape;304;p38"/>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05" name="Google Shape;305;p3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6" name="Google Shape;306;p3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7" name="Google Shape;307;p38"/>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308" name="Google Shape;308;p38"/>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309"/>
        <p:cNvGrpSpPr/>
        <p:nvPr/>
      </p:nvGrpSpPr>
      <p:grpSpPr>
        <a:xfrm>
          <a:off x="0" y="0"/>
          <a:ext cx="0" cy="0"/>
          <a:chOff x="0" y="0"/>
          <a:chExt cx="0" cy="0"/>
        </a:xfrm>
      </p:grpSpPr>
      <p:sp>
        <p:nvSpPr>
          <p:cNvPr id="310" name="Google Shape;310;p39"/>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311"/>
        <p:cNvGrpSpPr/>
        <p:nvPr/>
      </p:nvGrpSpPr>
      <p:grpSpPr>
        <a:xfrm>
          <a:off x="0" y="0"/>
          <a:ext cx="0" cy="0"/>
          <a:chOff x="0" y="0"/>
          <a:chExt cx="0" cy="0"/>
        </a:xfrm>
      </p:grpSpPr>
      <p:sp>
        <p:nvSpPr>
          <p:cNvPr id="312" name="Google Shape;312;p40"/>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40"/>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314" name="Google Shape;314;p40"/>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315" name="Google Shape;315;p40"/>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316" name="Google Shape;316;p40"/>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17" name="Google Shape;317;p40"/>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318"/>
        <p:cNvGrpSpPr/>
        <p:nvPr/>
      </p:nvGrpSpPr>
      <p:grpSpPr>
        <a:xfrm>
          <a:off x="0" y="0"/>
          <a:ext cx="0" cy="0"/>
          <a:chOff x="0" y="0"/>
          <a:chExt cx="0" cy="0"/>
        </a:xfrm>
      </p:grpSpPr>
      <p:sp>
        <p:nvSpPr>
          <p:cNvPr id="319" name="Google Shape;319;p41"/>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1"/>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321" name="Google Shape;321;p41"/>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322" name="Google Shape;322;p41"/>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323" name="Google Shape;323;p41"/>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324" name="Google Shape;324;p41"/>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325" name="Google Shape;325;p41"/>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326" name="Google Shape;326;p41"/>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327" name="Google Shape;327;p41"/>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328" name="Google Shape;328;p41"/>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329"/>
        <p:cNvGrpSpPr/>
        <p:nvPr/>
      </p:nvGrpSpPr>
      <p:grpSpPr>
        <a:xfrm>
          <a:off x="0" y="0"/>
          <a:ext cx="0" cy="0"/>
          <a:chOff x="0" y="0"/>
          <a:chExt cx="0" cy="0"/>
        </a:xfrm>
      </p:grpSpPr>
      <p:sp>
        <p:nvSpPr>
          <p:cNvPr id="330" name="Google Shape;330;p42"/>
          <p:cNvSpPr/>
          <p:nvPr/>
        </p:nvSpPr>
        <p:spPr>
          <a:xfrm>
            <a:off x="0" y="4686794"/>
            <a:ext cx="3133616" cy="2481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331" name="Google Shape;331;p42"/>
          <p:cNvSpPr/>
          <p:nvPr/>
        </p:nvSpPr>
        <p:spPr>
          <a:xfrm>
            <a:off x="0" y="840912"/>
            <a:ext cx="9144000" cy="3611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332" name="Google Shape;332;p42"/>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340"/>
        <p:cNvGrpSpPr/>
        <p:nvPr/>
      </p:nvGrpSpPr>
      <p:grpSpPr>
        <a:xfrm>
          <a:off x="0" y="0"/>
          <a:ext cx="0" cy="0"/>
          <a:chOff x="0" y="0"/>
          <a:chExt cx="0" cy="0"/>
        </a:xfrm>
      </p:grpSpPr>
      <p:sp>
        <p:nvSpPr>
          <p:cNvPr id="341" name="Google Shape;341;p44"/>
          <p:cNvSpPr/>
          <p:nvPr/>
        </p:nvSpPr>
        <p:spPr>
          <a:xfrm>
            <a:off x="0" y="4686794"/>
            <a:ext cx="3133616" cy="2481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342" name="Google Shape;342;p44"/>
          <p:cNvSpPr/>
          <p:nvPr/>
        </p:nvSpPr>
        <p:spPr>
          <a:xfrm>
            <a:off x="0" y="840912"/>
            <a:ext cx="9144000" cy="3611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343" name="Google Shape;343;p44"/>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344"/>
        <p:cNvGrpSpPr/>
        <p:nvPr/>
      </p:nvGrpSpPr>
      <p:grpSpPr>
        <a:xfrm>
          <a:off x="0" y="0"/>
          <a:ext cx="0" cy="0"/>
          <a:chOff x="0" y="0"/>
          <a:chExt cx="0" cy="0"/>
        </a:xfrm>
      </p:grpSpPr>
      <p:sp>
        <p:nvSpPr>
          <p:cNvPr id="345" name="Google Shape;345;p4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46" name="Google Shape;346;p4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4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348"/>
        <p:cNvGrpSpPr/>
        <p:nvPr/>
      </p:nvGrpSpPr>
      <p:grpSpPr>
        <a:xfrm>
          <a:off x="0" y="0"/>
          <a:ext cx="0" cy="0"/>
          <a:chOff x="0" y="0"/>
          <a:chExt cx="0" cy="0"/>
        </a:xfrm>
      </p:grpSpPr>
      <p:sp>
        <p:nvSpPr>
          <p:cNvPr id="349" name="Google Shape;349;p46"/>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350" name="Google Shape;350;p4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51" name="Google Shape;351;p4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52" name="Google Shape;352;p4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46"/>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4" name="Google Shape;354;p46"/>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355"/>
        <p:cNvGrpSpPr/>
        <p:nvPr/>
      </p:nvGrpSpPr>
      <p:grpSpPr>
        <a:xfrm>
          <a:off x="0" y="0"/>
          <a:ext cx="0" cy="0"/>
          <a:chOff x="0" y="0"/>
          <a:chExt cx="0" cy="0"/>
        </a:xfrm>
      </p:grpSpPr>
      <p:sp>
        <p:nvSpPr>
          <p:cNvPr id="356" name="Google Shape;356;p47"/>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57" name="Google Shape;357;p47"/>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58" name="Google Shape;358;p47"/>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47"/>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360" name="Google Shape;360;p47"/>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61" name="Google Shape;361;p4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362"/>
        <p:cNvGrpSpPr/>
        <p:nvPr/>
      </p:nvGrpSpPr>
      <p:grpSpPr>
        <a:xfrm>
          <a:off x="0" y="0"/>
          <a:ext cx="0" cy="0"/>
          <a:chOff x="0" y="0"/>
          <a:chExt cx="0" cy="0"/>
        </a:xfrm>
      </p:grpSpPr>
      <p:sp>
        <p:nvSpPr>
          <p:cNvPr id="363" name="Google Shape;363;p48"/>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64" name="Google Shape;364;p48"/>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365" name="Google Shape;365;p48"/>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366" name="Google Shape;366;p48"/>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48"/>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368" name="Google Shape;368;p4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69"/>
        <p:cNvGrpSpPr/>
        <p:nvPr/>
      </p:nvGrpSpPr>
      <p:grpSpPr>
        <a:xfrm>
          <a:off x="0" y="0"/>
          <a:ext cx="0" cy="0"/>
          <a:chOff x="0" y="0"/>
          <a:chExt cx="0" cy="0"/>
        </a:xfrm>
      </p:grpSpPr>
      <p:sp>
        <p:nvSpPr>
          <p:cNvPr id="370" name="Google Shape;370;p49"/>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71" name="Google Shape;371;p49"/>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2" name="Google Shape;372;p4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3" name="Google Shape;373;p4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4" name="Google Shape;374;p4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75" name="Google Shape;375;p49"/>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6" name="Google Shape;376;p49"/>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377" name="Google Shape;377;p4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49"/>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9" name="Google Shape;379;p49"/>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380"/>
        <p:cNvGrpSpPr/>
        <p:nvPr/>
      </p:nvGrpSpPr>
      <p:grpSpPr>
        <a:xfrm>
          <a:off x="0" y="0"/>
          <a:ext cx="0" cy="0"/>
          <a:chOff x="0" y="0"/>
          <a:chExt cx="0" cy="0"/>
        </a:xfrm>
      </p:grpSpPr>
      <p:sp>
        <p:nvSpPr>
          <p:cNvPr id="381" name="Google Shape;381;p50"/>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82" name="Google Shape;382;p50"/>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83" name="Google Shape;383;p5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84" name="Google Shape;384;p5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85" name="Google Shape;385;p5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5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387" name="Google Shape;387;p50"/>
          <p:cNvGrpSpPr/>
          <p:nvPr/>
        </p:nvGrpSpPr>
        <p:grpSpPr>
          <a:xfrm>
            <a:off x="-3347" y="998362"/>
            <a:ext cx="9141600" cy="104618"/>
            <a:chOff x="-3347" y="998361"/>
            <a:chExt cx="9141600" cy="104618"/>
          </a:xfrm>
        </p:grpSpPr>
        <p:sp>
          <p:nvSpPr>
            <p:cNvPr id="388" name="Google Shape;388;p50"/>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89" name="Google Shape;389;p50"/>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90" name="Google Shape;390;p50"/>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391"/>
        <p:cNvGrpSpPr/>
        <p:nvPr/>
      </p:nvGrpSpPr>
      <p:grpSpPr>
        <a:xfrm>
          <a:off x="0" y="0"/>
          <a:ext cx="0" cy="0"/>
          <a:chOff x="0" y="0"/>
          <a:chExt cx="0" cy="0"/>
        </a:xfrm>
      </p:grpSpPr>
      <p:sp>
        <p:nvSpPr>
          <p:cNvPr id="392" name="Google Shape;392;p5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93" name="Google Shape;393;p5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5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395"/>
        <p:cNvGrpSpPr/>
        <p:nvPr/>
      </p:nvGrpSpPr>
      <p:grpSpPr>
        <a:xfrm>
          <a:off x="0" y="0"/>
          <a:ext cx="0" cy="0"/>
          <a:chOff x="0" y="0"/>
          <a:chExt cx="0" cy="0"/>
        </a:xfrm>
      </p:grpSpPr>
      <p:sp>
        <p:nvSpPr>
          <p:cNvPr id="396" name="Google Shape;396;p5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97" name="Google Shape;397;p52"/>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5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99" name="Google Shape;399;p52"/>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00" name="Google Shape;400;p52"/>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1" name="Google Shape;401;p52"/>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402"/>
        <p:cNvGrpSpPr/>
        <p:nvPr/>
      </p:nvGrpSpPr>
      <p:grpSpPr>
        <a:xfrm>
          <a:off x="0" y="0"/>
          <a:ext cx="0" cy="0"/>
          <a:chOff x="0" y="0"/>
          <a:chExt cx="0" cy="0"/>
        </a:xfrm>
      </p:grpSpPr>
      <p:sp>
        <p:nvSpPr>
          <p:cNvPr id="403" name="Google Shape;403;p53"/>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04" name="Google Shape;404;p53"/>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05" name="Google Shape;405;p53"/>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06" name="Google Shape;406;p53"/>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07" name="Google Shape;407;p53"/>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08" name="Google Shape;408;p53"/>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409" name="Google Shape;409;p5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410"/>
        <p:cNvGrpSpPr/>
        <p:nvPr/>
      </p:nvGrpSpPr>
      <p:grpSpPr>
        <a:xfrm>
          <a:off x="0" y="0"/>
          <a:ext cx="0" cy="0"/>
          <a:chOff x="0" y="0"/>
          <a:chExt cx="0" cy="0"/>
        </a:xfrm>
      </p:grpSpPr>
      <p:sp>
        <p:nvSpPr>
          <p:cNvPr id="411" name="Google Shape;411;p54"/>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2" name="Google Shape;412;p54"/>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413" name="Google Shape;413;p5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14" name="Google Shape;414;p5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15" name="Google Shape;415;p54"/>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16" name="Google Shape;416;p54"/>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17" name="Google Shape;417;p54"/>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418" name="Google Shape;418;p54"/>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419" name="Google Shape;419;p54"/>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420" name="Google Shape;420;p5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54"/>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422"/>
        <p:cNvGrpSpPr/>
        <p:nvPr/>
      </p:nvGrpSpPr>
      <p:grpSpPr>
        <a:xfrm>
          <a:off x="0" y="0"/>
          <a:ext cx="0" cy="0"/>
          <a:chOff x="0" y="0"/>
          <a:chExt cx="0" cy="0"/>
        </a:xfrm>
      </p:grpSpPr>
      <p:sp>
        <p:nvSpPr>
          <p:cNvPr id="423" name="Google Shape;423;p55"/>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24" name="Google Shape;424;p55"/>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5" name="Google Shape;425;p5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26" name="Google Shape;426;p5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5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428" name="Google Shape;428;p55"/>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429" name="Google Shape;429;p55"/>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430"/>
        <p:cNvGrpSpPr/>
        <p:nvPr/>
      </p:nvGrpSpPr>
      <p:grpSpPr>
        <a:xfrm>
          <a:off x="0" y="0"/>
          <a:ext cx="0" cy="0"/>
          <a:chOff x="0" y="0"/>
          <a:chExt cx="0" cy="0"/>
        </a:xfrm>
      </p:grpSpPr>
      <p:sp>
        <p:nvSpPr>
          <p:cNvPr id="431" name="Google Shape;431;p56"/>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32" name="Google Shape;432;p56"/>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33" name="Google Shape;433;p56"/>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34" name="Google Shape;434;p56"/>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5" name="Google Shape;435;p56"/>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436" name="Google Shape;436;p5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37" name="Google Shape;437;p5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5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39" name="Google Shape;439;p56"/>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40" name="Google Shape;440;p56"/>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441"/>
        <p:cNvGrpSpPr/>
        <p:nvPr/>
      </p:nvGrpSpPr>
      <p:grpSpPr>
        <a:xfrm>
          <a:off x="0" y="0"/>
          <a:ext cx="0" cy="0"/>
          <a:chOff x="0" y="0"/>
          <a:chExt cx="0" cy="0"/>
        </a:xfrm>
      </p:grpSpPr>
      <p:sp>
        <p:nvSpPr>
          <p:cNvPr id="442" name="Google Shape;442;p57"/>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43" name="Google Shape;443;p5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44" name="Google Shape;444;p5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5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46" name="Google Shape;446;p5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447" name="Google Shape;447;p5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448" name="Google Shape;448;p57"/>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49" name="Google Shape;449;p57"/>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50" name="Google Shape;450;p57"/>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51" name="Google Shape;451;p57"/>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452" name="Google Shape;452;p57"/>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453"/>
        <p:cNvGrpSpPr/>
        <p:nvPr/>
      </p:nvGrpSpPr>
      <p:grpSpPr>
        <a:xfrm>
          <a:off x="0" y="0"/>
          <a:ext cx="0" cy="0"/>
          <a:chOff x="0" y="0"/>
          <a:chExt cx="0" cy="0"/>
        </a:xfrm>
      </p:grpSpPr>
      <p:sp>
        <p:nvSpPr>
          <p:cNvPr id="454" name="Google Shape;454;p58"/>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55" name="Google Shape;455;p58"/>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456" name="Google Shape;456;p5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57" name="Google Shape;457;p5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5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459" name="Google Shape;459;p58"/>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460" name="Google Shape;460;p58"/>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461"/>
        <p:cNvGrpSpPr/>
        <p:nvPr/>
      </p:nvGrpSpPr>
      <p:grpSpPr>
        <a:xfrm>
          <a:off x="0" y="0"/>
          <a:ext cx="0" cy="0"/>
          <a:chOff x="0" y="0"/>
          <a:chExt cx="0" cy="0"/>
        </a:xfrm>
      </p:grpSpPr>
      <p:sp>
        <p:nvSpPr>
          <p:cNvPr id="462" name="Google Shape;462;p5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3" name="Google Shape;463;p5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4" name="Google Shape;464;p5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5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66" name="Google Shape;466;p59"/>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67" name="Google Shape;467;p59"/>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468" name="Google Shape;468;p59"/>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469"/>
        <p:cNvGrpSpPr/>
        <p:nvPr/>
      </p:nvGrpSpPr>
      <p:grpSpPr>
        <a:xfrm>
          <a:off x="0" y="0"/>
          <a:ext cx="0" cy="0"/>
          <a:chOff x="0" y="0"/>
          <a:chExt cx="0" cy="0"/>
        </a:xfrm>
      </p:grpSpPr>
      <p:sp>
        <p:nvSpPr>
          <p:cNvPr id="470" name="Google Shape;470;p60"/>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71" name="Google Shape;471;p60"/>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2" name="Google Shape;472;p60"/>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73" name="Google Shape;473;p6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74" name="Google Shape;474;p6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75" name="Google Shape;475;p6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76" name="Google Shape;476;p6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60"/>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478" name="Google Shape;478;p60"/>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9"/>
        <p:cNvGrpSpPr/>
        <p:nvPr/>
      </p:nvGrpSpPr>
      <p:grpSpPr>
        <a:xfrm>
          <a:off x="0" y="0"/>
          <a:ext cx="0" cy="0"/>
          <a:chOff x="0" y="0"/>
          <a:chExt cx="0" cy="0"/>
        </a:xfrm>
      </p:grpSpPr>
      <p:sp>
        <p:nvSpPr>
          <p:cNvPr id="480" name="Google Shape;480;p61"/>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1" name="Google Shape;481;p61"/>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2" name="Google Shape;482;p61"/>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83" name="Google Shape;483;p6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84" name="Google Shape;484;p6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85" name="Google Shape;485;p6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486"/>
        <p:cNvGrpSpPr/>
        <p:nvPr/>
      </p:nvGrpSpPr>
      <p:grpSpPr>
        <a:xfrm>
          <a:off x="0" y="0"/>
          <a:ext cx="0" cy="0"/>
          <a:chOff x="0" y="0"/>
          <a:chExt cx="0" cy="0"/>
        </a:xfrm>
      </p:grpSpPr>
      <p:sp>
        <p:nvSpPr>
          <p:cNvPr id="487" name="Google Shape;487;p6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8" name="Google Shape;488;p6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89" name="Google Shape;489;p6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90" name="Google Shape;490;p6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91" name="Google Shape;491;p62"/>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92" name="Google Shape;492;p62"/>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93" name="Google Shape;493;p62"/>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94" name="Google Shape;494;p62"/>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95" name="Google Shape;495;p62"/>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96" name="Google Shape;496;p62"/>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497"/>
        <p:cNvGrpSpPr/>
        <p:nvPr/>
      </p:nvGrpSpPr>
      <p:grpSpPr>
        <a:xfrm>
          <a:off x="0" y="0"/>
          <a:ext cx="0" cy="0"/>
          <a:chOff x="0" y="0"/>
          <a:chExt cx="0" cy="0"/>
        </a:xfrm>
      </p:grpSpPr>
      <p:sp>
        <p:nvSpPr>
          <p:cNvPr id="498" name="Google Shape;498;p6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99" name="Google Shape;499;p63"/>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00" name="Google Shape;500;p6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01" name="Google Shape;501;p6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02" name="Google Shape;502;p6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03" name="Google Shape;503;p63"/>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504" name="Google Shape;504;p63"/>
          <p:cNvGrpSpPr/>
          <p:nvPr/>
        </p:nvGrpSpPr>
        <p:grpSpPr>
          <a:xfrm>
            <a:off x="1698177" y="1278800"/>
            <a:ext cx="5747657" cy="2502600"/>
            <a:chOff x="1698177" y="1278798"/>
            <a:chExt cx="5747657" cy="2502600"/>
          </a:xfrm>
        </p:grpSpPr>
        <p:cxnSp>
          <p:nvCxnSpPr>
            <p:cNvPr id="505" name="Google Shape;505;p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06" name="Google Shape;506;p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07" name="Google Shape;507;p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08" name="Google Shape;508;p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09" name="Google Shape;509;p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510" name="Google Shape;510;p63"/>
          <p:cNvGrpSpPr/>
          <p:nvPr/>
        </p:nvGrpSpPr>
        <p:grpSpPr>
          <a:xfrm>
            <a:off x="1698177" y="4207572"/>
            <a:ext cx="5747657" cy="412428"/>
            <a:chOff x="1698177" y="1278798"/>
            <a:chExt cx="5747657" cy="2502600"/>
          </a:xfrm>
        </p:grpSpPr>
        <p:cxnSp>
          <p:nvCxnSpPr>
            <p:cNvPr id="511" name="Google Shape;511;p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12" name="Google Shape;512;p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13" name="Google Shape;513;p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14" name="Google Shape;514;p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15" name="Google Shape;515;p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516" name="Google Shape;516;p63"/>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17" name="Google Shape;517;p63"/>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18" name="Google Shape;518;p63"/>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19" name="Google Shape;519;p63"/>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20" name="Google Shape;520;p63"/>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21" name="Google Shape;521;p63"/>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22" name="Google Shape;522;p63"/>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23" name="Google Shape;523;p63"/>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24" name="Google Shape;524;p63"/>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25" name="Google Shape;525;p63"/>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26" name="Google Shape;526;p63"/>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27" name="Google Shape;527;p63"/>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28" name="Google Shape;528;p63"/>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29" name="Google Shape;529;p63"/>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30" name="Google Shape;530;p63"/>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31" name="Google Shape;531;p63"/>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32" name="Google Shape;532;p63"/>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533" name="Google Shape;533;p63"/>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534" name="Google Shape;534;p63"/>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535" name="Google Shape;535;p63"/>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536" name="Google Shape;536;p63"/>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537" name="Google Shape;537;p63"/>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538" name="Google Shape;538;p63"/>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539" name="Google Shape;539;p63"/>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540"/>
        <p:cNvGrpSpPr/>
        <p:nvPr/>
      </p:nvGrpSpPr>
      <p:grpSpPr>
        <a:xfrm>
          <a:off x="0" y="0"/>
          <a:ext cx="0" cy="0"/>
          <a:chOff x="0" y="0"/>
          <a:chExt cx="0" cy="0"/>
        </a:xfrm>
      </p:grpSpPr>
      <p:sp>
        <p:nvSpPr>
          <p:cNvPr id="541" name="Google Shape;541;p6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2" name="Google Shape;542;p64"/>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43" name="Google Shape;543;p6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44" name="Google Shape;544;p6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45" name="Google Shape;545;p6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546" name="Google Shape;546;p64"/>
          <p:cNvGrpSpPr/>
          <p:nvPr/>
        </p:nvGrpSpPr>
        <p:grpSpPr>
          <a:xfrm>
            <a:off x="1698177" y="1278774"/>
            <a:ext cx="5747657" cy="687464"/>
            <a:chOff x="1698177" y="1278798"/>
            <a:chExt cx="5747657" cy="2502600"/>
          </a:xfrm>
        </p:grpSpPr>
        <p:cxnSp>
          <p:nvCxnSpPr>
            <p:cNvPr id="547" name="Google Shape;547;p6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48" name="Google Shape;548;p6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49" name="Google Shape;549;p6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50" name="Google Shape;550;p6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551" name="Google Shape;551;p6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552" name="Google Shape;552;p64"/>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3" name="Google Shape;553;p64"/>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4" name="Google Shape;554;p64"/>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5" name="Google Shape;555;p64"/>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6" name="Google Shape;556;p64"/>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557" name="Google Shape;557;p64"/>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558" name="Google Shape;558;p64"/>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559" name="Google Shape;559;p64"/>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560" name="Google Shape;560;p64"/>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561" name="Google Shape;561;p64"/>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62" name="Google Shape;562;p64"/>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563"/>
        <p:cNvGrpSpPr/>
        <p:nvPr/>
      </p:nvGrpSpPr>
      <p:grpSpPr>
        <a:xfrm>
          <a:off x="0" y="0"/>
          <a:ext cx="0" cy="0"/>
          <a:chOff x="0" y="0"/>
          <a:chExt cx="0" cy="0"/>
        </a:xfrm>
      </p:grpSpPr>
      <p:sp>
        <p:nvSpPr>
          <p:cNvPr id="564" name="Google Shape;564;p65"/>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65" name="Google Shape;565;p6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66" name="Google Shape;566;p6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67" name="Google Shape;567;p6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568" name="Google Shape;568;p65"/>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569" name="Google Shape;569;p65"/>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570" name="Google Shape;570;p65"/>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71" name="Google Shape;571;p65"/>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572" name="Google Shape;572;p65"/>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73"/>
        <p:cNvGrpSpPr/>
        <p:nvPr/>
      </p:nvGrpSpPr>
      <p:grpSpPr>
        <a:xfrm>
          <a:off x="0" y="0"/>
          <a:ext cx="0" cy="0"/>
          <a:chOff x="0" y="0"/>
          <a:chExt cx="0" cy="0"/>
        </a:xfrm>
      </p:grpSpPr>
      <p:sp>
        <p:nvSpPr>
          <p:cNvPr id="574" name="Google Shape;574;p66"/>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75" name="Google Shape;575;p66"/>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76" name="Google Shape;576;p66"/>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577" name="Google Shape;577;p66"/>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78" name="Google Shape;578;p66"/>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79" name="Google Shape;579;p6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80" name="Google Shape;580;p6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1" name="Google Shape;581;p66"/>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582"/>
        <p:cNvGrpSpPr/>
        <p:nvPr/>
      </p:nvGrpSpPr>
      <p:grpSpPr>
        <a:xfrm>
          <a:off x="0" y="0"/>
          <a:ext cx="0" cy="0"/>
          <a:chOff x="0" y="0"/>
          <a:chExt cx="0" cy="0"/>
        </a:xfrm>
      </p:grpSpPr>
      <p:sp>
        <p:nvSpPr>
          <p:cNvPr id="583" name="Google Shape;583;p67"/>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84" name="Google Shape;584;p6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85" name="Google Shape;585;p6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6" name="Google Shape;586;p6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587" name="Google Shape;587;p6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588"/>
        <p:cNvGrpSpPr/>
        <p:nvPr/>
      </p:nvGrpSpPr>
      <p:grpSpPr>
        <a:xfrm>
          <a:off x="0" y="0"/>
          <a:ext cx="0" cy="0"/>
          <a:chOff x="0" y="0"/>
          <a:chExt cx="0" cy="0"/>
        </a:xfrm>
      </p:grpSpPr>
      <p:sp>
        <p:nvSpPr>
          <p:cNvPr id="589" name="Google Shape;589;p68"/>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590"/>
        <p:cNvGrpSpPr/>
        <p:nvPr/>
      </p:nvGrpSpPr>
      <p:grpSpPr>
        <a:xfrm>
          <a:off x="0" y="0"/>
          <a:ext cx="0" cy="0"/>
          <a:chOff x="0" y="0"/>
          <a:chExt cx="0" cy="0"/>
        </a:xfrm>
      </p:grpSpPr>
      <p:sp>
        <p:nvSpPr>
          <p:cNvPr id="591" name="Google Shape;591;p69"/>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69"/>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593" name="Google Shape;593;p69"/>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594" name="Google Shape;594;p69"/>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595" name="Google Shape;595;p69"/>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6" name="Google Shape;596;p69"/>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597"/>
        <p:cNvGrpSpPr/>
        <p:nvPr/>
      </p:nvGrpSpPr>
      <p:grpSpPr>
        <a:xfrm>
          <a:off x="0" y="0"/>
          <a:ext cx="0" cy="0"/>
          <a:chOff x="0" y="0"/>
          <a:chExt cx="0" cy="0"/>
        </a:xfrm>
      </p:grpSpPr>
      <p:sp>
        <p:nvSpPr>
          <p:cNvPr id="598" name="Google Shape;598;p70"/>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70"/>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600" name="Google Shape;600;p70"/>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601" name="Google Shape;601;p70"/>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602" name="Google Shape;602;p70"/>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603" name="Google Shape;603;p70"/>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604" name="Google Shape;604;p70"/>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605" name="Google Shape;605;p70"/>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606" name="Google Shape;606;p70"/>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607" name="Google Shape;607;p70"/>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Section Header 4">
  <p:cSld name="1_Section Header 4">
    <p:bg>
      <p:bgPr>
        <a:solidFill>
          <a:schemeClr val="lt1"/>
        </a:solidFill>
        <a:effectLst/>
      </p:bgPr>
    </p:bg>
    <p:spTree>
      <p:nvGrpSpPr>
        <p:cNvPr id="1" name="Shape 615"/>
        <p:cNvGrpSpPr/>
        <p:nvPr/>
      </p:nvGrpSpPr>
      <p:grpSpPr>
        <a:xfrm>
          <a:off x="0" y="0"/>
          <a:ext cx="0" cy="0"/>
          <a:chOff x="0" y="0"/>
          <a:chExt cx="0" cy="0"/>
        </a:xfrm>
      </p:grpSpPr>
      <p:sp>
        <p:nvSpPr>
          <p:cNvPr id="616" name="Google Shape;616;p72"/>
          <p:cNvSpPr txBox="1">
            <a:spLocks noGrp="1"/>
          </p:cNvSpPr>
          <p:nvPr>
            <p:ph type="ctrTitle"/>
          </p:nvPr>
        </p:nvSpPr>
        <p:spPr>
          <a:xfrm>
            <a:off x="311944" y="2330246"/>
            <a:ext cx="5685300" cy="601200"/>
          </a:xfrm>
          <a:prstGeom prst="rect">
            <a:avLst/>
          </a:prstGeom>
          <a:noFill/>
          <a:ln>
            <a:noFill/>
          </a:ln>
        </p:spPr>
        <p:txBody>
          <a:bodyPr spcFirstLastPara="1" wrap="square" lIns="0" tIns="0" rIns="0" bIns="0" anchor="t" anchorCtr="0"/>
          <a:lstStyle>
            <a:lvl1pPr marR="0" lvl="0" algn="l">
              <a:lnSpc>
                <a:spcPct val="90000"/>
              </a:lnSpc>
              <a:spcBef>
                <a:spcPts val="800"/>
              </a:spcBef>
              <a:spcAft>
                <a:spcPts val="0"/>
              </a:spcAft>
              <a:buClr>
                <a:schemeClr val="dk2"/>
              </a:buClr>
              <a:buSzPts val="4300"/>
              <a:buFont typeface="Georgia"/>
              <a:buNone/>
              <a:defRPr sz="3600" b="0" i="0" u="none" strike="noStrike" cap="none">
                <a:solidFill>
                  <a:schemeClr val="dk2"/>
                </a:solidFill>
                <a:latin typeface="Georgia"/>
                <a:ea typeface="Georgia"/>
                <a:cs typeface="Georgia"/>
                <a:sym typeface="Georgia"/>
              </a:defRPr>
            </a:lvl1pPr>
            <a:lvl2pPr marR="0" lvl="1"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sp>
        <p:nvSpPr>
          <p:cNvPr id="617" name="Google Shape;617;p72"/>
          <p:cNvSpPr txBox="1"/>
          <p:nvPr/>
        </p:nvSpPr>
        <p:spPr>
          <a:xfrm>
            <a:off x="311944" y="4800785"/>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chemeClr val="lt1"/>
                </a:solidFill>
                <a:latin typeface="Arial"/>
                <a:ea typeface="Arial"/>
                <a:cs typeface="Arial"/>
                <a:sym typeface="Arial"/>
              </a:rPr>
              <a:t>PwC</a:t>
            </a:r>
            <a:r>
              <a:rPr lang="en" sz="600" b="0" i="0" u="none" strike="noStrike" cap="none">
                <a:solidFill>
                  <a:schemeClr val="lt1"/>
                </a:solidFill>
                <a:latin typeface="Arial"/>
                <a:ea typeface="Arial"/>
                <a:cs typeface="Arial"/>
                <a:sym typeface="Arial"/>
              </a:rPr>
              <a:t> | Apple – Private &amp; Confidential </a:t>
            </a:r>
            <a:endParaRPr sz="600" b="0" i="0" u="none" strike="noStrike" cap="none">
              <a:solidFill>
                <a:schemeClr val="lt1"/>
              </a:solidFill>
              <a:latin typeface="Arial"/>
              <a:ea typeface="Arial"/>
              <a:cs typeface="Arial"/>
              <a:sym typeface="Arial"/>
            </a:endParaRPr>
          </a:p>
        </p:txBody>
      </p:sp>
      <p:sp>
        <p:nvSpPr>
          <p:cNvPr id="618" name="Google Shape;618;p7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Title Slide Black">
  <p:cSld name="Title Slide Black">
    <p:bg>
      <p:bgPr>
        <a:solidFill>
          <a:schemeClr val="dk1"/>
        </a:solidFill>
        <a:effectLst/>
      </p:bgPr>
    </p:bg>
    <p:spTree>
      <p:nvGrpSpPr>
        <p:cNvPr id="1" name="Shape 619"/>
        <p:cNvGrpSpPr/>
        <p:nvPr/>
      </p:nvGrpSpPr>
      <p:grpSpPr>
        <a:xfrm>
          <a:off x="0" y="0"/>
          <a:ext cx="0" cy="0"/>
          <a:chOff x="0" y="0"/>
          <a:chExt cx="0" cy="0"/>
        </a:xfrm>
      </p:grpSpPr>
      <p:sp>
        <p:nvSpPr>
          <p:cNvPr id="620" name="Google Shape;620;p73"/>
          <p:cNvSpPr txBox="1">
            <a:spLocks noGrp="1"/>
          </p:cNvSpPr>
          <p:nvPr>
            <p:ph type="ctrTitle"/>
          </p:nvPr>
        </p:nvSpPr>
        <p:spPr>
          <a:xfrm>
            <a:off x="308216" y="2032600"/>
            <a:ext cx="4263785" cy="332399"/>
          </a:xfrm>
          <a:prstGeom prst="rect">
            <a:avLst/>
          </a:prstGeom>
          <a:noFill/>
          <a:ln>
            <a:noFill/>
          </a:ln>
        </p:spPr>
        <p:txBody>
          <a:bodyPr spcFirstLastPara="1" wrap="square" lIns="91425" tIns="91425" rIns="91425" bIns="91425" anchor="t" anchorCtr="0"/>
          <a:lstStyle>
            <a:lvl1pPr marR="0" lvl="0" algn="l">
              <a:lnSpc>
                <a:spcPct val="90000"/>
              </a:lnSpc>
              <a:spcBef>
                <a:spcPts val="450"/>
              </a:spcBef>
              <a:spcAft>
                <a:spcPts val="0"/>
              </a:spcAft>
              <a:buClr>
                <a:schemeClr val="dk2"/>
              </a:buClr>
              <a:buSzPts val="2400"/>
              <a:buFont typeface="Georgia"/>
              <a:buNone/>
              <a:defRPr sz="2400" b="0" i="0" u="none" strike="noStrike" cap="none">
                <a:solidFill>
                  <a:schemeClr val="dk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1" name="Google Shape;621;p73"/>
          <p:cNvSpPr txBox="1">
            <a:spLocks noGrp="1"/>
          </p:cNvSpPr>
          <p:nvPr>
            <p:ph type="subTitle" idx="1"/>
          </p:nvPr>
        </p:nvSpPr>
        <p:spPr>
          <a:xfrm>
            <a:off x="308215" y="1350821"/>
            <a:ext cx="4257243" cy="664797"/>
          </a:xfrm>
          <a:prstGeom prst="rect">
            <a:avLst/>
          </a:prstGeom>
          <a:noFill/>
          <a:ln>
            <a:noFill/>
          </a:ln>
        </p:spPr>
        <p:txBody>
          <a:bodyPr spcFirstLastPara="1" wrap="square" lIns="91425" tIns="91425" rIns="91425" bIns="91425" anchor="b" anchorCtr="0"/>
          <a:lstStyle>
            <a:lvl1pPr marR="0" lvl="0" algn="l">
              <a:lnSpc>
                <a:spcPct val="90000"/>
              </a:lnSpc>
              <a:spcBef>
                <a:spcPts val="45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R="0" lvl="1" algn="ctr">
              <a:lnSpc>
                <a:spcPct val="100000"/>
              </a:lnSpc>
              <a:spcBef>
                <a:spcPts val="150"/>
              </a:spcBef>
              <a:spcAft>
                <a:spcPts val="0"/>
              </a:spcAft>
              <a:buClr>
                <a:srgbClr val="888888"/>
              </a:buClr>
              <a:buSzPts val="750"/>
              <a:buFont typeface="Noto Sans Symbols"/>
              <a:buNone/>
              <a:defRPr sz="750" b="0" i="0" u="none" strike="noStrike" cap="none">
                <a:solidFill>
                  <a:srgbClr val="888888"/>
                </a:solidFill>
                <a:latin typeface="Arial"/>
                <a:ea typeface="Arial"/>
                <a:cs typeface="Arial"/>
                <a:sym typeface="Arial"/>
              </a:defRPr>
            </a:lvl2pPr>
            <a:lvl3pPr marR="0" lvl="2" algn="ctr">
              <a:lnSpc>
                <a:spcPct val="100000"/>
              </a:lnSpc>
              <a:spcBef>
                <a:spcPts val="135"/>
              </a:spcBef>
              <a:spcAft>
                <a:spcPts val="0"/>
              </a:spcAft>
              <a:buClr>
                <a:srgbClr val="888888"/>
              </a:buClr>
              <a:buSzPts val="675"/>
              <a:buFont typeface="Arial"/>
              <a:buNone/>
              <a:defRPr sz="675" b="0" i="0" u="none" strike="noStrike" cap="none">
                <a:solidFill>
                  <a:srgbClr val="888888"/>
                </a:solidFill>
                <a:latin typeface="Arial"/>
                <a:ea typeface="Arial"/>
                <a:cs typeface="Arial"/>
                <a:sym typeface="Arial"/>
              </a:defRPr>
            </a:lvl3pPr>
            <a:lvl4pPr marR="0" lvl="3" algn="ctr">
              <a:lnSpc>
                <a:spcPct val="100000"/>
              </a:lnSpc>
              <a:spcBef>
                <a:spcPts val="120"/>
              </a:spcBef>
              <a:spcAft>
                <a:spcPts val="0"/>
              </a:spcAft>
              <a:buClr>
                <a:srgbClr val="888888"/>
              </a:buClr>
              <a:buSzPts val="600"/>
              <a:buFont typeface="Arial"/>
              <a:buNone/>
              <a:defRPr sz="600" b="0" i="0" u="none" strike="noStrike" cap="none">
                <a:solidFill>
                  <a:srgbClr val="888888"/>
                </a:solidFill>
                <a:latin typeface="Arial"/>
                <a:ea typeface="Arial"/>
                <a:cs typeface="Arial"/>
                <a:sym typeface="Arial"/>
              </a:defRPr>
            </a:lvl4pPr>
            <a:lvl5pPr marR="0" lvl="4" algn="ctr">
              <a:lnSpc>
                <a:spcPct val="100000"/>
              </a:lnSpc>
              <a:spcBef>
                <a:spcPts val="105"/>
              </a:spcBef>
              <a:spcAft>
                <a:spcPts val="0"/>
              </a:spcAft>
              <a:buClr>
                <a:srgbClr val="888888"/>
              </a:buClr>
              <a:buSzPts val="525"/>
              <a:buFont typeface="Arial"/>
              <a:buNone/>
              <a:defRPr sz="525"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622" name="Google Shape;622;p73"/>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3" name="Google Shape;623;p73"/>
          <p:cNvSpPr txBox="1">
            <a:spLocks noGrp="1"/>
          </p:cNvSpPr>
          <p:nvPr>
            <p:ph type="ftr" idx="11"/>
          </p:nvPr>
        </p:nvSpPr>
        <p:spPr>
          <a:xfrm>
            <a:off x="191323" y="5745627"/>
            <a:ext cx="2895600" cy="6925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4" name="Google Shape;624;p73"/>
          <p:cNvSpPr txBox="1">
            <a:spLocks noGrp="1"/>
          </p:cNvSpPr>
          <p:nvPr>
            <p:ph type="sldNum" idx="12"/>
          </p:nvPr>
        </p:nvSpPr>
        <p:spPr>
          <a:xfrm>
            <a:off x="6700839" y="5442944"/>
            <a:ext cx="2133600" cy="92333"/>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25" name="Google Shape;625;p73"/>
          <p:cNvSpPr txBox="1">
            <a:spLocks noGrp="1"/>
          </p:cNvSpPr>
          <p:nvPr>
            <p:ph type="body" idx="2"/>
          </p:nvPr>
        </p:nvSpPr>
        <p:spPr>
          <a:xfrm>
            <a:off x="309564" y="380357"/>
            <a:ext cx="3424237" cy="16158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26" name="Google Shape;626;p73"/>
          <p:cNvSpPr txBox="1">
            <a:spLocks noGrp="1"/>
          </p:cNvSpPr>
          <p:nvPr>
            <p:ph type="body" idx="3"/>
          </p:nvPr>
        </p:nvSpPr>
        <p:spPr>
          <a:xfrm>
            <a:off x="6869682" y="4499654"/>
            <a:ext cx="1940935" cy="184666"/>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lt1"/>
              </a:buClr>
              <a:buSzPts val="600"/>
              <a:buFont typeface="Arial"/>
              <a:buNone/>
              <a:defRPr sz="600" b="0" i="0" u="none" strike="noStrike" cap="none">
                <a:solidFill>
                  <a:schemeClr val="lt1"/>
                </a:solidFill>
                <a:latin typeface="Georgia"/>
                <a:ea typeface="Georgia"/>
                <a:cs typeface="Georgia"/>
                <a:sym typeface="Georgia"/>
              </a:defRPr>
            </a:lvl1pPr>
            <a:lvl2pPr marL="914400" marR="0" lvl="1" indent="-228600" algn="r">
              <a:lnSpc>
                <a:spcPct val="100000"/>
              </a:lnSpc>
              <a:spcBef>
                <a:spcPts val="0"/>
              </a:spcBef>
              <a:spcAft>
                <a:spcPts val="0"/>
              </a:spcAft>
              <a:buClr>
                <a:schemeClr val="lt1"/>
              </a:buClr>
              <a:buSzPts val="600"/>
              <a:buFont typeface="Noto Sans Symbols"/>
              <a:buNone/>
              <a:defRPr sz="600" b="0" i="1" u="none" strike="noStrike" cap="none">
                <a:solidFill>
                  <a:schemeClr val="lt1"/>
                </a:solidFill>
                <a:latin typeface="Georgia"/>
                <a:ea typeface="Georgia"/>
                <a:cs typeface="Georgia"/>
                <a:sym typeface="Georgia"/>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27" name="Google Shape;627;p73"/>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pic>
        <p:nvPicPr>
          <p:cNvPr id="628" name="Google Shape;628;p73" descr="C:\Users\OFFICE~1\AppData\Local\Temp\vmware-Office ROI\VMwareDnD\d95b34d1\pwc_logo_white.png"/>
          <p:cNvPicPr preferRelativeResize="0"/>
          <p:nvPr/>
        </p:nvPicPr>
        <p:blipFill rotWithShape="1">
          <a:blip r:embed="rId2">
            <a:alphaModFix/>
          </a:blip>
          <a:srcRect/>
          <a:stretch/>
        </p:blipFill>
        <p:spPr>
          <a:xfrm>
            <a:off x="331093" y="4145769"/>
            <a:ext cx="768096" cy="583753"/>
          </a:xfrm>
          <a:prstGeom prst="rect">
            <a:avLst/>
          </a:prstGeom>
          <a:noFill/>
          <a:ln>
            <a:noFill/>
          </a:ln>
        </p:spPr>
      </p:pic>
    </p:spTree>
  </p:cSld>
  <p:clrMapOvr>
    <a:masterClrMapping/>
  </p:clrMapOvr>
  <p:transition spd="med">
    <p:fade thruBlk="1"/>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Experience 5">
  <p:cSld name="Experience 5">
    <p:bg>
      <p:bgPr>
        <a:solidFill>
          <a:schemeClr val="lt1"/>
        </a:solidFill>
        <a:effectLst/>
      </p:bgPr>
    </p:bg>
    <p:spTree>
      <p:nvGrpSpPr>
        <p:cNvPr id="1" name="Shape 629"/>
        <p:cNvGrpSpPr/>
        <p:nvPr/>
      </p:nvGrpSpPr>
      <p:grpSpPr>
        <a:xfrm>
          <a:off x="0" y="0"/>
          <a:ext cx="0" cy="0"/>
          <a:chOff x="0" y="0"/>
          <a:chExt cx="0" cy="0"/>
        </a:xfrm>
      </p:grpSpPr>
      <p:sp>
        <p:nvSpPr>
          <p:cNvPr id="630" name="Google Shape;630;p74"/>
          <p:cNvSpPr/>
          <p:nvPr/>
        </p:nvSpPr>
        <p:spPr>
          <a:xfrm>
            <a:off x="1588" y="1588"/>
            <a:ext cx="1587" cy="1587"/>
          </a:xfrm>
          <a:prstGeom prst="rect">
            <a:avLst/>
          </a:prstGeom>
          <a:solidFill>
            <a:srgbClr val="FFFFFF"/>
          </a:solidFill>
          <a:ln>
            <a:noFill/>
          </a:ln>
        </p:spPr>
      </p:sp>
      <p:sp>
        <p:nvSpPr>
          <p:cNvPr id="631" name="Google Shape;631;p74"/>
          <p:cNvSpPr txBox="1">
            <a:spLocks noGrp="1"/>
          </p:cNvSpPr>
          <p:nvPr>
            <p:ph type="title"/>
          </p:nvPr>
        </p:nvSpPr>
        <p:spPr>
          <a:xfrm>
            <a:off x="305502" y="1861402"/>
            <a:ext cx="2458325" cy="203133"/>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dk1"/>
              </a:buClr>
              <a:buSzPts val="1200"/>
              <a:buFont typeface="Georgia"/>
              <a:buNone/>
              <a:defRPr sz="12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2" name="Google Shape;632;p74"/>
          <p:cNvSpPr txBox="1">
            <a:spLocks noGrp="1"/>
          </p:cNvSpPr>
          <p:nvPr>
            <p:ph type="body" idx="1"/>
          </p:nvPr>
        </p:nvSpPr>
        <p:spPr>
          <a:xfrm>
            <a:off x="311946" y="3424659"/>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633" name="Google Shape;633;p74"/>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34" name="Google Shape;634;p74"/>
          <p:cNvSpPr/>
          <p:nvPr/>
        </p:nvSpPr>
        <p:spPr>
          <a:xfrm rot="-5400000">
            <a:off x="169929"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635" name="Google Shape;635;p74"/>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636" name="Google Shape;636;p74"/>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37"/>
        <p:cNvGrpSpPr/>
        <p:nvPr/>
      </p:nvGrpSpPr>
      <p:grpSpPr>
        <a:xfrm>
          <a:off x="0" y="0"/>
          <a:ext cx="0" cy="0"/>
          <a:chOff x="0" y="0"/>
          <a:chExt cx="0" cy="0"/>
        </a:xfrm>
      </p:grpSpPr>
      <p:sp>
        <p:nvSpPr>
          <p:cNvPr id="638" name="Google Shape;638;p75"/>
          <p:cNvSpPr/>
          <p:nvPr/>
        </p:nvSpPr>
        <p:spPr>
          <a:xfrm>
            <a:off x="1588" y="1588"/>
            <a:ext cx="1587" cy="1587"/>
          </a:xfrm>
          <a:prstGeom prst="rect">
            <a:avLst/>
          </a:prstGeom>
          <a:solidFill>
            <a:srgbClr val="FFFFFF"/>
          </a:solidFill>
          <a:ln>
            <a:noFill/>
          </a:ln>
        </p:spPr>
      </p:sp>
      <p:sp>
        <p:nvSpPr>
          <p:cNvPr id="639" name="Google Shape;639;p75"/>
          <p:cNvSpPr txBox="1">
            <a:spLocks noGrp="1"/>
          </p:cNvSpPr>
          <p:nvPr>
            <p:ph type="title"/>
          </p:nvPr>
        </p:nvSpPr>
        <p:spPr>
          <a:xfrm>
            <a:off x="309563" y="452648"/>
            <a:ext cx="8524875" cy="230832"/>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0" name="Google Shape;640;p75"/>
          <p:cNvSpPr txBox="1">
            <a:spLocks noGrp="1"/>
          </p:cNvSpPr>
          <p:nvPr>
            <p:ph type="body" idx="1"/>
          </p:nvPr>
        </p:nvSpPr>
        <p:spPr>
          <a:xfrm>
            <a:off x="309563" y="1327149"/>
            <a:ext cx="7049181" cy="690189"/>
          </a:xfrm>
          <a:prstGeom prst="rect">
            <a:avLst/>
          </a:prstGeom>
          <a:noFill/>
          <a:ln>
            <a:noFill/>
          </a:ln>
        </p:spPr>
        <p:txBody>
          <a:bodyPr spcFirstLastPara="1" wrap="square" lIns="91425" tIns="91425" rIns="91425" bIns="91425" anchor="t" anchorCtr="0"/>
          <a:lstStyle>
            <a:lvl1pPr marL="457200" marR="0" lvl="0" indent="-228600" algn="l">
              <a:lnSpc>
                <a:spcPct val="95000"/>
              </a:lnSpc>
              <a:spcBef>
                <a:spcPts val="300"/>
              </a:spcBef>
              <a:spcAft>
                <a:spcPts val="0"/>
              </a:spcAft>
              <a:buClr>
                <a:schemeClr val="lt2"/>
              </a:buClr>
              <a:buSzPts val="1500"/>
              <a:buFont typeface="Arial"/>
              <a:buNone/>
              <a:defRPr sz="1500" b="0" i="0" u="none" strike="noStrike" cap="none">
                <a:solidFill>
                  <a:schemeClr val="lt2"/>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41" name="Google Shape;641;p75"/>
          <p:cNvSpPr txBox="1">
            <a:spLocks noGrp="1"/>
          </p:cNvSpPr>
          <p:nvPr>
            <p:ph type="sldNum" idx="12"/>
          </p:nvPr>
        </p:nvSpPr>
        <p:spPr>
          <a:xfrm>
            <a:off x="6892031" y="5008984"/>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Work Showcase">
  <p:cSld name="Work Showcase">
    <p:bg>
      <p:bgPr>
        <a:solidFill>
          <a:schemeClr val="lt1"/>
        </a:solidFill>
        <a:effectLst/>
      </p:bgPr>
    </p:bg>
    <p:spTree>
      <p:nvGrpSpPr>
        <p:cNvPr id="1" name="Shape 642"/>
        <p:cNvGrpSpPr/>
        <p:nvPr/>
      </p:nvGrpSpPr>
      <p:grpSpPr>
        <a:xfrm>
          <a:off x="0" y="0"/>
          <a:ext cx="0" cy="0"/>
          <a:chOff x="0" y="0"/>
          <a:chExt cx="0" cy="0"/>
        </a:xfrm>
      </p:grpSpPr>
      <p:sp>
        <p:nvSpPr>
          <p:cNvPr id="643" name="Google Shape;643;p76"/>
          <p:cNvSpPr/>
          <p:nvPr/>
        </p:nvSpPr>
        <p:spPr>
          <a:xfrm>
            <a:off x="7815418" y="-2877"/>
            <a:ext cx="1329287" cy="5156396"/>
          </a:xfrm>
          <a:custGeom>
            <a:avLst/>
            <a:gdLst/>
            <a:ahLst/>
            <a:cxnLst/>
            <a:rect l="l" t="t" r="r" b="b"/>
            <a:pathLst>
              <a:path w="120000" h="120000" extrusionOk="0">
                <a:moveTo>
                  <a:pt x="0" y="55"/>
                </a:moveTo>
                <a:lnTo>
                  <a:pt x="120000" y="0"/>
                </a:lnTo>
                <a:cubicBezTo>
                  <a:pt x="119928" y="39926"/>
                  <a:pt x="119641" y="79963"/>
                  <a:pt x="119570" y="119889"/>
                </a:cubicBezTo>
                <a:lnTo>
                  <a:pt x="215" y="119999"/>
                </a:lnTo>
                <a:cubicBezTo>
                  <a:pt x="207" y="116854"/>
                  <a:pt x="170" y="72660"/>
                  <a:pt x="199" y="62503"/>
                </a:cubicBezTo>
                <a:cubicBezTo>
                  <a:pt x="3461" y="61533"/>
                  <a:pt x="5321" y="60979"/>
                  <a:pt x="8434" y="60201"/>
                </a:cubicBezTo>
                <a:cubicBezTo>
                  <a:pt x="5313" y="59535"/>
                  <a:pt x="4082" y="59070"/>
                  <a:pt x="175" y="58281"/>
                </a:cubicBezTo>
                <a:cubicBezTo>
                  <a:pt x="116" y="38027"/>
                  <a:pt x="58" y="20309"/>
                  <a:pt x="0" y="5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644" name="Google Shape;644;p76"/>
          <p:cNvSpPr txBox="1">
            <a:spLocks noGrp="1"/>
          </p:cNvSpPr>
          <p:nvPr>
            <p:ph type="title"/>
          </p:nvPr>
        </p:nvSpPr>
        <p:spPr>
          <a:xfrm>
            <a:off x="362703" y="3249147"/>
            <a:ext cx="2458325" cy="203133"/>
          </a:xfrm>
          <a:prstGeom prst="rect">
            <a:avLst/>
          </a:prstGeom>
          <a:noFill/>
          <a:ln>
            <a:noFill/>
          </a:ln>
        </p:spPr>
        <p:txBody>
          <a:bodyPr spcFirstLastPara="1" wrap="square" lIns="91425" tIns="91425" rIns="91425" bIns="91425" anchor="b" anchorCtr="0"/>
          <a:lstStyle>
            <a:lvl1pPr marR="0" lvl="0" algn="ctr">
              <a:lnSpc>
                <a:spcPct val="110000"/>
              </a:lnSpc>
              <a:spcBef>
                <a:spcPts val="0"/>
              </a:spcBef>
              <a:spcAft>
                <a:spcPts val="0"/>
              </a:spcAft>
              <a:buClr>
                <a:schemeClr val="dk1"/>
              </a:buClr>
              <a:buSzPts val="1200"/>
              <a:buFont typeface="Georgia"/>
              <a:buNone/>
              <a:defRPr sz="12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5" name="Google Shape;645;p76"/>
          <p:cNvSpPr txBox="1">
            <a:spLocks noGrp="1"/>
          </p:cNvSpPr>
          <p:nvPr>
            <p:ph type="body" idx="1"/>
          </p:nvPr>
        </p:nvSpPr>
        <p:spPr>
          <a:xfrm>
            <a:off x="311946" y="3692783"/>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646" name="Google Shape;646;p76"/>
          <p:cNvSpPr txBox="1">
            <a:spLocks noGrp="1"/>
          </p:cNvSpPr>
          <p:nvPr>
            <p:ph type="body" idx="2"/>
          </p:nvPr>
        </p:nvSpPr>
        <p:spPr>
          <a:xfrm>
            <a:off x="3465490" y="385202"/>
            <a:ext cx="3725959" cy="445635"/>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800"/>
              </a:spcBef>
              <a:spcAft>
                <a:spcPts val="0"/>
              </a:spcAft>
              <a:buClr>
                <a:schemeClr val="dk2"/>
              </a:buClr>
              <a:buSzPts val="825"/>
              <a:buFont typeface="Arial"/>
              <a:buNone/>
              <a:defRPr sz="825" b="0" i="0" u="none" strike="noStrike" cap="none">
                <a:solidFill>
                  <a:schemeClr val="dk2"/>
                </a:solidFill>
                <a:latin typeface="Georgia"/>
                <a:ea typeface="Georgia"/>
                <a:cs typeface="Georgia"/>
                <a:sym typeface="Georgia"/>
              </a:defRPr>
            </a:lvl1pPr>
            <a:lvl2pPr marL="914400" marR="0" lvl="1" indent="-228600" algn="l">
              <a:lnSpc>
                <a:spcPct val="110000"/>
              </a:lnSpc>
              <a:spcBef>
                <a:spcPts val="450"/>
              </a:spcBef>
              <a:spcAft>
                <a:spcPts val="0"/>
              </a:spcAft>
              <a:buClr>
                <a:schemeClr val="lt2"/>
              </a:buClr>
              <a:buSzPts val="600"/>
              <a:buFont typeface="Noto Sans Symbols"/>
              <a:buNone/>
              <a:defRPr sz="600" b="0" i="0" u="none" strike="noStrike" cap="none">
                <a:solidFill>
                  <a:schemeClr val="lt2"/>
                </a:solidFill>
                <a:latin typeface="Arial"/>
                <a:ea typeface="Arial"/>
                <a:cs typeface="Arial"/>
                <a:sym typeface="Arial"/>
              </a:defRPr>
            </a:lvl2pPr>
            <a:lvl3pPr marL="1371600" marR="0" lvl="2" indent="-261937" algn="l">
              <a:lnSpc>
                <a:spcPct val="110000"/>
              </a:lnSpc>
              <a:spcBef>
                <a:spcPts val="450"/>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47" name="Google Shape;647;p76"/>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648" name="Google Shape;648;p76"/>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649" name="Google Shape;649;p76"/>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Title Slide black and white - two line">
  <p:cSld name="Title Slide black and white - two line">
    <p:spTree>
      <p:nvGrpSpPr>
        <p:cNvPr id="1" name="Shape 650"/>
        <p:cNvGrpSpPr/>
        <p:nvPr/>
      </p:nvGrpSpPr>
      <p:grpSpPr>
        <a:xfrm>
          <a:off x="0" y="0"/>
          <a:ext cx="0" cy="0"/>
          <a:chOff x="0" y="0"/>
          <a:chExt cx="0" cy="0"/>
        </a:xfrm>
      </p:grpSpPr>
      <p:sp>
        <p:nvSpPr>
          <p:cNvPr id="651" name="Google Shape;651;p77"/>
          <p:cNvSpPr/>
          <p:nvPr/>
        </p:nvSpPr>
        <p:spPr>
          <a:xfrm>
            <a:off x="1469" y="1193"/>
            <a:ext cx="1465" cy="119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77"/>
          <p:cNvSpPr/>
          <p:nvPr/>
        </p:nvSpPr>
        <p:spPr>
          <a:xfrm>
            <a:off x="0" y="0"/>
            <a:ext cx="9144000" cy="2565341"/>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cxnSp>
        <p:nvCxnSpPr>
          <p:cNvPr id="653" name="Google Shape;653;p77"/>
          <p:cNvCxnSpPr/>
          <p:nvPr/>
        </p:nvCxnSpPr>
        <p:spPr>
          <a:xfrm>
            <a:off x="0" y="2565341"/>
            <a:ext cx="9144000" cy="0"/>
          </a:xfrm>
          <a:prstGeom prst="straightConnector1">
            <a:avLst/>
          </a:prstGeom>
          <a:noFill/>
          <a:ln w="25400" cap="flat" cmpd="sng">
            <a:solidFill>
              <a:srgbClr val="000000"/>
            </a:solidFill>
            <a:prstDash val="solid"/>
            <a:round/>
            <a:headEnd type="none" w="sm" len="sm"/>
            <a:tailEnd type="none" w="sm" len="sm"/>
          </a:ln>
        </p:spPr>
      </p:cxnSp>
      <p:sp>
        <p:nvSpPr>
          <p:cNvPr id="654" name="Google Shape;654;p77"/>
          <p:cNvSpPr txBox="1">
            <a:spLocks noGrp="1"/>
          </p:cNvSpPr>
          <p:nvPr>
            <p:ph type="subTitle" idx="1"/>
          </p:nvPr>
        </p:nvSpPr>
        <p:spPr>
          <a:xfrm>
            <a:off x="2201863" y="2700589"/>
            <a:ext cx="6341668" cy="461665"/>
          </a:xfrm>
          <a:prstGeom prst="rect">
            <a:avLst/>
          </a:prstGeom>
          <a:noFill/>
          <a:ln>
            <a:noFill/>
          </a:ln>
        </p:spPr>
        <p:txBody>
          <a:bodyPr spcFirstLastPara="1" wrap="square" lIns="91425" tIns="91425" rIns="91425" bIns="91425" anchor="t" anchorCtr="0"/>
          <a:lstStyle>
            <a:lvl1pPr marR="0" lvl="0" algn="l">
              <a:lnSpc>
                <a:spcPct val="115015"/>
              </a:lnSpc>
              <a:spcBef>
                <a:spcPts val="450"/>
              </a:spcBef>
              <a:spcAft>
                <a:spcPts val="0"/>
              </a:spcAft>
              <a:buClr>
                <a:schemeClr val="accent2"/>
              </a:buClr>
              <a:buSzPts val="1400"/>
              <a:buFont typeface="Arial"/>
              <a:buNone/>
              <a:defRPr sz="3150" b="0" i="0" u="none" strike="noStrike" cap="none">
                <a:solidFill>
                  <a:srgbClr val="000000"/>
                </a:solidFill>
                <a:latin typeface="Arial"/>
                <a:ea typeface="Arial"/>
                <a:cs typeface="Arial"/>
                <a:sym typeface="Arial"/>
              </a:defRPr>
            </a:lvl1pPr>
            <a:lvl2pPr marR="0" lvl="1" algn="ctr">
              <a:lnSpc>
                <a:spcPct val="100000"/>
              </a:lnSpc>
              <a:spcBef>
                <a:spcPts val="280"/>
              </a:spcBef>
              <a:spcAft>
                <a:spcPts val="0"/>
              </a:spcAft>
              <a:buClr>
                <a:schemeClr val="accent2"/>
              </a:buClr>
              <a:buSzPts val="1400"/>
              <a:buFont typeface="Noto Sans Symbols"/>
              <a:buNone/>
              <a:defRPr sz="1400" b="0" i="0" u="none" strike="noStrike" cap="none">
                <a:solidFill>
                  <a:srgbClr val="888888"/>
                </a:solidFill>
                <a:latin typeface="Georgia"/>
                <a:ea typeface="Georgia"/>
                <a:cs typeface="Georgia"/>
                <a:sym typeface="Georgia"/>
              </a:defRPr>
            </a:lvl2pPr>
            <a:lvl3pPr marR="0" lvl="2" algn="ctr">
              <a:lnSpc>
                <a:spcPct val="100000"/>
              </a:lnSpc>
              <a:spcBef>
                <a:spcPts val="240"/>
              </a:spcBef>
              <a:spcAft>
                <a:spcPts val="0"/>
              </a:spcAft>
              <a:buClr>
                <a:schemeClr val="accent2"/>
              </a:buClr>
              <a:buSzPts val="1200"/>
              <a:buFont typeface="Arial"/>
              <a:buNone/>
              <a:defRPr sz="1200" b="0" i="0" u="none" strike="noStrike" cap="none">
                <a:solidFill>
                  <a:srgbClr val="888888"/>
                </a:solidFill>
                <a:latin typeface="Arial"/>
                <a:ea typeface="Arial"/>
                <a:cs typeface="Arial"/>
                <a:sym typeface="Arial"/>
              </a:defRPr>
            </a:lvl3pPr>
            <a:lvl4pPr marR="0" lvl="3" algn="ctr">
              <a:lnSpc>
                <a:spcPct val="100000"/>
              </a:lnSpc>
              <a:spcBef>
                <a:spcPts val="200"/>
              </a:spcBef>
              <a:spcAft>
                <a:spcPts val="0"/>
              </a:spcAft>
              <a:buClr>
                <a:schemeClr val="accent2"/>
              </a:buClr>
              <a:buSzPts val="1000"/>
              <a:buFont typeface="Arial"/>
              <a:buNone/>
              <a:defRPr sz="1000" b="0" i="0" u="none" strike="noStrike" cap="none">
                <a:solidFill>
                  <a:srgbClr val="888888"/>
                </a:solidFill>
                <a:latin typeface="Arial"/>
                <a:ea typeface="Arial"/>
                <a:cs typeface="Arial"/>
                <a:sym typeface="Arial"/>
              </a:defRPr>
            </a:lvl4pPr>
            <a:lvl5pPr marR="0" lvl="4" algn="ctr">
              <a:lnSpc>
                <a:spcPct val="100000"/>
              </a:lnSpc>
              <a:spcBef>
                <a:spcPts val="160"/>
              </a:spcBef>
              <a:spcAft>
                <a:spcPts val="0"/>
              </a:spcAft>
              <a:buClr>
                <a:schemeClr val="accent2"/>
              </a:buClr>
              <a:buSzPts val="700"/>
              <a:buFont typeface="Georgia"/>
              <a:buNone/>
              <a:defRPr sz="700" b="0" i="0" u="none" strike="noStrike" cap="none">
                <a:solidFill>
                  <a:srgbClr val="888888"/>
                </a:solidFill>
                <a:latin typeface="Georgia"/>
                <a:ea typeface="Georgia"/>
                <a:cs typeface="Georgia"/>
                <a:sym typeface="Georgia"/>
              </a:defRPr>
            </a:lvl5pPr>
            <a:lvl6pPr marR="0" lvl="5"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6pPr>
            <a:lvl7pPr marR="0" lvl="6"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7pPr>
            <a:lvl8pPr marR="0" lvl="7"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8pPr>
            <a:lvl9pPr marR="0" lvl="8" algn="ctr">
              <a:lnSpc>
                <a:spcPct val="100000"/>
              </a:lnSpc>
              <a:spcBef>
                <a:spcPts val="400"/>
              </a:spcBef>
              <a:spcAft>
                <a:spcPts val="0"/>
              </a:spcAft>
              <a:buClr>
                <a:schemeClr val="accent2"/>
              </a:buClr>
              <a:buSzPts val="2000"/>
              <a:buFont typeface="Arial"/>
              <a:buNone/>
              <a:defRPr sz="2000" b="0" i="0" u="none" strike="noStrike" cap="none">
                <a:solidFill>
                  <a:srgbClr val="888888"/>
                </a:solidFill>
                <a:latin typeface="Georgia"/>
                <a:ea typeface="Georgia"/>
                <a:cs typeface="Georgia"/>
                <a:sym typeface="Georgia"/>
              </a:defRPr>
            </a:lvl9pPr>
          </a:lstStyle>
          <a:p>
            <a:endParaRPr/>
          </a:p>
        </p:txBody>
      </p:sp>
      <p:sp>
        <p:nvSpPr>
          <p:cNvPr id="655" name="Google Shape;655;p77"/>
          <p:cNvSpPr txBox="1">
            <a:spLocks noGrp="1"/>
          </p:cNvSpPr>
          <p:nvPr>
            <p:ph type="ctrTitle"/>
          </p:nvPr>
        </p:nvSpPr>
        <p:spPr>
          <a:xfrm>
            <a:off x="2199564" y="1540669"/>
            <a:ext cx="6341668" cy="923330"/>
          </a:xfrm>
          <a:prstGeom prst="rect">
            <a:avLst/>
          </a:prstGeom>
          <a:noFill/>
          <a:ln>
            <a:noFill/>
          </a:ln>
        </p:spPr>
        <p:txBody>
          <a:bodyPr spcFirstLastPara="1" wrap="square" lIns="91425" tIns="91425" rIns="91425" bIns="91425" anchor="t" anchorCtr="0"/>
          <a:lstStyle>
            <a:lvl1pPr marR="0" lvl="0" algn="l">
              <a:lnSpc>
                <a:spcPct val="115015"/>
              </a:lnSpc>
              <a:spcBef>
                <a:spcPts val="450"/>
              </a:spcBef>
              <a:spcAft>
                <a:spcPts val="0"/>
              </a:spcAft>
              <a:buClr>
                <a:schemeClr val="accent2"/>
              </a:buClr>
              <a:buSzPts val="1400"/>
              <a:buFont typeface="Georgia"/>
              <a:buNone/>
              <a:defRPr sz="3150" b="0" i="1" u="none" strike="noStrike" cap="none">
                <a:solidFill>
                  <a:srgbClr val="FFFFFF"/>
                </a:solidFill>
                <a:latin typeface="Georgia"/>
                <a:ea typeface="Georgia"/>
                <a:cs typeface="Georgia"/>
                <a:sym typeface="Georgia"/>
              </a:defRPr>
            </a:lvl1pPr>
            <a:lvl2pPr lvl="1">
              <a:spcBef>
                <a:spcPts val="0"/>
              </a:spcBef>
              <a:spcAft>
                <a:spcPts val="0"/>
              </a:spcAft>
              <a:buClr>
                <a:srgbClr val="333332"/>
              </a:buClr>
              <a:buSzPts val="1400"/>
              <a:buFont typeface="Arial"/>
              <a:buNone/>
              <a:defRPr sz="1800">
                <a:solidFill>
                  <a:srgbClr val="333332"/>
                </a:solidFill>
              </a:defRPr>
            </a:lvl2pPr>
            <a:lvl3pPr lvl="2">
              <a:spcBef>
                <a:spcPts val="0"/>
              </a:spcBef>
              <a:spcAft>
                <a:spcPts val="0"/>
              </a:spcAft>
              <a:buClr>
                <a:srgbClr val="333332"/>
              </a:buClr>
              <a:buSzPts val="1400"/>
              <a:buFont typeface="Arial"/>
              <a:buNone/>
              <a:defRPr sz="1800">
                <a:solidFill>
                  <a:srgbClr val="333332"/>
                </a:solidFill>
              </a:defRPr>
            </a:lvl3pPr>
            <a:lvl4pPr lvl="3">
              <a:spcBef>
                <a:spcPts val="0"/>
              </a:spcBef>
              <a:spcAft>
                <a:spcPts val="0"/>
              </a:spcAft>
              <a:buClr>
                <a:srgbClr val="333332"/>
              </a:buClr>
              <a:buSzPts val="1400"/>
              <a:buFont typeface="Arial"/>
              <a:buNone/>
              <a:defRPr sz="1800">
                <a:solidFill>
                  <a:srgbClr val="333332"/>
                </a:solidFill>
              </a:defRPr>
            </a:lvl4pPr>
            <a:lvl5pPr lvl="4">
              <a:spcBef>
                <a:spcPts val="0"/>
              </a:spcBef>
              <a:spcAft>
                <a:spcPts val="0"/>
              </a:spcAft>
              <a:buClr>
                <a:srgbClr val="333332"/>
              </a:buClr>
              <a:buSzPts val="1400"/>
              <a:buFont typeface="Arial"/>
              <a:buNone/>
              <a:defRPr sz="1800">
                <a:solidFill>
                  <a:srgbClr val="333332"/>
                </a:solidFill>
              </a:defRPr>
            </a:lvl5pPr>
            <a:lvl6pPr lvl="5">
              <a:spcBef>
                <a:spcPts val="0"/>
              </a:spcBef>
              <a:spcAft>
                <a:spcPts val="0"/>
              </a:spcAft>
              <a:buClr>
                <a:srgbClr val="333332"/>
              </a:buClr>
              <a:buSzPts val="1400"/>
              <a:buFont typeface="Arial"/>
              <a:buNone/>
              <a:defRPr sz="1800">
                <a:solidFill>
                  <a:srgbClr val="333332"/>
                </a:solidFill>
              </a:defRPr>
            </a:lvl6pPr>
            <a:lvl7pPr lvl="6">
              <a:spcBef>
                <a:spcPts val="0"/>
              </a:spcBef>
              <a:spcAft>
                <a:spcPts val="0"/>
              </a:spcAft>
              <a:buClr>
                <a:srgbClr val="333332"/>
              </a:buClr>
              <a:buSzPts val="1400"/>
              <a:buFont typeface="Arial"/>
              <a:buNone/>
              <a:defRPr sz="1800">
                <a:solidFill>
                  <a:srgbClr val="333332"/>
                </a:solidFill>
              </a:defRPr>
            </a:lvl7pPr>
            <a:lvl8pPr lvl="7">
              <a:spcBef>
                <a:spcPts val="0"/>
              </a:spcBef>
              <a:spcAft>
                <a:spcPts val="0"/>
              </a:spcAft>
              <a:buClr>
                <a:srgbClr val="333332"/>
              </a:buClr>
              <a:buSzPts val="1400"/>
              <a:buFont typeface="Arial"/>
              <a:buNone/>
              <a:defRPr sz="1800">
                <a:solidFill>
                  <a:srgbClr val="333332"/>
                </a:solidFill>
              </a:defRPr>
            </a:lvl8pPr>
            <a:lvl9pPr lvl="8">
              <a:spcBef>
                <a:spcPts val="0"/>
              </a:spcBef>
              <a:spcAft>
                <a:spcPts val="0"/>
              </a:spcAft>
              <a:buClr>
                <a:srgbClr val="333332"/>
              </a:buClr>
              <a:buSzPts val="1400"/>
              <a:buFont typeface="Arial"/>
              <a:buNone/>
              <a:defRPr sz="1800">
                <a:solidFill>
                  <a:srgbClr val="333332"/>
                </a:solidFill>
              </a:defRPr>
            </a:lvl9pPr>
          </a:lstStyle>
          <a:p>
            <a:endParaRPr/>
          </a:p>
        </p:txBody>
      </p:sp>
      <p:cxnSp>
        <p:nvCxnSpPr>
          <p:cNvPr id="656" name="Google Shape;656;p77"/>
          <p:cNvCxnSpPr/>
          <p:nvPr/>
        </p:nvCxnSpPr>
        <p:spPr>
          <a:xfrm rot="10800000" flipH="1">
            <a:off x="2022897" y="1456043"/>
            <a:ext cx="6516000" cy="135000"/>
          </a:xfrm>
          <a:prstGeom prst="bentConnector2">
            <a:avLst/>
          </a:prstGeom>
          <a:noFill/>
          <a:ln w="9525" cap="flat" cmpd="sng">
            <a:solidFill>
              <a:srgbClr val="FFFFFF"/>
            </a:solidFill>
            <a:prstDash val="solid"/>
            <a:round/>
            <a:headEnd type="none" w="sm" len="sm"/>
            <a:tailEnd type="none" w="sm" len="sm"/>
          </a:ln>
        </p:spPr>
      </p:cxnSp>
      <p:sp>
        <p:nvSpPr>
          <p:cNvPr id="657" name="Google Shape;657;p77"/>
          <p:cNvSpPr txBox="1">
            <a:spLocks noGrp="1"/>
          </p:cNvSpPr>
          <p:nvPr>
            <p:ph type="body" idx="2"/>
          </p:nvPr>
        </p:nvSpPr>
        <p:spPr>
          <a:xfrm>
            <a:off x="3204393" y="508319"/>
            <a:ext cx="936154" cy="12824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sp>
        <p:nvSpPr>
          <p:cNvPr id="658" name="Google Shape;658;p77"/>
          <p:cNvSpPr txBox="1">
            <a:spLocks noGrp="1"/>
          </p:cNvSpPr>
          <p:nvPr>
            <p:ph type="body" idx="3"/>
          </p:nvPr>
        </p:nvSpPr>
        <p:spPr>
          <a:xfrm>
            <a:off x="5031106" y="508319"/>
            <a:ext cx="1431482" cy="12824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sp>
        <p:nvSpPr>
          <p:cNvPr id="659" name="Google Shape;659;p77"/>
          <p:cNvSpPr txBox="1">
            <a:spLocks noGrp="1"/>
          </p:cNvSpPr>
          <p:nvPr>
            <p:ph type="body" idx="4"/>
          </p:nvPr>
        </p:nvSpPr>
        <p:spPr>
          <a:xfrm>
            <a:off x="7556996" y="508319"/>
            <a:ext cx="963405" cy="128240"/>
          </a:xfrm>
          <a:prstGeom prst="rect">
            <a:avLst/>
          </a:prstGeom>
          <a:noFill/>
          <a:ln>
            <a:noFill/>
          </a:ln>
        </p:spPr>
        <p:txBody>
          <a:bodyPr spcFirstLastPara="1" wrap="square" lIns="91425" tIns="91425" rIns="91425" bIns="91425" anchor="t" anchorCtr="0"/>
          <a:lstStyle>
            <a:lvl1pPr marL="457200" marR="0" lvl="0" indent="-228600" algn="r">
              <a:lnSpc>
                <a:spcPct val="120000"/>
              </a:lnSpc>
              <a:spcBef>
                <a:spcPts val="360"/>
              </a:spcBef>
              <a:spcAft>
                <a:spcPts val="0"/>
              </a:spcAft>
              <a:buClr>
                <a:schemeClr val="accent2"/>
              </a:buClr>
              <a:buSzPts val="1400"/>
              <a:buFont typeface="Arial"/>
              <a:buNone/>
              <a:defRPr sz="825" b="0" i="0" u="none" strike="noStrike" cap="none">
                <a:solidFill>
                  <a:srgbClr val="FFFFFF"/>
                </a:solidFill>
                <a:latin typeface="Georgia"/>
                <a:ea typeface="Georgia"/>
                <a:cs typeface="Georgia"/>
                <a:sym typeface="Georgia"/>
              </a:defRPr>
            </a:lvl1pPr>
            <a:lvl2pPr marL="914400" marR="0" lvl="1" indent="-317500" algn="l">
              <a:lnSpc>
                <a:spcPct val="100000"/>
              </a:lnSpc>
              <a:spcBef>
                <a:spcPts val="280"/>
              </a:spcBef>
              <a:spcAft>
                <a:spcPts val="0"/>
              </a:spcAft>
              <a:buClr>
                <a:schemeClr val="accent2"/>
              </a:buClr>
              <a:buSzPts val="1400"/>
              <a:buFont typeface="Noto Sans Symbols"/>
              <a:buChar char="■"/>
              <a:defRPr sz="1400" b="0" i="0" u="none" strike="noStrike" cap="none">
                <a:solidFill>
                  <a:schemeClr val="accent2"/>
                </a:solidFill>
                <a:latin typeface="Georgia"/>
                <a:ea typeface="Georgia"/>
                <a:cs typeface="Georgia"/>
                <a:sym typeface="Georgia"/>
              </a:defRPr>
            </a:lvl2pPr>
            <a:lvl3pPr marL="1371600" marR="0" lvl="2" indent="-304800" algn="l">
              <a:lnSpc>
                <a:spcPct val="100000"/>
              </a:lnSpc>
              <a:spcBef>
                <a:spcPts val="240"/>
              </a:spcBef>
              <a:spcAft>
                <a:spcPts val="0"/>
              </a:spcAft>
              <a:buClr>
                <a:schemeClr val="accent2"/>
              </a:buClr>
              <a:buSzPts val="1200"/>
              <a:buFont typeface="Arial"/>
              <a:buChar char="—"/>
              <a:defRPr sz="1200" b="0" i="0" u="none" strike="noStrike" cap="none">
                <a:solidFill>
                  <a:schemeClr val="accent2"/>
                </a:solidFill>
                <a:latin typeface="Arial"/>
                <a:ea typeface="Arial"/>
                <a:cs typeface="Arial"/>
                <a:sym typeface="Arial"/>
              </a:defRPr>
            </a:lvl3pPr>
            <a:lvl4pPr marL="1828800" marR="0" lvl="3" indent="-292100" algn="l">
              <a:lnSpc>
                <a:spcPct val="100000"/>
              </a:lnSpc>
              <a:spcBef>
                <a:spcPts val="200"/>
              </a:spcBef>
              <a:spcAft>
                <a:spcPts val="0"/>
              </a:spcAft>
              <a:buClr>
                <a:schemeClr val="accent2"/>
              </a:buClr>
              <a:buSzPts val="1000"/>
              <a:buFont typeface="Arial"/>
              <a:buChar char="●"/>
              <a:defRPr sz="1000" b="0" i="0" u="none" strike="noStrike" cap="none">
                <a:solidFill>
                  <a:schemeClr val="accent2"/>
                </a:solidFill>
                <a:latin typeface="Arial"/>
                <a:ea typeface="Arial"/>
                <a:cs typeface="Arial"/>
                <a:sym typeface="Arial"/>
              </a:defRPr>
            </a:lvl4pPr>
            <a:lvl5pPr marL="2286000" marR="0" lvl="4" indent="-273050" algn="l">
              <a:lnSpc>
                <a:spcPct val="100000"/>
              </a:lnSpc>
              <a:spcBef>
                <a:spcPts val="160"/>
              </a:spcBef>
              <a:spcAft>
                <a:spcPts val="0"/>
              </a:spcAft>
              <a:buClr>
                <a:schemeClr val="accent2"/>
              </a:buClr>
              <a:buSzPts val="700"/>
              <a:buFont typeface="Georgia"/>
              <a:buChar char="–"/>
              <a:defRPr sz="700" b="0" i="0" u="none" strike="noStrike" cap="none">
                <a:solidFill>
                  <a:schemeClr val="accent2"/>
                </a:solidFill>
                <a:latin typeface="Georgia"/>
                <a:ea typeface="Georgia"/>
                <a:cs typeface="Georgia"/>
                <a:sym typeface="Georgia"/>
              </a:defRPr>
            </a:lvl5pPr>
            <a:lvl6pPr marL="2743200" marR="0" lvl="5"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6pPr>
            <a:lvl7pPr marL="3200400" marR="0" lvl="6"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7pPr>
            <a:lvl8pPr marL="3657600" marR="0" lvl="7"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8pPr>
            <a:lvl9pPr marL="4114800" marR="0" lvl="8" indent="-355600" algn="l">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Georgia"/>
                <a:ea typeface="Georgia"/>
                <a:cs typeface="Georgia"/>
                <a:sym typeface="Georgia"/>
              </a:defRPr>
            </a:lvl9pPr>
          </a:lstStyle>
          <a:p>
            <a:endParaRPr/>
          </a:p>
        </p:txBody>
      </p:sp>
      <p:pic>
        <p:nvPicPr>
          <p:cNvPr id="660" name="Google Shape;660;p77"/>
          <p:cNvPicPr preferRelativeResize="0"/>
          <p:nvPr/>
        </p:nvPicPr>
        <p:blipFill rotWithShape="1">
          <a:blip r:embed="rId2">
            <a:alphaModFix/>
          </a:blip>
          <a:srcRect/>
          <a:stretch/>
        </p:blipFill>
        <p:spPr>
          <a:xfrm>
            <a:off x="669072" y="2383358"/>
            <a:ext cx="428037" cy="378000"/>
          </a:xfrm>
          <a:prstGeom prst="rect">
            <a:avLst/>
          </a:prstGeom>
          <a:noFill/>
          <a:ln>
            <a:noFill/>
          </a:ln>
        </p:spPr>
      </p:pic>
      <p:pic>
        <p:nvPicPr>
          <p:cNvPr id="661" name="Google Shape;661;p77"/>
          <p:cNvPicPr preferRelativeResize="0"/>
          <p:nvPr/>
        </p:nvPicPr>
        <p:blipFill rotWithShape="1">
          <a:blip r:embed="rId3">
            <a:alphaModFix/>
          </a:blip>
          <a:srcRect/>
          <a:stretch/>
        </p:blipFill>
        <p:spPr>
          <a:xfrm>
            <a:off x="847493" y="4011216"/>
            <a:ext cx="961294" cy="692642"/>
          </a:xfrm>
          <a:prstGeom prst="rect">
            <a:avLst/>
          </a:prstGeom>
          <a:noFill/>
          <a:ln>
            <a:noFill/>
          </a:ln>
        </p:spPr>
      </p:pic>
      <p:pic>
        <p:nvPicPr>
          <p:cNvPr id="662" name="Google Shape;662;p77"/>
          <p:cNvPicPr preferRelativeResize="0"/>
          <p:nvPr/>
        </p:nvPicPr>
        <p:blipFill rotWithShape="1">
          <a:blip r:embed="rId4">
            <a:alphaModFix/>
          </a:blip>
          <a:srcRect/>
          <a:stretch/>
        </p:blipFill>
        <p:spPr>
          <a:xfrm>
            <a:off x="596901" y="438150"/>
            <a:ext cx="1602663" cy="29382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Title Slide White">
  <p:cSld name="Title Slide White">
    <p:bg>
      <p:bgPr>
        <a:solidFill>
          <a:schemeClr val="lt1"/>
        </a:solidFill>
        <a:effectLst/>
      </p:bgPr>
    </p:bg>
    <p:spTree>
      <p:nvGrpSpPr>
        <p:cNvPr id="1" name="Shape 663"/>
        <p:cNvGrpSpPr/>
        <p:nvPr/>
      </p:nvGrpSpPr>
      <p:grpSpPr>
        <a:xfrm>
          <a:off x="0" y="0"/>
          <a:ext cx="0" cy="0"/>
          <a:chOff x="0" y="0"/>
          <a:chExt cx="0" cy="0"/>
        </a:xfrm>
      </p:grpSpPr>
      <p:sp>
        <p:nvSpPr>
          <p:cNvPr id="664" name="Google Shape;664;p78"/>
          <p:cNvSpPr txBox="1">
            <a:spLocks noGrp="1"/>
          </p:cNvSpPr>
          <p:nvPr>
            <p:ph type="ctrTitle"/>
          </p:nvPr>
        </p:nvSpPr>
        <p:spPr>
          <a:xfrm>
            <a:off x="308216" y="2032600"/>
            <a:ext cx="4263785" cy="332399"/>
          </a:xfrm>
          <a:prstGeom prst="rect">
            <a:avLst/>
          </a:prstGeom>
          <a:noFill/>
          <a:ln>
            <a:noFill/>
          </a:ln>
        </p:spPr>
        <p:txBody>
          <a:bodyPr spcFirstLastPara="1" wrap="square" lIns="91425" tIns="91425" rIns="91425" bIns="91425" anchor="t" anchorCtr="0"/>
          <a:lstStyle>
            <a:lvl1pPr marR="0" lvl="0" algn="l">
              <a:lnSpc>
                <a:spcPct val="90000"/>
              </a:lnSpc>
              <a:spcBef>
                <a:spcPts val="450"/>
              </a:spcBef>
              <a:spcAft>
                <a:spcPts val="0"/>
              </a:spcAft>
              <a:buClr>
                <a:schemeClr val="dk2"/>
              </a:buClr>
              <a:buSzPts val="2400"/>
              <a:buFont typeface="Georgia"/>
              <a:buNone/>
              <a:defRPr sz="2400" b="0" i="0" u="none" strike="noStrike" cap="none">
                <a:solidFill>
                  <a:schemeClr val="dk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5" name="Google Shape;665;p78"/>
          <p:cNvSpPr txBox="1">
            <a:spLocks noGrp="1"/>
          </p:cNvSpPr>
          <p:nvPr>
            <p:ph type="subTitle" idx="1"/>
          </p:nvPr>
        </p:nvSpPr>
        <p:spPr>
          <a:xfrm>
            <a:off x="308215" y="1350821"/>
            <a:ext cx="4257243" cy="664797"/>
          </a:xfrm>
          <a:prstGeom prst="rect">
            <a:avLst/>
          </a:prstGeom>
          <a:noFill/>
          <a:ln>
            <a:noFill/>
          </a:ln>
        </p:spPr>
        <p:txBody>
          <a:bodyPr spcFirstLastPara="1" wrap="square" lIns="91425" tIns="91425" rIns="91425" bIns="91425" anchor="b" anchorCtr="0"/>
          <a:lstStyle>
            <a:lvl1pPr marR="0" lvl="0" algn="l">
              <a:lnSpc>
                <a:spcPct val="90000"/>
              </a:lnSpc>
              <a:spcBef>
                <a:spcPts val="450"/>
              </a:spcBef>
              <a:spcAft>
                <a:spcPts val="0"/>
              </a:spcAft>
              <a:buClr>
                <a:schemeClr val="dk1"/>
              </a:buClr>
              <a:buSzPts val="2400"/>
              <a:buFont typeface="Arial"/>
              <a:buNone/>
              <a:defRPr sz="2400" b="0" i="0" u="none" strike="noStrike" cap="none">
                <a:solidFill>
                  <a:schemeClr val="dk1"/>
                </a:solidFill>
                <a:latin typeface="Georgia"/>
                <a:ea typeface="Georgia"/>
                <a:cs typeface="Georgia"/>
                <a:sym typeface="Georgia"/>
              </a:defRPr>
            </a:lvl1pPr>
            <a:lvl2pPr marR="0" lvl="1" algn="ctr">
              <a:lnSpc>
                <a:spcPct val="100000"/>
              </a:lnSpc>
              <a:spcBef>
                <a:spcPts val="150"/>
              </a:spcBef>
              <a:spcAft>
                <a:spcPts val="0"/>
              </a:spcAft>
              <a:buClr>
                <a:srgbClr val="888888"/>
              </a:buClr>
              <a:buSzPts val="750"/>
              <a:buFont typeface="Noto Sans Symbols"/>
              <a:buNone/>
              <a:defRPr sz="750" b="0" i="0" u="none" strike="noStrike" cap="none">
                <a:solidFill>
                  <a:srgbClr val="888888"/>
                </a:solidFill>
                <a:latin typeface="Arial"/>
                <a:ea typeface="Arial"/>
                <a:cs typeface="Arial"/>
                <a:sym typeface="Arial"/>
              </a:defRPr>
            </a:lvl2pPr>
            <a:lvl3pPr marR="0" lvl="2" algn="ctr">
              <a:lnSpc>
                <a:spcPct val="100000"/>
              </a:lnSpc>
              <a:spcBef>
                <a:spcPts val="135"/>
              </a:spcBef>
              <a:spcAft>
                <a:spcPts val="0"/>
              </a:spcAft>
              <a:buClr>
                <a:srgbClr val="888888"/>
              </a:buClr>
              <a:buSzPts val="675"/>
              <a:buFont typeface="Arial"/>
              <a:buNone/>
              <a:defRPr sz="675" b="0" i="0" u="none" strike="noStrike" cap="none">
                <a:solidFill>
                  <a:srgbClr val="888888"/>
                </a:solidFill>
                <a:latin typeface="Arial"/>
                <a:ea typeface="Arial"/>
                <a:cs typeface="Arial"/>
                <a:sym typeface="Arial"/>
              </a:defRPr>
            </a:lvl3pPr>
            <a:lvl4pPr marR="0" lvl="3" algn="ctr">
              <a:lnSpc>
                <a:spcPct val="100000"/>
              </a:lnSpc>
              <a:spcBef>
                <a:spcPts val="120"/>
              </a:spcBef>
              <a:spcAft>
                <a:spcPts val="0"/>
              </a:spcAft>
              <a:buClr>
                <a:srgbClr val="888888"/>
              </a:buClr>
              <a:buSzPts val="600"/>
              <a:buFont typeface="Arial"/>
              <a:buNone/>
              <a:defRPr sz="600" b="0" i="0" u="none" strike="noStrike" cap="none">
                <a:solidFill>
                  <a:srgbClr val="888888"/>
                </a:solidFill>
                <a:latin typeface="Arial"/>
                <a:ea typeface="Arial"/>
                <a:cs typeface="Arial"/>
                <a:sym typeface="Arial"/>
              </a:defRPr>
            </a:lvl4pPr>
            <a:lvl5pPr marR="0" lvl="4" algn="ctr">
              <a:lnSpc>
                <a:spcPct val="100000"/>
              </a:lnSpc>
              <a:spcBef>
                <a:spcPts val="105"/>
              </a:spcBef>
              <a:spcAft>
                <a:spcPts val="0"/>
              </a:spcAft>
              <a:buClr>
                <a:srgbClr val="888888"/>
              </a:buClr>
              <a:buSzPts val="525"/>
              <a:buFont typeface="Arial"/>
              <a:buNone/>
              <a:defRPr sz="525"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666" name="Google Shape;666;p78"/>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67" name="Google Shape;667;p78"/>
          <p:cNvSpPr txBox="1">
            <a:spLocks noGrp="1"/>
          </p:cNvSpPr>
          <p:nvPr>
            <p:ph type="ftr" idx="11"/>
          </p:nvPr>
        </p:nvSpPr>
        <p:spPr>
          <a:xfrm>
            <a:off x="301671" y="5786723"/>
            <a:ext cx="2895600" cy="6925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68" name="Google Shape;668;p78"/>
          <p:cNvSpPr txBox="1">
            <a:spLocks noGrp="1"/>
          </p:cNvSpPr>
          <p:nvPr>
            <p:ph type="sldNum" idx="12"/>
          </p:nvPr>
        </p:nvSpPr>
        <p:spPr>
          <a:xfrm>
            <a:off x="6680291" y="5514861"/>
            <a:ext cx="2133600" cy="92333"/>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69" name="Google Shape;669;p78"/>
          <p:cNvSpPr txBox="1">
            <a:spLocks noGrp="1"/>
          </p:cNvSpPr>
          <p:nvPr>
            <p:ph type="body" idx="2"/>
          </p:nvPr>
        </p:nvSpPr>
        <p:spPr>
          <a:xfrm>
            <a:off x="309564" y="380357"/>
            <a:ext cx="3424237" cy="16158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70" name="Google Shape;670;p78"/>
          <p:cNvSpPr txBox="1">
            <a:spLocks noGrp="1"/>
          </p:cNvSpPr>
          <p:nvPr>
            <p:ph type="body" idx="3"/>
          </p:nvPr>
        </p:nvSpPr>
        <p:spPr>
          <a:xfrm>
            <a:off x="6869682" y="4499654"/>
            <a:ext cx="1940935" cy="184666"/>
          </a:xfrm>
          <a:prstGeom prst="rect">
            <a:avLst/>
          </a:prstGeom>
          <a:noFill/>
          <a:ln>
            <a:noFill/>
          </a:ln>
        </p:spPr>
        <p:txBody>
          <a:bodyPr spcFirstLastPara="1" wrap="square" lIns="91425" tIns="91425" rIns="91425" bIns="91425" anchor="t" anchorCtr="0"/>
          <a:lstStyle>
            <a:lvl1pPr marL="457200" marR="0" lvl="0" indent="-228600" algn="r">
              <a:lnSpc>
                <a:spcPct val="100000"/>
              </a:lnSpc>
              <a:spcBef>
                <a:spcPts val="0"/>
              </a:spcBef>
              <a:spcAft>
                <a:spcPts val="0"/>
              </a:spcAft>
              <a:buClr>
                <a:schemeClr val="dk1"/>
              </a:buClr>
              <a:buSzPts val="600"/>
              <a:buFont typeface="Arial"/>
              <a:buNone/>
              <a:defRPr sz="600" b="0" i="0" u="none" strike="noStrike" cap="none">
                <a:solidFill>
                  <a:schemeClr val="dk1"/>
                </a:solidFill>
                <a:latin typeface="Georgia"/>
                <a:ea typeface="Georgia"/>
                <a:cs typeface="Georgia"/>
                <a:sym typeface="Georgia"/>
              </a:defRPr>
            </a:lvl1pPr>
            <a:lvl2pPr marL="914400" marR="0" lvl="1" indent="-228600" algn="r">
              <a:lnSpc>
                <a:spcPct val="100000"/>
              </a:lnSpc>
              <a:spcBef>
                <a:spcPts val="0"/>
              </a:spcBef>
              <a:spcAft>
                <a:spcPts val="0"/>
              </a:spcAft>
              <a:buClr>
                <a:schemeClr val="dk1"/>
              </a:buClr>
              <a:buSzPts val="600"/>
              <a:buFont typeface="Noto Sans Symbols"/>
              <a:buNone/>
              <a:defRPr sz="600" b="0" i="1" u="none" strike="noStrike" cap="none">
                <a:solidFill>
                  <a:schemeClr val="dk1"/>
                </a:solidFill>
                <a:latin typeface="Georgia"/>
                <a:ea typeface="Georgia"/>
                <a:cs typeface="Georgia"/>
                <a:sym typeface="Georgia"/>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71" name="Google Shape;671;p78"/>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Tree>
  </p:cSld>
  <p:clrMapOvr>
    <a:masterClrMapping/>
  </p:clrMapOvr>
  <p:transition spd="med">
    <p:fade thruBlk="1"/>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matchingName="Chapter Head">
  <p:cSld name="Chapter Head">
    <p:bg>
      <p:bgPr>
        <a:solidFill>
          <a:schemeClr val="dk1"/>
        </a:solidFill>
        <a:effectLst/>
      </p:bgPr>
    </p:bg>
    <p:spTree>
      <p:nvGrpSpPr>
        <p:cNvPr id="1" name="Shape 672"/>
        <p:cNvGrpSpPr/>
        <p:nvPr/>
      </p:nvGrpSpPr>
      <p:grpSpPr>
        <a:xfrm>
          <a:off x="0" y="0"/>
          <a:ext cx="0" cy="0"/>
          <a:chOff x="0" y="0"/>
          <a:chExt cx="0" cy="0"/>
        </a:xfrm>
      </p:grpSpPr>
      <p:sp>
        <p:nvSpPr>
          <p:cNvPr id="673" name="Google Shape;673;p79"/>
          <p:cNvSpPr txBox="1">
            <a:spLocks noGrp="1"/>
          </p:cNvSpPr>
          <p:nvPr>
            <p:ph type="title"/>
          </p:nvPr>
        </p:nvSpPr>
        <p:spPr>
          <a:xfrm>
            <a:off x="309562" y="122665"/>
            <a:ext cx="8834439" cy="900246"/>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5850"/>
              <a:buFont typeface="Georgia"/>
              <a:buNone/>
              <a:defRPr sz="5850" b="0" i="0" u="none" strike="noStrike" cap="none">
                <a:solidFill>
                  <a:schemeClr val="dk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4" name="Google Shape;674;p79"/>
          <p:cNvSpPr txBox="1">
            <a:spLocks noGrp="1"/>
          </p:cNvSpPr>
          <p:nvPr>
            <p:ph type="body" idx="1"/>
          </p:nvPr>
        </p:nvSpPr>
        <p:spPr>
          <a:xfrm>
            <a:off x="309563" y="1196433"/>
            <a:ext cx="7772400" cy="369332"/>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48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675" name="Google Shape;675;p79"/>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76" name="Google Shape;676;p79"/>
          <p:cNvSpPr txBox="1">
            <a:spLocks noGrp="1"/>
          </p:cNvSpPr>
          <p:nvPr>
            <p:ph type="body" idx="2"/>
          </p:nvPr>
        </p:nvSpPr>
        <p:spPr>
          <a:xfrm>
            <a:off x="309563" y="3740237"/>
            <a:ext cx="1895019"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77" name="Google Shape;677;p79"/>
          <p:cNvSpPr txBox="1">
            <a:spLocks noGrp="1"/>
          </p:cNvSpPr>
          <p:nvPr>
            <p:ph type="body" idx="3"/>
          </p:nvPr>
        </p:nvSpPr>
        <p:spPr>
          <a:xfrm>
            <a:off x="2486025" y="3740237"/>
            <a:ext cx="1866771"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78" name="Google Shape;678;p79"/>
          <p:cNvSpPr txBox="1">
            <a:spLocks noGrp="1"/>
          </p:cNvSpPr>
          <p:nvPr>
            <p:ph type="body" idx="4"/>
          </p:nvPr>
        </p:nvSpPr>
        <p:spPr>
          <a:xfrm>
            <a:off x="4636297" y="3740237"/>
            <a:ext cx="2011680" cy="92333"/>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0"/>
              </a:spcBef>
              <a:spcAft>
                <a:spcPts val="0"/>
              </a:spcAft>
              <a:buClr>
                <a:schemeClr val="lt1"/>
              </a:buClr>
              <a:buSzPts val="600"/>
              <a:buFont typeface="Arial"/>
              <a:buNone/>
              <a:defRPr sz="600"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679" name="Google Shape;679;p79"/>
          <p:cNvCxnSpPr/>
          <p:nvPr/>
        </p:nvCxnSpPr>
        <p:spPr>
          <a:xfrm>
            <a:off x="4505327" y="3695702"/>
            <a:ext cx="0" cy="569119"/>
          </a:xfrm>
          <a:prstGeom prst="straightConnector1">
            <a:avLst/>
          </a:prstGeom>
          <a:noFill/>
          <a:ln w="9525" cap="flat" cmpd="sng">
            <a:solidFill>
              <a:srgbClr val="DE2A18"/>
            </a:solidFill>
            <a:prstDash val="solid"/>
            <a:round/>
            <a:headEnd type="none" w="sm" len="sm"/>
            <a:tailEnd type="none" w="sm" len="sm"/>
          </a:ln>
        </p:spPr>
      </p:cxnSp>
      <p:cxnSp>
        <p:nvCxnSpPr>
          <p:cNvPr id="680" name="Google Shape;680;p79"/>
          <p:cNvCxnSpPr/>
          <p:nvPr/>
        </p:nvCxnSpPr>
        <p:spPr>
          <a:xfrm>
            <a:off x="2352676" y="3695702"/>
            <a:ext cx="0" cy="569119"/>
          </a:xfrm>
          <a:prstGeom prst="straightConnector1">
            <a:avLst/>
          </a:prstGeom>
          <a:noFill/>
          <a:ln w="9525" cap="flat" cmpd="sng">
            <a:solidFill>
              <a:srgbClr val="DE2A18"/>
            </a:solidFill>
            <a:prstDash val="solid"/>
            <a:round/>
            <a:headEnd type="none" w="sm" len="sm"/>
            <a:tailEnd type="none" w="sm" len="sm"/>
          </a:ln>
        </p:spPr>
      </p:cxnSp>
      <p:sp>
        <p:nvSpPr>
          <p:cNvPr id="681" name="Google Shape;681;p79"/>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682" name="Google Shape;682;p79"/>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683" name="Google Shape;683;p79"/>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Chapter Head Simple">
  <p:cSld name="Chapter Head Simple">
    <p:bg>
      <p:bgPr>
        <a:solidFill>
          <a:schemeClr val="dk1"/>
        </a:solidFill>
        <a:effectLst/>
      </p:bgPr>
    </p:bg>
    <p:spTree>
      <p:nvGrpSpPr>
        <p:cNvPr id="1" name="Shape 684"/>
        <p:cNvGrpSpPr/>
        <p:nvPr/>
      </p:nvGrpSpPr>
      <p:grpSpPr>
        <a:xfrm>
          <a:off x="0" y="0"/>
          <a:ext cx="0" cy="0"/>
          <a:chOff x="0" y="0"/>
          <a:chExt cx="0" cy="0"/>
        </a:xfrm>
      </p:grpSpPr>
      <p:sp>
        <p:nvSpPr>
          <p:cNvPr id="685" name="Google Shape;685;p80"/>
          <p:cNvSpPr txBox="1">
            <a:spLocks noGrp="1"/>
          </p:cNvSpPr>
          <p:nvPr>
            <p:ph type="body" idx="1"/>
          </p:nvPr>
        </p:nvSpPr>
        <p:spPr>
          <a:xfrm>
            <a:off x="309563" y="1196433"/>
            <a:ext cx="7772400" cy="369332"/>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480"/>
              </a:spcBef>
              <a:spcAft>
                <a:spcPts val="0"/>
              </a:spcAft>
              <a:buClr>
                <a:schemeClr val="lt1"/>
              </a:buClr>
              <a:buSzPts val="2400"/>
              <a:buFont typeface="Arial"/>
              <a:buNone/>
              <a:defRPr sz="24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686" name="Google Shape;686;p80"/>
          <p:cNvSpPr txBox="1">
            <a:spLocks noGrp="1"/>
          </p:cNvSpPr>
          <p:nvPr>
            <p:ph type="dt" idx="10"/>
          </p:nvPr>
        </p:nvSpPr>
        <p:spPr>
          <a:xfrm>
            <a:off x="424071" y="5276020"/>
            <a:ext cx="2133600" cy="273844"/>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87" name="Google Shape;687;p80"/>
          <p:cNvSpPr txBox="1">
            <a:spLocks noGrp="1"/>
          </p:cNvSpPr>
          <p:nvPr>
            <p:ph type="title"/>
          </p:nvPr>
        </p:nvSpPr>
        <p:spPr>
          <a:xfrm>
            <a:off x="309562" y="122665"/>
            <a:ext cx="8834439" cy="900246"/>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2"/>
              </a:buClr>
              <a:buSzPts val="5850"/>
              <a:buFont typeface="Georgia"/>
              <a:buNone/>
              <a:defRPr sz="5850" b="0" i="0" u="none" strike="noStrike" cap="none">
                <a:solidFill>
                  <a:schemeClr val="dk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88" name="Google Shape;688;p80"/>
          <p:cNvSpPr/>
          <p:nvPr/>
        </p:nvSpPr>
        <p:spPr>
          <a:xfrm>
            <a:off x="-9524" y="3346066"/>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689" name="Google Shape;689;p80"/>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690" name="Google Shape;690;p80"/>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Section Header 3">
  <p:cSld name="Section Header 3">
    <p:bg>
      <p:bgPr>
        <a:solidFill>
          <a:schemeClr val="lt1"/>
        </a:solidFill>
        <a:effectLst/>
      </p:bgPr>
    </p:bg>
    <p:spTree>
      <p:nvGrpSpPr>
        <p:cNvPr id="1" name="Shape 691"/>
        <p:cNvGrpSpPr/>
        <p:nvPr/>
      </p:nvGrpSpPr>
      <p:grpSpPr>
        <a:xfrm>
          <a:off x="0" y="0"/>
          <a:ext cx="0" cy="0"/>
          <a:chOff x="0" y="0"/>
          <a:chExt cx="0" cy="0"/>
        </a:xfrm>
      </p:grpSpPr>
      <p:sp>
        <p:nvSpPr>
          <p:cNvPr id="692" name="Google Shape;692;p81"/>
          <p:cNvSpPr txBox="1">
            <a:spLocks noGrp="1"/>
          </p:cNvSpPr>
          <p:nvPr>
            <p:ph type="title"/>
          </p:nvPr>
        </p:nvSpPr>
        <p:spPr>
          <a:xfrm>
            <a:off x="305502" y="2136402"/>
            <a:ext cx="2458325" cy="230832"/>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dk1"/>
              </a:buClr>
              <a:buSzPts val="1500"/>
              <a:buFont typeface="Georgia"/>
              <a:buNone/>
              <a:defRPr sz="15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3" name="Google Shape;693;p81"/>
          <p:cNvSpPr txBox="1">
            <a:spLocks noGrp="1"/>
          </p:cNvSpPr>
          <p:nvPr>
            <p:ph type="body" idx="1"/>
          </p:nvPr>
        </p:nvSpPr>
        <p:spPr>
          <a:xfrm>
            <a:off x="311946" y="3282697"/>
            <a:ext cx="2445007" cy="80791"/>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105"/>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grpSp>
        <p:nvGrpSpPr>
          <p:cNvPr id="694" name="Google Shape;694;p81"/>
          <p:cNvGrpSpPr/>
          <p:nvPr/>
        </p:nvGrpSpPr>
        <p:grpSpPr>
          <a:xfrm>
            <a:off x="3039428" y="-5837"/>
            <a:ext cx="135608" cy="5148119"/>
            <a:chOff x="3039428" y="-5837"/>
            <a:chExt cx="135608" cy="5148119"/>
          </a:xfrm>
        </p:grpSpPr>
        <p:sp>
          <p:nvSpPr>
            <p:cNvPr id="695" name="Google Shape;695;p81"/>
            <p:cNvSpPr/>
            <p:nvPr/>
          </p:nvSpPr>
          <p:spPr>
            <a:xfrm rot="5400000">
              <a:off x="2992932" y="2522999"/>
              <a:ext cx="228599" cy="135608"/>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696" name="Google Shape;696;p81"/>
            <p:cNvSpPr/>
            <p:nvPr/>
          </p:nvSpPr>
          <p:spPr>
            <a:xfrm rot="-5400000">
              <a:off x="550555" y="2518612"/>
              <a:ext cx="5148119" cy="99220"/>
            </a:xfrm>
            <a:custGeom>
              <a:avLst/>
              <a:gdLst/>
              <a:ahLst/>
              <a:cxnLst/>
              <a:rect l="l" t="t" r="r" b="b"/>
              <a:pathLst>
                <a:path w="120000" h="120000" extrusionOk="0">
                  <a:moveTo>
                    <a:pt x="120000" y="0"/>
                  </a:moveTo>
                  <a:cubicBezTo>
                    <a:pt x="100556" y="1918"/>
                    <a:pt x="80873" y="964"/>
                    <a:pt x="61430" y="2883"/>
                  </a:cubicBezTo>
                  <a:cubicBezTo>
                    <a:pt x="60820" y="41918"/>
                    <a:pt x="60185" y="80964"/>
                    <a:pt x="59563" y="120000"/>
                  </a:cubicBezTo>
                  <a:cubicBezTo>
                    <a:pt x="58856" y="80964"/>
                    <a:pt x="58162" y="41918"/>
                    <a:pt x="57443" y="2883"/>
                  </a:cubicBezTo>
                  <a:lnTo>
                    <a:pt x="0" y="2883"/>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grpSp>
      <p:sp>
        <p:nvSpPr>
          <p:cNvPr id="697" name="Google Shape;697;p81"/>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98" name="Google Shape;698;p81"/>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Experience 2">
  <p:cSld name="Experience 2">
    <p:bg>
      <p:bgPr>
        <a:solidFill>
          <a:schemeClr val="lt1"/>
        </a:solidFill>
        <a:effectLst/>
      </p:bgPr>
    </p:bg>
    <p:spTree>
      <p:nvGrpSpPr>
        <p:cNvPr id="1" name="Shape 699"/>
        <p:cNvGrpSpPr/>
        <p:nvPr/>
      </p:nvGrpSpPr>
      <p:grpSpPr>
        <a:xfrm>
          <a:off x="0" y="0"/>
          <a:ext cx="0" cy="0"/>
          <a:chOff x="0" y="0"/>
          <a:chExt cx="0" cy="0"/>
        </a:xfrm>
      </p:grpSpPr>
      <p:sp>
        <p:nvSpPr>
          <p:cNvPr id="700" name="Google Shape;700;p82"/>
          <p:cNvSpPr/>
          <p:nvPr/>
        </p:nvSpPr>
        <p:spPr>
          <a:xfrm rot="5400000">
            <a:off x="-230020" y="230021"/>
            <a:ext cx="5143501" cy="4683459"/>
          </a:xfrm>
          <a:custGeom>
            <a:avLst/>
            <a:gdLst/>
            <a:ahLst/>
            <a:cxnLst/>
            <a:rect l="l" t="t" r="r" b="b"/>
            <a:pathLst>
              <a:path w="120000" h="120000" extrusionOk="0">
                <a:moveTo>
                  <a:pt x="0" y="120000"/>
                </a:moveTo>
                <a:lnTo>
                  <a:pt x="0" y="2595"/>
                </a:lnTo>
                <a:lnTo>
                  <a:pt x="58405" y="2534"/>
                </a:lnTo>
                <a:lnTo>
                  <a:pt x="60264" y="0"/>
                </a:lnTo>
                <a:lnTo>
                  <a:pt x="62733" y="2595"/>
                </a:lnTo>
                <a:lnTo>
                  <a:pt x="120000" y="2595"/>
                </a:lnTo>
                <a:lnTo>
                  <a:pt x="120000" y="120000"/>
                </a:lnTo>
                <a:lnTo>
                  <a:pt x="0" y="120000"/>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701" name="Google Shape;701;p82"/>
          <p:cNvSpPr txBox="1">
            <a:spLocks noGrp="1"/>
          </p:cNvSpPr>
          <p:nvPr>
            <p:ph type="title"/>
          </p:nvPr>
        </p:nvSpPr>
        <p:spPr>
          <a:xfrm>
            <a:off x="694395" y="1985305"/>
            <a:ext cx="3396343" cy="369332"/>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lt2"/>
              </a:buClr>
              <a:buSzPts val="2400"/>
              <a:buFont typeface="Georgia"/>
              <a:buNone/>
              <a:defRPr sz="2400" b="0" i="0" u="none" strike="noStrike" cap="none">
                <a:solidFill>
                  <a:schemeClr val="lt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2" name="Google Shape;702;p82"/>
          <p:cNvSpPr txBox="1">
            <a:spLocks noGrp="1"/>
          </p:cNvSpPr>
          <p:nvPr>
            <p:ph type="body" idx="1"/>
          </p:nvPr>
        </p:nvSpPr>
        <p:spPr>
          <a:xfrm>
            <a:off x="1130093" y="3435213"/>
            <a:ext cx="2445007" cy="126958"/>
          </a:xfrm>
          <a:prstGeom prst="rect">
            <a:avLst/>
          </a:prstGeom>
          <a:noFill/>
          <a:ln>
            <a:noFill/>
          </a:ln>
        </p:spPr>
        <p:txBody>
          <a:bodyPr spcFirstLastPara="1" wrap="square" lIns="91425" tIns="91425" rIns="91425" bIns="91425" anchor="t" anchorCtr="0"/>
          <a:lstStyle>
            <a:lvl1pPr marL="457200" marR="0" lvl="0" indent="-276225" algn="ctr">
              <a:lnSpc>
                <a:spcPct val="110000"/>
              </a:lnSpc>
              <a:spcBef>
                <a:spcPts val="4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03" name="Google Shape;703;p82"/>
          <p:cNvSpPr txBox="1">
            <a:spLocks noGrp="1"/>
          </p:cNvSpPr>
          <p:nvPr>
            <p:ph type="body" idx="2"/>
          </p:nvPr>
        </p:nvSpPr>
        <p:spPr>
          <a:xfrm>
            <a:off x="1109469" y="912021"/>
            <a:ext cx="2445007" cy="507831"/>
          </a:xfrm>
          <a:prstGeom prst="rect">
            <a:avLst/>
          </a:prstGeom>
          <a:noFill/>
          <a:ln>
            <a:noFill/>
          </a:ln>
        </p:spPr>
        <p:txBody>
          <a:bodyPr spcFirstLastPara="1" wrap="square" lIns="91425" tIns="91425" rIns="91425" bIns="91425" anchor="t" anchorCtr="0"/>
          <a:lstStyle>
            <a:lvl1pPr marL="457200" marR="0" lvl="0" indent="-228600" algn="ctr">
              <a:lnSpc>
                <a:spcPct val="110000"/>
              </a:lnSpc>
              <a:spcBef>
                <a:spcPts val="450"/>
              </a:spcBef>
              <a:spcAft>
                <a:spcPts val="0"/>
              </a:spcAft>
              <a:buClr>
                <a:schemeClr val="lt2"/>
              </a:buClr>
              <a:buSzPts val="1500"/>
              <a:buFont typeface="Arial"/>
              <a:buNone/>
              <a:defRPr sz="1500" b="0" i="0" u="none" strike="noStrike" cap="none">
                <a:solidFill>
                  <a:schemeClr val="lt2"/>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04" name="Google Shape;704;p82"/>
          <p:cNvSpPr txBox="1">
            <a:spLocks noGrp="1"/>
          </p:cNvSpPr>
          <p:nvPr>
            <p:ph type="body" idx="3"/>
          </p:nvPr>
        </p:nvSpPr>
        <p:spPr>
          <a:xfrm>
            <a:off x="5649247" y="3435213"/>
            <a:ext cx="2445007" cy="126958"/>
          </a:xfrm>
          <a:prstGeom prst="rect">
            <a:avLst/>
          </a:prstGeom>
          <a:noFill/>
          <a:ln>
            <a:noFill/>
          </a:ln>
        </p:spPr>
        <p:txBody>
          <a:bodyPr spcFirstLastPara="1" wrap="square" lIns="91425" tIns="91425" rIns="91425" bIns="91425" anchor="t" anchorCtr="0"/>
          <a:lstStyle>
            <a:lvl1pPr marL="457200" marR="0" lvl="0" indent="-276225" algn="ctr">
              <a:lnSpc>
                <a:spcPct val="110000"/>
              </a:lnSpc>
              <a:spcBef>
                <a:spcPts val="450"/>
              </a:spcBef>
              <a:spcAft>
                <a:spcPts val="0"/>
              </a:spcAft>
              <a:buClr>
                <a:schemeClr val="dk1"/>
              </a:buClr>
              <a:buSzPts val="750"/>
              <a:buFont typeface="Noto Sans Symbols"/>
              <a:buChar char="▪"/>
              <a:defRPr sz="750" b="0" i="0" u="none" strike="noStrike" cap="none">
                <a:solidFill>
                  <a:schemeClr val="dk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05" name="Google Shape;705;p82"/>
          <p:cNvSpPr txBox="1">
            <a:spLocks noGrp="1"/>
          </p:cNvSpPr>
          <p:nvPr>
            <p:ph type="body" idx="4"/>
          </p:nvPr>
        </p:nvSpPr>
        <p:spPr>
          <a:xfrm>
            <a:off x="5649247" y="912021"/>
            <a:ext cx="2445007" cy="507831"/>
          </a:xfrm>
          <a:prstGeom prst="rect">
            <a:avLst/>
          </a:prstGeom>
          <a:noFill/>
          <a:ln>
            <a:noFill/>
          </a:ln>
        </p:spPr>
        <p:txBody>
          <a:bodyPr spcFirstLastPara="1" wrap="square" lIns="91425" tIns="91425" rIns="91425" bIns="91425" anchor="t" anchorCtr="0"/>
          <a:lstStyle>
            <a:lvl1pPr marL="457200" marR="0" lvl="0" indent="-228600" algn="ctr">
              <a:lnSpc>
                <a:spcPct val="110000"/>
              </a:lnSpc>
              <a:spcBef>
                <a:spcPts val="450"/>
              </a:spcBef>
              <a:spcAft>
                <a:spcPts val="0"/>
              </a:spcAft>
              <a:buClr>
                <a:schemeClr val="dk1"/>
              </a:buClr>
              <a:buSzPts val="1500"/>
              <a:buFont typeface="Arial"/>
              <a:buNone/>
              <a:defRPr sz="15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06" name="Google Shape;706;p82"/>
          <p:cNvSpPr txBox="1">
            <a:spLocks noGrp="1"/>
          </p:cNvSpPr>
          <p:nvPr>
            <p:ph type="body" idx="5"/>
          </p:nvPr>
        </p:nvSpPr>
        <p:spPr>
          <a:xfrm>
            <a:off x="5122017" y="1985305"/>
            <a:ext cx="3499471" cy="369332"/>
          </a:xfrm>
          <a:prstGeom prst="rect">
            <a:avLst/>
          </a:prstGeom>
          <a:noFill/>
          <a:ln>
            <a:noFill/>
          </a:ln>
        </p:spPr>
        <p:txBody>
          <a:bodyPr spcFirstLastPara="1" wrap="square" lIns="91425" tIns="91425" rIns="91425" bIns="91425" anchor="t" anchorCtr="0"/>
          <a:lstStyle>
            <a:lvl1pPr marL="457200" marR="0" lvl="0" indent="-228600" algn="ctr">
              <a:lnSpc>
                <a:spcPct val="100000"/>
              </a:lnSpc>
              <a:spcBef>
                <a:spcPts val="0"/>
              </a:spcBef>
              <a:spcAft>
                <a:spcPts val="0"/>
              </a:spcAft>
              <a:buClr>
                <a:schemeClr val="dk1"/>
              </a:buClr>
              <a:buSzPts val="2400"/>
              <a:buFont typeface="Arial"/>
              <a:buNone/>
              <a:defRPr sz="24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cxnSp>
        <p:nvCxnSpPr>
          <p:cNvPr id="707" name="Google Shape;707;p82"/>
          <p:cNvCxnSpPr/>
          <p:nvPr/>
        </p:nvCxnSpPr>
        <p:spPr>
          <a:xfrm rot="10800000">
            <a:off x="2300631" y="1500599"/>
            <a:ext cx="0" cy="569119"/>
          </a:xfrm>
          <a:prstGeom prst="straightConnector1">
            <a:avLst/>
          </a:prstGeom>
          <a:noFill/>
          <a:ln w="9525" cap="flat" cmpd="sng">
            <a:solidFill>
              <a:srgbClr val="DE2A18"/>
            </a:solidFill>
            <a:prstDash val="solid"/>
            <a:round/>
            <a:headEnd type="none" w="sm" len="sm"/>
            <a:tailEnd type="none" w="sm" len="sm"/>
          </a:ln>
        </p:spPr>
      </p:cxnSp>
      <p:cxnSp>
        <p:nvCxnSpPr>
          <p:cNvPr id="708" name="Google Shape;708;p82"/>
          <p:cNvCxnSpPr/>
          <p:nvPr/>
        </p:nvCxnSpPr>
        <p:spPr>
          <a:xfrm rot="10800000">
            <a:off x="6882907" y="1500600"/>
            <a:ext cx="0" cy="569119"/>
          </a:xfrm>
          <a:prstGeom prst="straightConnector1">
            <a:avLst/>
          </a:prstGeom>
          <a:noFill/>
          <a:ln w="9525" cap="flat" cmpd="sng">
            <a:solidFill>
              <a:srgbClr val="DE2A18"/>
            </a:solidFill>
            <a:prstDash val="solid"/>
            <a:round/>
            <a:headEnd type="none" w="sm" len="sm"/>
            <a:tailEnd type="none" w="sm" len="sm"/>
          </a:ln>
        </p:spPr>
      </p:cxnSp>
      <p:cxnSp>
        <p:nvCxnSpPr>
          <p:cNvPr id="709" name="Google Shape;709;p82"/>
          <p:cNvCxnSpPr/>
          <p:nvPr/>
        </p:nvCxnSpPr>
        <p:spPr>
          <a:xfrm rot="10800000">
            <a:off x="2300631" y="2877336"/>
            <a:ext cx="0" cy="569119"/>
          </a:xfrm>
          <a:prstGeom prst="straightConnector1">
            <a:avLst/>
          </a:prstGeom>
          <a:noFill/>
          <a:ln w="9525" cap="flat" cmpd="sng">
            <a:solidFill>
              <a:srgbClr val="DE2A18"/>
            </a:solidFill>
            <a:prstDash val="solid"/>
            <a:round/>
            <a:headEnd type="none" w="sm" len="sm"/>
            <a:tailEnd type="none" w="sm" len="sm"/>
          </a:ln>
        </p:spPr>
      </p:cxnSp>
      <p:cxnSp>
        <p:nvCxnSpPr>
          <p:cNvPr id="710" name="Google Shape;710;p82"/>
          <p:cNvCxnSpPr/>
          <p:nvPr/>
        </p:nvCxnSpPr>
        <p:spPr>
          <a:xfrm rot="10800000">
            <a:off x="6882907" y="2877337"/>
            <a:ext cx="0" cy="569119"/>
          </a:xfrm>
          <a:prstGeom prst="straightConnector1">
            <a:avLst/>
          </a:prstGeom>
          <a:noFill/>
          <a:ln w="9525" cap="flat" cmpd="sng">
            <a:solidFill>
              <a:srgbClr val="DE2A18"/>
            </a:solidFill>
            <a:prstDash val="solid"/>
            <a:round/>
            <a:headEnd type="none" w="sm" len="sm"/>
            <a:tailEnd type="none" w="sm" len="sm"/>
          </a:ln>
        </p:spPr>
      </p:cxnSp>
      <p:sp>
        <p:nvSpPr>
          <p:cNvPr id="711" name="Google Shape;711;p82"/>
          <p:cNvSpPr/>
          <p:nvPr/>
        </p:nvSpPr>
        <p:spPr>
          <a:xfrm rot="-5400000">
            <a:off x="2063445"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712" name="Google Shape;712;p82"/>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3" name="Google Shape;713;p82"/>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Experience 3">
  <p:cSld name="Experience 3">
    <p:bg>
      <p:bgPr>
        <a:solidFill>
          <a:srgbClr val="333332"/>
        </a:solidFill>
        <a:effectLst/>
      </p:bgPr>
    </p:bg>
    <p:spTree>
      <p:nvGrpSpPr>
        <p:cNvPr id="1" name="Shape 714"/>
        <p:cNvGrpSpPr/>
        <p:nvPr/>
      </p:nvGrpSpPr>
      <p:grpSpPr>
        <a:xfrm>
          <a:off x="0" y="0"/>
          <a:ext cx="0" cy="0"/>
          <a:chOff x="0" y="0"/>
          <a:chExt cx="0" cy="0"/>
        </a:xfrm>
      </p:grpSpPr>
      <p:sp>
        <p:nvSpPr>
          <p:cNvPr id="715" name="Google Shape;715;p83"/>
          <p:cNvSpPr>
            <a:spLocks noGrp="1"/>
          </p:cNvSpPr>
          <p:nvPr>
            <p:ph type="pic" idx="2"/>
          </p:nvPr>
        </p:nvSpPr>
        <p:spPr>
          <a:xfrm>
            <a:off x="3068061" y="1714172"/>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16" name="Google Shape;716;p83"/>
          <p:cNvSpPr>
            <a:spLocks noGrp="1"/>
          </p:cNvSpPr>
          <p:nvPr>
            <p:ph type="pic" idx="3"/>
          </p:nvPr>
        </p:nvSpPr>
        <p:spPr>
          <a:xfrm>
            <a:off x="3068061" y="0"/>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17" name="Google Shape;717;p83"/>
          <p:cNvSpPr>
            <a:spLocks noGrp="1"/>
          </p:cNvSpPr>
          <p:nvPr>
            <p:ph type="pic" idx="4"/>
          </p:nvPr>
        </p:nvSpPr>
        <p:spPr>
          <a:xfrm>
            <a:off x="3068061" y="3428343"/>
            <a:ext cx="3031959" cy="1711922"/>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18" name="Google Shape;718;p83"/>
          <p:cNvSpPr txBox="1">
            <a:spLocks noGrp="1"/>
          </p:cNvSpPr>
          <p:nvPr>
            <p:ph type="title"/>
          </p:nvPr>
        </p:nvSpPr>
        <p:spPr>
          <a:xfrm>
            <a:off x="195209" y="1613890"/>
            <a:ext cx="2676579" cy="203133"/>
          </a:xfrm>
          <a:prstGeom prst="rect">
            <a:avLst/>
          </a:prstGeom>
          <a:noFill/>
          <a:ln>
            <a:noFill/>
          </a:ln>
        </p:spPr>
        <p:txBody>
          <a:bodyPr spcFirstLastPara="1" wrap="square" lIns="91425" tIns="91425" rIns="91425" bIns="91425" anchor="t" anchorCtr="0"/>
          <a:lstStyle>
            <a:lvl1pPr marR="0" lvl="0" algn="ctr">
              <a:lnSpc>
                <a:spcPct val="110000"/>
              </a:lnSpc>
              <a:spcBef>
                <a:spcPts val="0"/>
              </a:spcBef>
              <a:spcAft>
                <a:spcPts val="0"/>
              </a:spcAft>
              <a:buClr>
                <a:schemeClr val="lt1"/>
              </a:buClr>
              <a:buSzPts val="1200"/>
              <a:buFont typeface="Georgia"/>
              <a:buNone/>
              <a:defRPr sz="1200" b="0" i="0" u="none" strike="noStrike" cap="non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9" name="Google Shape;719;p83"/>
          <p:cNvSpPr txBox="1">
            <a:spLocks noGrp="1"/>
          </p:cNvSpPr>
          <p:nvPr>
            <p:ph type="body" idx="1"/>
          </p:nvPr>
        </p:nvSpPr>
        <p:spPr>
          <a:xfrm>
            <a:off x="184935" y="3486540"/>
            <a:ext cx="2686852" cy="96950"/>
          </a:xfrm>
          <a:prstGeom prst="rect">
            <a:avLst/>
          </a:prstGeom>
          <a:noFill/>
          <a:ln>
            <a:noFill/>
          </a:ln>
        </p:spPr>
        <p:txBody>
          <a:bodyPr spcFirstLastPara="1" wrap="square" lIns="91425" tIns="91425" rIns="91425" bIns="91425" anchor="t" anchorCtr="0"/>
          <a:lstStyle>
            <a:lvl1pPr marL="457200" marR="0" lvl="0" indent="-228600" algn="ctr">
              <a:lnSpc>
                <a:spcPct val="120000"/>
              </a:lnSpc>
              <a:spcBef>
                <a:spcPts val="0"/>
              </a:spcBef>
              <a:spcAft>
                <a:spcPts val="0"/>
              </a:spcAft>
              <a:buClr>
                <a:schemeClr val="lt1"/>
              </a:buClr>
              <a:buSzPts val="525"/>
              <a:buFont typeface="Noto Sans Symbols"/>
              <a:buNone/>
              <a:defRPr sz="525" b="1" i="0" u="none" strike="noStrike" cap="none">
                <a:solidFill>
                  <a:schemeClr val="lt1"/>
                </a:solidFill>
                <a:latin typeface="Georgia"/>
                <a:ea typeface="Georgia"/>
                <a:cs typeface="Georgia"/>
                <a:sym typeface="Georgia"/>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20" name="Google Shape;720;p83"/>
          <p:cNvSpPr>
            <a:spLocks noGrp="1"/>
          </p:cNvSpPr>
          <p:nvPr>
            <p:ph type="pic" idx="5"/>
          </p:nvPr>
        </p:nvSpPr>
        <p:spPr>
          <a:xfrm>
            <a:off x="6094112" y="0"/>
            <a:ext cx="3049888"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lt1"/>
              </a:buClr>
              <a:buSzPts val="1050"/>
              <a:buFont typeface="Arial"/>
              <a:buNone/>
              <a:defRPr sz="1050" b="0" i="0" u="none" strike="noStrike" cap="none">
                <a:solidFill>
                  <a:schemeClr val="lt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1" name="Google Shape;721;p83"/>
          <p:cNvSpPr/>
          <p:nvPr/>
        </p:nvSpPr>
        <p:spPr>
          <a:xfrm rot="-5400000">
            <a:off x="554048"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722" name="Google Shape;722;p83"/>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23" name="Google Shape;723;p83"/>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Gallery Callouts">
  <p:cSld name="Gallery Callouts">
    <p:bg>
      <p:bgPr>
        <a:solidFill>
          <a:schemeClr val="lt1"/>
        </a:solidFill>
        <a:effectLst/>
      </p:bgPr>
    </p:bg>
    <p:spTree>
      <p:nvGrpSpPr>
        <p:cNvPr id="1" name="Shape 724"/>
        <p:cNvGrpSpPr/>
        <p:nvPr/>
      </p:nvGrpSpPr>
      <p:grpSpPr>
        <a:xfrm>
          <a:off x="0" y="0"/>
          <a:ext cx="0" cy="0"/>
          <a:chOff x="0" y="0"/>
          <a:chExt cx="0" cy="0"/>
        </a:xfrm>
      </p:grpSpPr>
      <p:sp>
        <p:nvSpPr>
          <p:cNvPr id="725" name="Google Shape;725;p84"/>
          <p:cNvSpPr>
            <a:spLocks noGrp="1"/>
          </p:cNvSpPr>
          <p:nvPr>
            <p:ph type="pic" idx="2"/>
          </p:nvPr>
        </p:nvSpPr>
        <p:spPr>
          <a:xfrm>
            <a:off x="0" y="-10274"/>
            <a:ext cx="4755299" cy="5153773"/>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6" name="Google Shape;726;p84"/>
          <p:cNvSpPr>
            <a:spLocks noGrp="1"/>
          </p:cNvSpPr>
          <p:nvPr>
            <p:ph type="pic" idx="3"/>
          </p:nvPr>
        </p:nvSpPr>
        <p:spPr>
          <a:xfrm>
            <a:off x="4756681" y="-6724"/>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7" name="Google Shape;727;p84"/>
          <p:cNvSpPr>
            <a:spLocks noGrp="1"/>
          </p:cNvSpPr>
          <p:nvPr>
            <p:ph type="pic" idx="4"/>
          </p:nvPr>
        </p:nvSpPr>
        <p:spPr>
          <a:xfrm>
            <a:off x="4756681" y="1280438"/>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8" name="Google Shape;728;p84"/>
          <p:cNvSpPr>
            <a:spLocks noGrp="1"/>
          </p:cNvSpPr>
          <p:nvPr>
            <p:ph type="pic" idx="5"/>
          </p:nvPr>
        </p:nvSpPr>
        <p:spPr>
          <a:xfrm>
            <a:off x="4756681" y="2567596"/>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9" name="Google Shape;729;p84"/>
          <p:cNvSpPr>
            <a:spLocks noGrp="1"/>
          </p:cNvSpPr>
          <p:nvPr>
            <p:ph type="pic" idx="6"/>
          </p:nvPr>
        </p:nvSpPr>
        <p:spPr>
          <a:xfrm>
            <a:off x="4756681" y="3852377"/>
            <a:ext cx="2386649" cy="1292535"/>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730" name="Google Shape;730;p84"/>
          <p:cNvCxnSpPr/>
          <p:nvPr/>
        </p:nvCxnSpPr>
        <p:spPr>
          <a:xfrm>
            <a:off x="4755299" y="-9524"/>
            <a:ext cx="0" cy="5157216"/>
          </a:xfrm>
          <a:prstGeom prst="straightConnector1">
            <a:avLst/>
          </a:prstGeom>
          <a:noFill/>
          <a:ln w="12700" cap="flat" cmpd="sng">
            <a:solidFill>
              <a:schemeClr val="lt2"/>
            </a:solidFill>
            <a:prstDash val="solid"/>
            <a:round/>
            <a:headEnd type="none" w="sm" len="sm"/>
            <a:tailEnd type="none" w="sm" len="sm"/>
          </a:ln>
        </p:spPr>
      </p:cxnSp>
      <p:sp>
        <p:nvSpPr>
          <p:cNvPr id="731" name="Google Shape;731;p84"/>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32" name="Google Shape;732;p84"/>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Experience 6">
  <p:cSld name="Experience 6">
    <p:bg>
      <p:bgPr>
        <a:solidFill>
          <a:srgbClr val="333332"/>
        </a:solidFill>
        <a:effectLst/>
      </p:bgPr>
    </p:bg>
    <p:spTree>
      <p:nvGrpSpPr>
        <p:cNvPr id="1" name="Shape 733"/>
        <p:cNvGrpSpPr/>
        <p:nvPr/>
      </p:nvGrpSpPr>
      <p:grpSpPr>
        <a:xfrm>
          <a:off x="0" y="0"/>
          <a:ext cx="0" cy="0"/>
          <a:chOff x="0" y="0"/>
          <a:chExt cx="0" cy="0"/>
        </a:xfrm>
      </p:grpSpPr>
      <p:sp>
        <p:nvSpPr>
          <p:cNvPr id="734" name="Google Shape;734;p85"/>
          <p:cNvSpPr txBox="1">
            <a:spLocks noGrp="1"/>
          </p:cNvSpPr>
          <p:nvPr>
            <p:ph type="title"/>
          </p:nvPr>
        </p:nvSpPr>
        <p:spPr>
          <a:xfrm>
            <a:off x="309564" y="2156411"/>
            <a:ext cx="2653643"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500"/>
              <a:buFont typeface="Georgia"/>
              <a:buNone/>
              <a:defRPr sz="1500" b="0" i="0" u="none" strike="noStrike" cap="non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5" name="Google Shape;735;p85"/>
          <p:cNvSpPr txBox="1">
            <a:spLocks noGrp="1"/>
          </p:cNvSpPr>
          <p:nvPr>
            <p:ph type="body" idx="1"/>
          </p:nvPr>
        </p:nvSpPr>
        <p:spPr>
          <a:xfrm>
            <a:off x="309565" y="2791261"/>
            <a:ext cx="2347913" cy="103875"/>
          </a:xfrm>
          <a:prstGeom prst="rect">
            <a:avLst/>
          </a:prstGeom>
          <a:noFill/>
          <a:ln>
            <a:noFill/>
          </a:ln>
        </p:spPr>
        <p:txBody>
          <a:bodyPr spcFirstLastPara="1" wrap="square" lIns="91425" tIns="91425" rIns="91425" bIns="91425" anchor="t" anchorCtr="0"/>
          <a:lstStyle>
            <a:lvl1pPr marL="457200" marR="0" lvl="0" indent="-228600" algn="l">
              <a:lnSpc>
                <a:spcPct val="100000"/>
              </a:lnSpc>
              <a:spcBef>
                <a:spcPts val="135"/>
              </a:spcBef>
              <a:spcAft>
                <a:spcPts val="0"/>
              </a:spcAft>
              <a:buClr>
                <a:schemeClr val="lt1"/>
              </a:buClr>
              <a:buSzPts val="675"/>
              <a:buFont typeface="Arial"/>
              <a:buNone/>
              <a:defRPr sz="675" b="0" i="0" u="none" strike="noStrike" cap="none">
                <a:solidFill>
                  <a:schemeClr val="lt1"/>
                </a:solidFill>
                <a:latin typeface="Arial"/>
                <a:ea typeface="Arial"/>
                <a:cs typeface="Arial"/>
                <a:sym typeface="Arial"/>
              </a:defRPr>
            </a:lvl1pPr>
            <a:lvl2pPr marL="914400" marR="0" lvl="1" indent="-276225" algn="l">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36" name="Google Shape;736;p85"/>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737" name="Google Shape;737;p85"/>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738" name="Google Shape;738;p85"/>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Experience 7">
  <p:cSld name="Experience 7">
    <p:bg>
      <p:bgPr>
        <a:solidFill>
          <a:srgbClr val="333332"/>
        </a:solidFill>
        <a:effectLst/>
      </p:bgPr>
    </p:bg>
    <p:spTree>
      <p:nvGrpSpPr>
        <p:cNvPr id="1" name="Shape 739"/>
        <p:cNvGrpSpPr/>
        <p:nvPr/>
      </p:nvGrpSpPr>
      <p:grpSpPr>
        <a:xfrm>
          <a:off x="0" y="0"/>
          <a:ext cx="0" cy="0"/>
          <a:chOff x="0" y="0"/>
          <a:chExt cx="0" cy="0"/>
        </a:xfrm>
      </p:grpSpPr>
      <p:sp>
        <p:nvSpPr>
          <p:cNvPr id="740" name="Google Shape;740;p86"/>
          <p:cNvSpPr txBox="1">
            <a:spLocks noGrp="1"/>
          </p:cNvSpPr>
          <p:nvPr>
            <p:ph type="title"/>
          </p:nvPr>
        </p:nvSpPr>
        <p:spPr>
          <a:xfrm>
            <a:off x="309564" y="2659836"/>
            <a:ext cx="2653643"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lt1"/>
              </a:buClr>
              <a:buSzPts val="1500"/>
              <a:buFont typeface="Georgia"/>
              <a:buNone/>
              <a:defRPr sz="1500" b="0" i="0" u="none" strike="noStrike" cap="non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1" name="Google Shape;741;p86"/>
          <p:cNvSpPr txBox="1">
            <a:spLocks noGrp="1"/>
          </p:cNvSpPr>
          <p:nvPr>
            <p:ph type="body" idx="1"/>
          </p:nvPr>
        </p:nvSpPr>
        <p:spPr>
          <a:xfrm>
            <a:off x="311945" y="3063135"/>
            <a:ext cx="2445007" cy="124650"/>
          </a:xfrm>
          <a:prstGeom prst="rect">
            <a:avLst/>
          </a:prstGeom>
          <a:noFill/>
          <a:ln>
            <a:noFill/>
          </a:ln>
        </p:spPr>
        <p:txBody>
          <a:bodyPr spcFirstLastPara="1" wrap="square" lIns="91425" tIns="91425" rIns="91425" bIns="91425" anchor="t" anchorCtr="0"/>
          <a:lstStyle>
            <a:lvl1pPr marL="457200" marR="0" lvl="0" indent="-228600" algn="l">
              <a:lnSpc>
                <a:spcPct val="120000"/>
              </a:lnSpc>
              <a:spcBef>
                <a:spcPts val="0"/>
              </a:spcBef>
              <a:spcAft>
                <a:spcPts val="0"/>
              </a:spcAft>
              <a:buClr>
                <a:schemeClr val="lt1"/>
              </a:buClr>
              <a:buSzPts val="675"/>
              <a:buFont typeface="Noto Sans Symbols"/>
              <a:buNone/>
              <a:defRPr sz="675" b="0" i="0" u="none" strike="noStrike" cap="none">
                <a:solidFill>
                  <a:schemeClr val="lt1"/>
                </a:solidFill>
                <a:latin typeface="Arial"/>
                <a:ea typeface="Arial"/>
                <a:cs typeface="Arial"/>
                <a:sym typeface="Arial"/>
              </a:defRPr>
            </a:lvl1pPr>
            <a:lvl2pPr marL="914400" marR="0" lvl="1" indent="-228600" algn="l">
              <a:lnSpc>
                <a:spcPct val="100000"/>
              </a:lnSpc>
              <a:spcBef>
                <a:spcPts val="270"/>
              </a:spcBef>
              <a:spcAft>
                <a:spcPts val="0"/>
              </a:spcAft>
              <a:buClr>
                <a:srgbClr val="888888"/>
              </a:buClr>
              <a:buSzPts val="1350"/>
              <a:buFont typeface="Noto Sans Symbols"/>
              <a:buNone/>
              <a:defRPr sz="1350" b="0" i="0" u="none" strike="noStrike" cap="none">
                <a:solidFill>
                  <a:srgbClr val="888888"/>
                </a:solidFill>
                <a:latin typeface="Arial"/>
                <a:ea typeface="Arial"/>
                <a:cs typeface="Arial"/>
                <a:sym typeface="Arial"/>
              </a:defRPr>
            </a:lvl2pPr>
            <a:lvl3pPr marL="1371600" marR="0" lvl="2" indent="-228600" algn="l">
              <a:lnSpc>
                <a:spcPct val="100000"/>
              </a:lnSpc>
              <a:spcBef>
                <a:spcPts val="24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1828800" marR="0" lvl="3"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4pPr>
            <a:lvl5pPr marL="2286000" marR="0" lvl="4"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5pPr>
            <a:lvl6pPr marL="2743200" marR="0" lvl="5"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6pPr>
            <a:lvl7pPr marL="3200400" marR="0" lvl="6"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7pPr>
            <a:lvl8pPr marL="3657600" marR="0" lvl="7"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8pPr>
            <a:lvl9pPr marL="4114800" marR="0" lvl="8" indent="-228600" algn="l">
              <a:lnSpc>
                <a:spcPct val="100000"/>
              </a:lnSpc>
              <a:spcBef>
                <a:spcPts val="210"/>
              </a:spcBef>
              <a:spcAft>
                <a:spcPts val="0"/>
              </a:spcAft>
              <a:buClr>
                <a:srgbClr val="888888"/>
              </a:buClr>
              <a:buSzPts val="1050"/>
              <a:buFont typeface="Arial"/>
              <a:buNone/>
              <a:defRPr sz="1050" b="0" i="0" u="none" strike="noStrike" cap="none">
                <a:solidFill>
                  <a:srgbClr val="888888"/>
                </a:solidFill>
                <a:latin typeface="Arial"/>
                <a:ea typeface="Arial"/>
                <a:cs typeface="Arial"/>
                <a:sym typeface="Arial"/>
              </a:defRPr>
            </a:lvl9pPr>
          </a:lstStyle>
          <a:p>
            <a:endParaRPr/>
          </a:p>
        </p:txBody>
      </p:sp>
      <p:sp>
        <p:nvSpPr>
          <p:cNvPr id="742" name="Google Shape;742;p86"/>
          <p:cNvSpPr/>
          <p:nvPr/>
        </p:nvSpPr>
        <p:spPr>
          <a:xfrm rot="-5400000">
            <a:off x="553167" y="2522105"/>
            <a:ext cx="5138755" cy="101601"/>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
        <p:nvSpPr>
          <p:cNvPr id="743" name="Google Shape;743;p86"/>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1pPr>
            <a:lvl2pPr marL="0" marR="0" lvl="1"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2pPr>
            <a:lvl3pPr marL="0" marR="0" lvl="2"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3pPr>
            <a:lvl4pPr marL="0" marR="0" lvl="3"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4pPr>
            <a:lvl5pPr marL="0" marR="0" lvl="4"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5pPr>
            <a:lvl6pPr marL="0" marR="0" lvl="5"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6pPr>
            <a:lvl7pPr marL="0" marR="0" lvl="6"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7pPr>
            <a:lvl8pPr marL="0" marR="0" lvl="7"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8pPr>
            <a:lvl9pPr marL="0" marR="0" lvl="8" indent="0" algn="r">
              <a:lnSpc>
                <a:spcPct val="100000"/>
              </a:lnSpc>
              <a:spcBef>
                <a:spcPts val="0"/>
              </a:spcBef>
              <a:spcAft>
                <a:spcPts val="0"/>
              </a:spcAft>
              <a:buNone/>
              <a:defRPr sz="800" b="0" i="0" u="none" strike="noStrike" cap="none">
                <a:solidFill>
                  <a:schemeClr val="lt1"/>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744" name="Google Shape;744;p86"/>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Section Header 4">
  <p:cSld name="Section Header 4">
    <p:bg>
      <p:bgPr>
        <a:solidFill>
          <a:schemeClr val="lt1"/>
        </a:solidFill>
        <a:effectLst/>
      </p:bgPr>
    </p:bg>
    <p:spTree>
      <p:nvGrpSpPr>
        <p:cNvPr id="1" name="Shape 745"/>
        <p:cNvGrpSpPr/>
        <p:nvPr/>
      </p:nvGrpSpPr>
      <p:grpSpPr>
        <a:xfrm>
          <a:off x="0" y="0"/>
          <a:ext cx="0" cy="0"/>
          <a:chOff x="0" y="0"/>
          <a:chExt cx="0" cy="0"/>
        </a:xfrm>
      </p:grpSpPr>
      <p:sp>
        <p:nvSpPr>
          <p:cNvPr id="746" name="Google Shape;746;p87"/>
          <p:cNvSpPr>
            <a:spLocks noGrp="1"/>
          </p:cNvSpPr>
          <p:nvPr>
            <p:ph type="pic" idx="2"/>
          </p:nvPr>
        </p:nvSpPr>
        <p:spPr>
          <a:xfrm>
            <a:off x="0" y="1008272"/>
            <a:ext cx="9144000" cy="4135227"/>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10"/>
              </a:spcBef>
              <a:spcAft>
                <a:spcPts val="0"/>
              </a:spcAft>
              <a:buClr>
                <a:schemeClr val="dk1"/>
              </a:buClr>
              <a:buSzPts val="1050"/>
              <a:buFont typeface="Arial"/>
              <a:buNone/>
              <a:defRPr sz="1050" b="0" i="0" u="none" strike="noStrike" cap="none">
                <a:solidFill>
                  <a:schemeClr val="dk1"/>
                </a:solidFill>
                <a:latin typeface="Georgia"/>
                <a:ea typeface="Georgia"/>
                <a:cs typeface="Georgia"/>
                <a:sym typeface="Georgia"/>
              </a:defRPr>
            </a:lvl1pPr>
            <a:lvl2pPr marR="0" lvl="1"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R="0" lvl="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R="0" lvl="3"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R="0" lvl="4"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R="0" lvl="5"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47" name="Google Shape;747;p87"/>
          <p:cNvSpPr txBox="1">
            <a:spLocks noGrp="1"/>
          </p:cNvSpPr>
          <p:nvPr>
            <p:ph type="title"/>
          </p:nvPr>
        </p:nvSpPr>
        <p:spPr>
          <a:xfrm>
            <a:off x="310896" y="607298"/>
            <a:ext cx="8479637" cy="230832"/>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748" name="Google Shape;748;p87"/>
          <p:cNvGrpSpPr/>
          <p:nvPr/>
        </p:nvGrpSpPr>
        <p:grpSpPr>
          <a:xfrm>
            <a:off x="-3347" y="998236"/>
            <a:ext cx="9141568" cy="104771"/>
            <a:chOff x="-3347" y="998234"/>
            <a:chExt cx="9141568" cy="104771"/>
          </a:xfrm>
        </p:grpSpPr>
        <p:sp>
          <p:nvSpPr>
            <p:cNvPr id="749" name="Google Shape;749;p87"/>
            <p:cNvSpPr/>
            <p:nvPr/>
          </p:nvSpPr>
          <p:spPr>
            <a:xfrm rot="10800000" flipH="1">
              <a:off x="976383" y="998234"/>
              <a:ext cx="199956" cy="97328"/>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750" name="Google Shape;750;p87"/>
            <p:cNvSpPr/>
            <p:nvPr/>
          </p:nvSpPr>
          <p:spPr>
            <a:xfrm>
              <a:off x="-3347" y="1004580"/>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grpSp>
      <p:sp>
        <p:nvSpPr>
          <p:cNvPr id="751" name="Google Shape;751;p87"/>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52" name="Google Shape;752;p87"/>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Tree>
  </p:cSld>
  <p:clrMapOvr>
    <a:masterClrMapping/>
  </p:clrMapOvr>
  <p:transition spd="med">
    <p:fade thruBlk="1"/>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753"/>
        <p:cNvGrpSpPr/>
        <p:nvPr/>
      </p:nvGrpSpPr>
      <p:grpSpPr>
        <a:xfrm>
          <a:off x="0" y="0"/>
          <a:ext cx="0" cy="0"/>
          <a:chOff x="0" y="0"/>
          <a:chExt cx="0" cy="0"/>
        </a:xfrm>
      </p:grpSpPr>
      <p:sp>
        <p:nvSpPr>
          <p:cNvPr id="754" name="Google Shape;754;p88"/>
          <p:cNvSpPr txBox="1">
            <a:spLocks noGrp="1"/>
          </p:cNvSpPr>
          <p:nvPr>
            <p:ph type="body" idx="1"/>
          </p:nvPr>
        </p:nvSpPr>
        <p:spPr>
          <a:xfrm>
            <a:off x="280122" y="517922"/>
            <a:ext cx="2427600" cy="3955200"/>
          </a:xfrm>
          <a:prstGeom prst="rect">
            <a:avLst/>
          </a:prstGeom>
          <a:noFill/>
          <a:ln>
            <a:noFill/>
          </a:ln>
        </p:spPr>
        <p:txBody>
          <a:bodyPr spcFirstLastPara="1" wrap="square" lIns="68575" tIns="68575" rIns="68575" bIns="68575" anchor="t" anchorCtr="0"/>
          <a:lstStyle>
            <a:lvl1pPr marL="457200" marR="0" lvl="0" indent="-228600" algn="l">
              <a:lnSpc>
                <a:spcPct val="100000"/>
              </a:lnSpc>
              <a:spcBef>
                <a:spcPts val="0"/>
              </a:spcBef>
              <a:spcAft>
                <a:spcPts val="0"/>
              </a:spcAft>
              <a:buClr>
                <a:srgbClr val="000000"/>
              </a:buClr>
              <a:buSzPts val="1200"/>
              <a:buFont typeface="Noto Sans Symbols"/>
              <a:buNone/>
              <a:defRPr sz="1200" b="0" i="1" u="none" strike="noStrike" cap="none">
                <a:solidFill>
                  <a:schemeClr val="lt1"/>
                </a:solidFill>
                <a:latin typeface="Georgia"/>
                <a:ea typeface="Georgia"/>
                <a:cs typeface="Georgia"/>
                <a:sym typeface="Georgia"/>
              </a:defRPr>
            </a:lvl1pPr>
            <a:lvl2pPr marL="914400" marR="0" lvl="1" indent="-298450" algn="l">
              <a:lnSpc>
                <a:spcPct val="100000"/>
              </a:lnSpc>
              <a:spcBef>
                <a:spcPts val="400"/>
              </a:spcBef>
              <a:spcAft>
                <a:spcPts val="0"/>
              </a:spcAft>
              <a:buClr>
                <a:schemeClr val="accent6"/>
              </a:buClr>
              <a:buSzPts val="1100"/>
              <a:buFont typeface="Times New Roman"/>
              <a:buChar char="•"/>
              <a:defRPr sz="1100" b="0" i="0" u="none" strike="noStrike" cap="none">
                <a:solidFill>
                  <a:schemeClr val="dk1"/>
                </a:solidFill>
                <a:latin typeface="Arial"/>
                <a:ea typeface="Arial"/>
                <a:cs typeface="Arial"/>
                <a:sym typeface="Arial"/>
              </a:defRPr>
            </a:lvl2pPr>
            <a:lvl3pPr marL="1371600" marR="0" lvl="2" indent="-298450" algn="l">
              <a:lnSpc>
                <a:spcPct val="100000"/>
              </a:lnSpc>
              <a:spcBef>
                <a:spcPts val="400"/>
              </a:spcBef>
              <a:spcAft>
                <a:spcPts val="0"/>
              </a:spcAft>
              <a:buClr>
                <a:schemeClr val="accent6"/>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4pPr>
            <a:lvl5pPr marL="2286000" marR="0" lvl="4"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5pPr>
            <a:lvl6pPr marL="2743200" marR="0" lvl="5" indent="-279400" algn="l">
              <a:lnSpc>
                <a:spcPct val="100000"/>
              </a:lnSpc>
              <a:spcBef>
                <a:spcPts val="400"/>
              </a:spcBef>
              <a:spcAft>
                <a:spcPts val="0"/>
              </a:spcAft>
              <a:buClr>
                <a:schemeClr val="dk1"/>
              </a:buClr>
              <a:buSzPts val="800"/>
              <a:buFont typeface="Georgia"/>
              <a:buAutoNum type="arabicPeriod"/>
              <a:defRPr sz="800" b="0" i="0" u="none" strike="noStrike" cap="none">
                <a:solidFill>
                  <a:schemeClr val="dk1"/>
                </a:solidFill>
                <a:latin typeface="Georgia"/>
                <a:ea typeface="Georgia"/>
                <a:cs typeface="Georgia"/>
                <a:sym typeface="Georgia"/>
              </a:defRPr>
            </a:lvl6pPr>
            <a:lvl7pPr marL="3200400" marR="0" lvl="6" indent="-279400" algn="l">
              <a:lnSpc>
                <a:spcPct val="100000"/>
              </a:lnSpc>
              <a:spcBef>
                <a:spcPts val="0"/>
              </a:spcBef>
              <a:spcAft>
                <a:spcPts val="0"/>
              </a:spcAft>
              <a:buClr>
                <a:schemeClr val="dk1"/>
              </a:buClr>
              <a:buSzPts val="800"/>
              <a:buFont typeface="Georgia"/>
              <a:buAutoNum type="alphaLcPeriod"/>
              <a:defRPr sz="800" b="0" i="0" u="none" strike="noStrike" cap="none">
                <a:solidFill>
                  <a:schemeClr val="dk1"/>
                </a:solidFill>
                <a:latin typeface="Georgia"/>
                <a:ea typeface="Georgia"/>
                <a:cs typeface="Georgia"/>
                <a:sym typeface="Georgia"/>
              </a:defRPr>
            </a:lvl7pPr>
            <a:lvl8pPr marL="3657600" marR="0" lvl="7" indent="-279400" algn="l">
              <a:lnSpc>
                <a:spcPct val="100000"/>
              </a:lnSpc>
              <a:spcBef>
                <a:spcPts val="0"/>
              </a:spcBef>
              <a:spcAft>
                <a:spcPts val="0"/>
              </a:spcAft>
              <a:buClr>
                <a:schemeClr val="dk1"/>
              </a:buClr>
              <a:buSzPts val="800"/>
              <a:buFont typeface="Georgia"/>
              <a:buAutoNum type="romanLcPeriod"/>
              <a:defRPr sz="8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400"/>
              </a:spcAft>
              <a:buClr>
                <a:schemeClr val="dk2"/>
              </a:buClr>
              <a:buSzPts val="800"/>
              <a:buFont typeface="Arial"/>
              <a:buNone/>
              <a:defRPr sz="800" b="1" i="0" u="none" strike="noStrike" cap="none">
                <a:solidFill>
                  <a:schemeClr val="dk2"/>
                </a:solidFill>
                <a:latin typeface="Georgia"/>
                <a:ea typeface="Georgia"/>
                <a:cs typeface="Georgia"/>
                <a:sym typeface="Georgia"/>
              </a:defRPr>
            </a:lvl9pPr>
          </a:lstStyle>
          <a:p>
            <a:endParaRPr/>
          </a:p>
        </p:txBody>
      </p:sp>
      <p:sp>
        <p:nvSpPr>
          <p:cNvPr id="755" name="Google Shape;755;p88"/>
          <p:cNvSpPr txBox="1">
            <a:spLocks noGrp="1"/>
          </p:cNvSpPr>
          <p:nvPr>
            <p:ph type="title"/>
          </p:nvPr>
        </p:nvSpPr>
        <p:spPr>
          <a:xfrm>
            <a:off x="3250111" y="517924"/>
            <a:ext cx="5472600" cy="683400"/>
          </a:xfrm>
          <a:prstGeom prst="rect">
            <a:avLst/>
          </a:prstGeom>
          <a:noFill/>
          <a:ln>
            <a:noFill/>
          </a:ln>
        </p:spPr>
        <p:txBody>
          <a:bodyPr spcFirstLastPara="1" wrap="square" lIns="68575" tIns="68575" rIns="68575" bIns="68575" anchor="t" anchorCtr="0"/>
          <a:lstStyle>
            <a:lvl1pPr marR="0" lvl="0" algn="l">
              <a:lnSpc>
                <a:spcPct val="100000"/>
              </a:lnSpc>
              <a:spcBef>
                <a:spcPts val="0"/>
              </a:spcBef>
              <a:spcAft>
                <a:spcPts val="0"/>
              </a:spcAft>
              <a:buClr>
                <a:schemeClr val="accent2"/>
              </a:buClr>
              <a:buSzPts val="2100"/>
              <a:buFont typeface="Georgia"/>
              <a:buNone/>
              <a:defRPr sz="2100" b="1" i="1" u="none" strike="noStrike" cap="none">
                <a:solidFill>
                  <a:schemeClr val="accent2"/>
                </a:solidFill>
                <a:latin typeface="Georgia"/>
                <a:ea typeface="Georgia"/>
                <a:cs typeface="Georgia"/>
                <a:sym typeface="Georgia"/>
              </a:defRPr>
            </a:lvl1pPr>
            <a:lvl2pPr lvl="1">
              <a:spcBef>
                <a:spcPts val="0"/>
              </a:spcBef>
              <a:spcAft>
                <a:spcPts val="0"/>
              </a:spcAft>
              <a:buSzPts val="900"/>
              <a:buFont typeface="Arial"/>
              <a:buNone/>
              <a:defRPr sz="1200"/>
            </a:lvl2pPr>
            <a:lvl3pPr lvl="2">
              <a:spcBef>
                <a:spcPts val="0"/>
              </a:spcBef>
              <a:spcAft>
                <a:spcPts val="0"/>
              </a:spcAft>
              <a:buSzPts val="900"/>
              <a:buFont typeface="Arial"/>
              <a:buNone/>
              <a:defRPr sz="1200"/>
            </a:lvl3pPr>
            <a:lvl4pPr lvl="3">
              <a:spcBef>
                <a:spcPts val="0"/>
              </a:spcBef>
              <a:spcAft>
                <a:spcPts val="0"/>
              </a:spcAft>
              <a:buSzPts val="900"/>
              <a:buFont typeface="Arial"/>
              <a:buNone/>
              <a:defRPr sz="1200"/>
            </a:lvl4pPr>
            <a:lvl5pPr lvl="4">
              <a:spcBef>
                <a:spcPts val="0"/>
              </a:spcBef>
              <a:spcAft>
                <a:spcPts val="0"/>
              </a:spcAft>
              <a:buSzPts val="900"/>
              <a:buFont typeface="Arial"/>
              <a:buNone/>
              <a:defRPr sz="1200"/>
            </a:lvl5pPr>
            <a:lvl6pPr lvl="5">
              <a:spcBef>
                <a:spcPts val="0"/>
              </a:spcBef>
              <a:spcAft>
                <a:spcPts val="0"/>
              </a:spcAft>
              <a:buSzPts val="900"/>
              <a:buFont typeface="Arial"/>
              <a:buNone/>
              <a:defRPr sz="1200"/>
            </a:lvl6pPr>
            <a:lvl7pPr lvl="6">
              <a:spcBef>
                <a:spcPts val="0"/>
              </a:spcBef>
              <a:spcAft>
                <a:spcPts val="0"/>
              </a:spcAft>
              <a:buSzPts val="900"/>
              <a:buFont typeface="Arial"/>
              <a:buNone/>
              <a:defRPr sz="1200"/>
            </a:lvl7pPr>
            <a:lvl8pPr lvl="7">
              <a:spcBef>
                <a:spcPts val="0"/>
              </a:spcBef>
              <a:spcAft>
                <a:spcPts val="0"/>
              </a:spcAft>
              <a:buSzPts val="900"/>
              <a:buFont typeface="Arial"/>
              <a:buNone/>
              <a:defRPr sz="1200"/>
            </a:lvl8pPr>
            <a:lvl9pPr lvl="8">
              <a:spcBef>
                <a:spcPts val="0"/>
              </a:spcBef>
              <a:spcAft>
                <a:spcPts val="0"/>
              </a:spcAft>
              <a:buSzPts val="900"/>
              <a:buFont typeface="Arial"/>
              <a:buNone/>
              <a:defRPr sz="1200"/>
            </a:lvl9pPr>
          </a:lstStyle>
          <a:p>
            <a:endParaRPr/>
          </a:p>
        </p:txBody>
      </p:sp>
      <p:sp>
        <p:nvSpPr>
          <p:cNvPr id="756" name="Google Shape;756;p88"/>
          <p:cNvSpPr txBox="1">
            <a:spLocks noGrp="1"/>
          </p:cNvSpPr>
          <p:nvPr>
            <p:ph type="body" idx="2"/>
          </p:nvPr>
        </p:nvSpPr>
        <p:spPr>
          <a:xfrm>
            <a:off x="3250110" y="1265916"/>
            <a:ext cx="5565000" cy="3373500"/>
          </a:xfrm>
          <a:prstGeom prst="rect">
            <a:avLst/>
          </a:prstGeom>
          <a:noFill/>
          <a:ln>
            <a:noFill/>
          </a:ln>
        </p:spPr>
        <p:txBody>
          <a:bodyPr spcFirstLastPara="1" wrap="square" lIns="68575" tIns="68575" rIns="68575" bIns="68575" anchor="t" anchorCtr="0"/>
          <a:lstStyle>
            <a:lvl1pPr marL="457200" marR="0" lvl="0" indent="-228600" algn="l">
              <a:lnSpc>
                <a:spcPct val="100000"/>
              </a:lnSpc>
              <a:spcBef>
                <a:spcPts val="0"/>
              </a:spcBef>
              <a:spcAft>
                <a:spcPts val="0"/>
              </a:spcAft>
              <a:buClr>
                <a:srgbClr val="000000"/>
              </a:buClr>
              <a:buSzPts val="1200"/>
              <a:buFont typeface="Noto Sans Symbols"/>
              <a:buNone/>
              <a:defRPr sz="1200" b="0" i="0" u="none" strike="noStrike" cap="none">
                <a:solidFill>
                  <a:schemeClr val="dk1"/>
                </a:solidFill>
                <a:latin typeface="Arial"/>
                <a:ea typeface="Arial"/>
                <a:cs typeface="Arial"/>
                <a:sym typeface="Arial"/>
              </a:defRPr>
            </a:lvl1pPr>
            <a:lvl2pPr marL="914400" marR="0" lvl="1" indent="-298450" algn="l">
              <a:lnSpc>
                <a:spcPct val="100000"/>
              </a:lnSpc>
              <a:spcBef>
                <a:spcPts val="400"/>
              </a:spcBef>
              <a:spcAft>
                <a:spcPts val="0"/>
              </a:spcAft>
              <a:buClr>
                <a:schemeClr val="accent6"/>
              </a:buClr>
              <a:buSzPts val="1100"/>
              <a:buFont typeface="Times New Roman"/>
              <a:buChar char="•"/>
              <a:defRPr sz="1100" b="0" i="0" u="none" strike="noStrike" cap="none">
                <a:solidFill>
                  <a:schemeClr val="dk1"/>
                </a:solidFill>
                <a:latin typeface="Arial"/>
                <a:ea typeface="Arial"/>
                <a:cs typeface="Arial"/>
                <a:sym typeface="Arial"/>
              </a:defRPr>
            </a:lvl2pPr>
            <a:lvl3pPr marL="1371600" marR="0" lvl="2" indent="-298450" algn="l">
              <a:lnSpc>
                <a:spcPct val="100000"/>
              </a:lnSpc>
              <a:spcBef>
                <a:spcPts val="400"/>
              </a:spcBef>
              <a:spcAft>
                <a:spcPts val="0"/>
              </a:spcAft>
              <a:buClr>
                <a:schemeClr val="accent6"/>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4pPr>
            <a:lvl5pPr marL="2286000" marR="0" lvl="4" indent="-298450" algn="l">
              <a:lnSpc>
                <a:spcPct val="100000"/>
              </a:lnSpc>
              <a:spcBef>
                <a:spcPts val="400"/>
              </a:spcBef>
              <a:spcAft>
                <a:spcPts val="0"/>
              </a:spcAft>
              <a:buClr>
                <a:schemeClr val="dk2"/>
              </a:buClr>
              <a:buSzPts val="1100"/>
              <a:buFont typeface="Georgia"/>
              <a:buChar char="›"/>
              <a:defRPr sz="1100" b="0" i="0" u="none" strike="noStrike" cap="none">
                <a:solidFill>
                  <a:schemeClr val="dk1"/>
                </a:solidFill>
                <a:latin typeface="Georgia"/>
                <a:ea typeface="Georgia"/>
                <a:cs typeface="Georgia"/>
                <a:sym typeface="Georgia"/>
              </a:defRPr>
            </a:lvl5pPr>
            <a:lvl6pPr marL="2743200" marR="0" lvl="5" indent="-279400" algn="l">
              <a:lnSpc>
                <a:spcPct val="100000"/>
              </a:lnSpc>
              <a:spcBef>
                <a:spcPts val="400"/>
              </a:spcBef>
              <a:spcAft>
                <a:spcPts val="0"/>
              </a:spcAft>
              <a:buClr>
                <a:schemeClr val="dk1"/>
              </a:buClr>
              <a:buSzPts val="800"/>
              <a:buFont typeface="Georgia"/>
              <a:buAutoNum type="arabicPeriod"/>
              <a:defRPr sz="800" b="0" i="0" u="none" strike="noStrike" cap="none">
                <a:solidFill>
                  <a:schemeClr val="dk1"/>
                </a:solidFill>
                <a:latin typeface="Georgia"/>
                <a:ea typeface="Georgia"/>
                <a:cs typeface="Georgia"/>
                <a:sym typeface="Georgia"/>
              </a:defRPr>
            </a:lvl6pPr>
            <a:lvl7pPr marL="3200400" marR="0" lvl="6" indent="-279400" algn="l">
              <a:lnSpc>
                <a:spcPct val="100000"/>
              </a:lnSpc>
              <a:spcBef>
                <a:spcPts val="0"/>
              </a:spcBef>
              <a:spcAft>
                <a:spcPts val="0"/>
              </a:spcAft>
              <a:buClr>
                <a:schemeClr val="dk1"/>
              </a:buClr>
              <a:buSzPts val="800"/>
              <a:buFont typeface="Georgia"/>
              <a:buAutoNum type="alphaLcPeriod"/>
              <a:defRPr sz="800" b="0" i="0" u="none" strike="noStrike" cap="none">
                <a:solidFill>
                  <a:schemeClr val="dk1"/>
                </a:solidFill>
                <a:latin typeface="Georgia"/>
                <a:ea typeface="Georgia"/>
                <a:cs typeface="Georgia"/>
                <a:sym typeface="Georgia"/>
              </a:defRPr>
            </a:lvl7pPr>
            <a:lvl8pPr marL="3657600" marR="0" lvl="7" indent="-279400" algn="l">
              <a:lnSpc>
                <a:spcPct val="100000"/>
              </a:lnSpc>
              <a:spcBef>
                <a:spcPts val="0"/>
              </a:spcBef>
              <a:spcAft>
                <a:spcPts val="0"/>
              </a:spcAft>
              <a:buClr>
                <a:schemeClr val="dk1"/>
              </a:buClr>
              <a:buSzPts val="800"/>
              <a:buFont typeface="Georgia"/>
              <a:buAutoNum type="romanLcPeriod"/>
              <a:defRPr sz="800" b="0" i="0" u="none" strike="noStrike" cap="none">
                <a:solidFill>
                  <a:schemeClr val="dk1"/>
                </a:solidFill>
                <a:latin typeface="Georgia"/>
                <a:ea typeface="Georgia"/>
                <a:cs typeface="Georgia"/>
                <a:sym typeface="Georgia"/>
              </a:defRPr>
            </a:lvl8pPr>
            <a:lvl9pPr marL="4114800" marR="0" lvl="8" indent="-228600" algn="l">
              <a:lnSpc>
                <a:spcPct val="100000"/>
              </a:lnSpc>
              <a:spcBef>
                <a:spcPts val="0"/>
              </a:spcBef>
              <a:spcAft>
                <a:spcPts val="400"/>
              </a:spcAft>
              <a:buClr>
                <a:schemeClr val="dk2"/>
              </a:buClr>
              <a:buSzPts val="800"/>
              <a:buFont typeface="Arial"/>
              <a:buNone/>
              <a:defRPr sz="800" b="1" i="0" u="none" strike="noStrike" cap="none">
                <a:solidFill>
                  <a:schemeClr val="dk2"/>
                </a:solidFill>
                <a:latin typeface="Georgia"/>
                <a:ea typeface="Georgia"/>
                <a:cs typeface="Georgia"/>
                <a:sym typeface="Georgia"/>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matchingName="Perspective3">
  <p:cSld name="Perspective3">
    <p:bg>
      <p:bgPr>
        <a:solidFill>
          <a:schemeClr val="lt1"/>
        </a:solidFill>
        <a:effectLst/>
      </p:bgPr>
    </p:bg>
    <p:spTree>
      <p:nvGrpSpPr>
        <p:cNvPr id="1" name="Shape 757"/>
        <p:cNvGrpSpPr/>
        <p:nvPr/>
      </p:nvGrpSpPr>
      <p:grpSpPr>
        <a:xfrm>
          <a:off x="0" y="0"/>
          <a:ext cx="0" cy="0"/>
          <a:chOff x="0" y="0"/>
          <a:chExt cx="0" cy="0"/>
        </a:xfrm>
      </p:grpSpPr>
      <p:sp>
        <p:nvSpPr>
          <p:cNvPr id="758" name="Google Shape;758;p89"/>
          <p:cNvSpPr/>
          <p:nvPr/>
        </p:nvSpPr>
        <p:spPr>
          <a:xfrm>
            <a:off x="0" y="0"/>
            <a:ext cx="2010335" cy="5143500"/>
          </a:xfrm>
          <a:prstGeom prst="rect">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59" name="Google Shape;759;p89"/>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PwC | Transforming Intel’s Finance Function</a:t>
            </a:r>
            <a:endParaRPr/>
          </a:p>
        </p:txBody>
      </p:sp>
      <p:sp>
        <p:nvSpPr>
          <p:cNvPr id="760" name="Google Shape;760;p89"/>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SzPts val="800"/>
              <a:buNone/>
              <a:defRPr sz="8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matchingName="Black blank">
  <p:cSld name="Black blank">
    <p:bg>
      <p:bgPr>
        <a:solidFill>
          <a:schemeClr val="dk1"/>
        </a:solidFill>
        <a:effectLst/>
      </p:bgPr>
    </p:bg>
    <p:spTree>
      <p:nvGrpSpPr>
        <p:cNvPr id="1" name="Shape 761"/>
        <p:cNvGrpSpPr/>
        <p:nvPr/>
      </p:nvGrpSpPr>
      <p:grpSpPr>
        <a:xfrm>
          <a:off x="0" y="0"/>
          <a:ext cx="0" cy="0"/>
          <a:chOff x="0" y="0"/>
          <a:chExt cx="0" cy="0"/>
        </a:xfrm>
      </p:grpSpPr>
      <p:sp>
        <p:nvSpPr>
          <p:cNvPr id="762" name="Google Shape;762;p90"/>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SzPts val="200"/>
              <a:buNone/>
              <a:defRPr sz="800">
                <a:solidFill>
                  <a:schemeClr val="lt1"/>
                </a:solidFill>
                <a:latin typeface="Arial"/>
                <a:ea typeface="Arial"/>
                <a:cs typeface="Arial"/>
                <a:sym typeface="Arial"/>
              </a:defRPr>
            </a:lvl1pPr>
            <a:lvl2pPr marL="0" marR="0" lvl="1" indent="0" algn="r">
              <a:lnSpc>
                <a:spcPct val="100000"/>
              </a:lnSpc>
              <a:spcBef>
                <a:spcPts val="0"/>
              </a:spcBef>
              <a:spcAft>
                <a:spcPts val="0"/>
              </a:spcAft>
              <a:buSzPts val="200"/>
              <a:buNone/>
              <a:defRPr sz="800">
                <a:solidFill>
                  <a:schemeClr val="lt1"/>
                </a:solidFill>
                <a:latin typeface="Arial"/>
                <a:ea typeface="Arial"/>
                <a:cs typeface="Arial"/>
                <a:sym typeface="Arial"/>
              </a:defRPr>
            </a:lvl2pPr>
            <a:lvl3pPr marL="0" marR="0" lvl="2" indent="0" algn="r">
              <a:lnSpc>
                <a:spcPct val="100000"/>
              </a:lnSpc>
              <a:spcBef>
                <a:spcPts val="0"/>
              </a:spcBef>
              <a:spcAft>
                <a:spcPts val="0"/>
              </a:spcAft>
              <a:buSzPts val="200"/>
              <a:buNone/>
              <a:defRPr sz="800">
                <a:solidFill>
                  <a:schemeClr val="lt1"/>
                </a:solidFill>
                <a:latin typeface="Arial"/>
                <a:ea typeface="Arial"/>
                <a:cs typeface="Arial"/>
                <a:sym typeface="Arial"/>
              </a:defRPr>
            </a:lvl3pPr>
            <a:lvl4pPr marL="0" marR="0" lvl="3" indent="0" algn="r">
              <a:lnSpc>
                <a:spcPct val="100000"/>
              </a:lnSpc>
              <a:spcBef>
                <a:spcPts val="0"/>
              </a:spcBef>
              <a:spcAft>
                <a:spcPts val="0"/>
              </a:spcAft>
              <a:buSzPts val="200"/>
              <a:buNone/>
              <a:defRPr sz="800">
                <a:solidFill>
                  <a:schemeClr val="lt1"/>
                </a:solidFill>
                <a:latin typeface="Arial"/>
                <a:ea typeface="Arial"/>
                <a:cs typeface="Arial"/>
                <a:sym typeface="Arial"/>
              </a:defRPr>
            </a:lvl4pPr>
            <a:lvl5pPr marL="0" marR="0" lvl="4" indent="0" algn="r">
              <a:lnSpc>
                <a:spcPct val="100000"/>
              </a:lnSpc>
              <a:spcBef>
                <a:spcPts val="0"/>
              </a:spcBef>
              <a:spcAft>
                <a:spcPts val="0"/>
              </a:spcAft>
              <a:buSzPts val="200"/>
              <a:buNone/>
              <a:defRPr sz="800">
                <a:solidFill>
                  <a:schemeClr val="lt1"/>
                </a:solidFill>
                <a:latin typeface="Arial"/>
                <a:ea typeface="Arial"/>
                <a:cs typeface="Arial"/>
                <a:sym typeface="Arial"/>
              </a:defRPr>
            </a:lvl5pPr>
            <a:lvl6pPr marL="0" marR="0" lvl="5" indent="0" algn="r">
              <a:lnSpc>
                <a:spcPct val="100000"/>
              </a:lnSpc>
              <a:spcBef>
                <a:spcPts val="0"/>
              </a:spcBef>
              <a:spcAft>
                <a:spcPts val="0"/>
              </a:spcAft>
              <a:buSzPts val="200"/>
              <a:buNone/>
              <a:defRPr sz="800">
                <a:solidFill>
                  <a:schemeClr val="lt1"/>
                </a:solidFill>
                <a:latin typeface="Arial"/>
                <a:ea typeface="Arial"/>
                <a:cs typeface="Arial"/>
                <a:sym typeface="Arial"/>
              </a:defRPr>
            </a:lvl6pPr>
            <a:lvl7pPr marL="0" marR="0" lvl="6" indent="0" algn="r">
              <a:lnSpc>
                <a:spcPct val="100000"/>
              </a:lnSpc>
              <a:spcBef>
                <a:spcPts val="0"/>
              </a:spcBef>
              <a:spcAft>
                <a:spcPts val="0"/>
              </a:spcAft>
              <a:buSzPts val="200"/>
              <a:buNone/>
              <a:defRPr sz="800">
                <a:solidFill>
                  <a:schemeClr val="lt1"/>
                </a:solidFill>
                <a:latin typeface="Arial"/>
                <a:ea typeface="Arial"/>
                <a:cs typeface="Arial"/>
                <a:sym typeface="Arial"/>
              </a:defRPr>
            </a:lvl7pPr>
            <a:lvl8pPr marL="0" marR="0" lvl="7" indent="0" algn="r">
              <a:lnSpc>
                <a:spcPct val="100000"/>
              </a:lnSpc>
              <a:spcBef>
                <a:spcPts val="0"/>
              </a:spcBef>
              <a:spcAft>
                <a:spcPts val="0"/>
              </a:spcAft>
              <a:buSzPts val="200"/>
              <a:buNone/>
              <a:defRPr sz="800">
                <a:solidFill>
                  <a:schemeClr val="lt1"/>
                </a:solidFill>
                <a:latin typeface="Arial"/>
                <a:ea typeface="Arial"/>
                <a:cs typeface="Arial"/>
                <a:sym typeface="Arial"/>
              </a:defRPr>
            </a:lvl8pPr>
            <a:lvl9pPr marL="0" marR="0" lvl="8" indent="0" algn="r">
              <a:lnSpc>
                <a:spcPct val="100000"/>
              </a:lnSpc>
              <a:spcBef>
                <a:spcPts val="0"/>
              </a:spcBef>
              <a:spcAft>
                <a:spcPts val="0"/>
              </a:spcAft>
              <a:buSzPts val="200"/>
              <a:buNone/>
              <a:defRPr sz="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63" name="Google Shape;763;p90"/>
          <p:cNvSpPr txBox="1"/>
          <p:nvPr/>
        </p:nvSpPr>
        <p:spPr>
          <a:xfrm>
            <a:off x="311944" y="4800785"/>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
        <p:nvSpPr>
          <p:cNvPr id="764" name="Google Shape;764;p90"/>
          <p:cNvSpPr txBox="1"/>
          <p:nvPr/>
        </p:nvSpPr>
        <p:spPr>
          <a:xfrm>
            <a:off x="311944" y="4800785"/>
            <a:ext cx="2559843" cy="9233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600" b="1" i="0" u="none" strike="noStrike" cap="none">
                <a:solidFill>
                  <a:schemeClr val="lt1"/>
                </a:solidFill>
                <a:latin typeface="Arial"/>
                <a:ea typeface="Arial"/>
                <a:cs typeface="Arial"/>
                <a:sym typeface="Arial"/>
              </a:rPr>
              <a:t>PwC</a:t>
            </a:r>
            <a:r>
              <a:rPr lang="en" sz="600" b="0" i="0" u="none" strike="noStrike" cap="none">
                <a:solidFill>
                  <a:schemeClr val="lt1"/>
                </a:solidFill>
                <a:latin typeface="Arial"/>
                <a:ea typeface="Arial"/>
                <a:cs typeface="Arial"/>
                <a:sym typeface="Arial"/>
              </a:rPr>
              <a:t> | Finance Workforce of the Future</a:t>
            </a: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65"/>
        <p:cNvGrpSpPr/>
        <p:nvPr/>
      </p:nvGrpSpPr>
      <p:grpSpPr>
        <a:xfrm>
          <a:off x="0" y="0"/>
          <a:ext cx="0" cy="0"/>
          <a:chOff x="0" y="0"/>
          <a:chExt cx="0" cy="0"/>
        </a:xfrm>
      </p:grpSpPr>
      <p:sp>
        <p:nvSpPr>
          <p:cNvPr id="766" name="Google Shape;766;p91"/>
          <p:cNvSpPr txBox="1">
            <a:spLocks noGrp="1"/>
          </p:cNvSpPr>
          <p:nvPr>
            <p:ph type="title"/>
          </p:nvPr>
        </p:nvSpPr>
        <p:spPr>
          <a:xfrm>
            <a:off x="309563" y="423815"/>
            <a:ext cx="8526463" cy="246221"/>
          </a:xfrm>
          <a:prstGeom prst="rect">
            <a:avLst/>
          </a:prstGeom>
          <a:noFill/>
          <a:ln>
            <a:noFill/>
          </a:ln>
        </p:spPr>
        <p:txBody>
          <a:bodyPr spcFirstLastPara="1" wrap="square" lIns="91425" tIns="91425" rIns="91425" bIns="91425" anchor="ctr" anchorCtr="0"/>
          <a:lstStyle>
            <a:lvl1pPr lvl="0" algn="l">
              <a:lnSpc>
                <a:spcPct val="100000"/>
              </a:lnSpc>
              <a:spcBef>
                <a:spcPts val="0"/>
              </a:spcBef>
              <a:spcAft>
                <a:spcPts val="0"/>
              </a:spcAft>
              <a:buSzPts val="1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7" name="Google Shape;767;p91"/>
          <p:cNvSpPr txBox="1">
            <a:spLocks noGrp="1"/>
          </p:cNvSpPr>
          <p:nvPr>
            <p:ph type="body" idx="1"/>
          </p:nvPr>
        </p:nvSpPr>
        <p:spPr>
          <a:xfrm>
            <a:off x="306060" y="1200151"/>
            <a:ext cx="4038600" cy="843308"/>
          </a:xfrm>
          <a:prstGeom prst="rect">
            <a:avLst/>
          </a:prstGeom>
          <a:noFill/>
          <a:ln>
            <a:noFill/>
          </a:ln>
        </p:spPr>
        <p:txBody>
          <a:bodyPr spcFirstLastPara="1" wrap="square" lIns="91425" tIns="91425" rIns="91425" bIns="91425" anchor="t" anchorCtr="0"/>
          <a:lstStyle>
            <a:lvl1pPr marL="457200" lvl="0" indent="-228600" algn="l">
              <a:lnSpc>
                <a:spcPct val="100000"/>
              </a:lnSpc>
              <a:spcBef>
                <a:spcPts val="210"/>
              </a:spcBef>
              <a:spcAft>
                <a:spcPts val="0"/>
              </a:spcAft>
              <a:buSzPts val="1050"/>
              <a:buNone/>
              <a:defRPr sz="1400"/>
            </a:lvl1pPr>
            <a:lvl2pPr marL="914400" lvl="1" indent="-276225" algn="l">
              <a:lnSpc>
                <a:spcPct val="100000"/>
              </a:lnSpc>
              <a:spcBef>
                <a:spcPts val="150"/>
              </a:spcBef>
              <a:spcAft>
                <a:spcPts val="0"/>
              </a:spcAft>
              <a:buSzPts val="750"/>
              <a:buChar char="▪"/>
              <a:defRPr sz="1000"/>
            </a:lvl2pPr>
            <a:lvl3pPr marL="1371600" lvl="2" indent="-271462" algn="l">
              <a:lnSpc>
                <a:spcPct val="100000"/>
              </a:lnSpc>
              <a:spcBef>
                <a:spcPts val="135"/>
              </a:spcBef>
              <a:spcAft>
                <a:spcPts val="0"/>
              </a:spcAft>
              <a:buSzPts val="675"/>
              <a:buChar char="–"/>
              <a:defRPr sz="900"/>
            </a:lvl3pPr>
            <a:lvl4pPr marL="1828800" lvl="3" indent="-266700" algn="l">
              <a:lnSpc>
                <a:spcPct val="100000"/>
              </a:lnSpc>
              <a:spcBef>
                <a:spcPts val="120"/>
              </a:spcBef>
              <a:spcAft>
                <a:spcPts val="0"/>
              </a:spcAft>
              <a:buSzPts val="600"/>
              <a:buChar char="•"/>
              <a:defRPr sz="800"/>
            </a:lvl4pPr>
            <a:lvl5pPr marL="2286000" lvl="4" indent="-261937" algn="l">
              <a:lnSpc>
                <a:spcPct val="100000"/>
              </a:lnSpc>
              <a:spcBef>
                <a:spcPts val="105"/>
              </a:spcBef>
              <a:spcAft>
                <a:spcPts val="0"/>
              </a:spcAft>
              <a:buSzPts val="525"/>
              <a:buChar char="–"/>
              <a:defRPr sz="700"/>
            </a:lvl5pPr>
            <a:lvl6pPr marL="2743200" lvl="5" indent="-323850" algn="l">
              <a:lnSpc>
                <a:spcPct val="100000"/>
              </a:lnSpc>
              <a:spcBef>
                <a:spcPts val="300"/>
              </a:spcBef>
              <a:spcAft>
                <a:spcPts val="0"/>
              </a:spcAft>
              <a:buSzPts val="1500"/>
              <a:buChar char="•"/>
              <a:defRPr sz="1800"/>
            </a:lvl6pPr>
            <a:lvl7pPr marL="3200400" lvl="6" indent="-323850" algn="l">
              <a:lnSpc>
                <a:spcPct val="100000"/>
              </a:lnSpc>
              <a:spcBef>
                <a:spcPts val="300"/>
              </a:spcBef>
              <a:spcAft>
                <a:spcPts val="0"/>
              </a:spcAft>
              <a:buSzPts val="1500"/>
              <a:buChar char="•"/>
              <a:defRPr sz="1800"/>
            </a:lvl7pPr>
            <a:lvl8pPr marL="3657600" lvl="7" indent="-323850" algn="l">
              <a:lnSpc>
                <a:spcPct val="100000"/>
              </a:lnSpc>
              <a:spcBef>
                <a:spcPts val="300"/>
              </a:spcBef>
              <a:spcAft>
                <a:spcPts val="0"/>
              </a:spcAft>
              <a:buSzPts val="1500"/>
              <a:buChar char="•"/>
              <a:defRPr sz="1800"/>
            </a:lvl8pPr>
            <a:lvl9pPr marL="4114800" lvl="8" indent="-323850" algn="l">
              <a:lnSpc>
                <a:spcPct val="100000"/>
              </a:lnSpc>
              <a:spcBef>
                <a:spcPts val="300"/>
              </a:spcBef>
              <a:spcAft>
                <a:spcPts val="0"/>
              </a:spcAft>
              <a:buSzPts val="1500"/>
              <a:buChar char="•"/>
              <a:defRPr sz="1800"/>
            </a:lvl9pPr>
          </a:lstStyle>
          <a:p>
            <a:endParaRPr/>
          </a:p>
        </p:txBody>
      </p:sp>
      <p:sp>
        <p:nvSpPr>
          <p:cNvPr id="768" name="Google Shape;768;p91"/>
          <p:cNvSpPr txBox="1">
            <a:spLocks noGrp="1"/>
          </p:cNvSpPr>
          <p:nvPr>
            <p:ph type="body" idx="2"/>
          </p:nvPr>
        </p:nvSpPr>
        <p:spPr>
          <a:xfrm>
            <a:off x="4572630" y="1200151"/>
            <a:ext cx="4038600" cy="843308"/>
          </a:xfrm>
          <a:prstGeom prst="rect">
            <a:avLst/>
          </a:prstGeom>
          <a:noFill/>
          <a:ln>
            <a:noFill/>
          </a:ln>
        </p:spPr>
        <p:txBody>
          <a:bodyPr spcFirstLastPara="1" wrap="square" lIns="0" tIns="0" rIns="0" bIns="0" anchor="t" anchorCtr="0"/>
          <a:lstStyle>
            <a:lvl1pPr marL="457200" lvl="0" indent="-228600" algn="l">
              <a:lnSpc>
                <a:spcPct val="100000"/>
              </a:lnSpc>
              <a:spcBef>
                <a:spcPts val="210"/>
              </a:spcBef>
              <a:spcAft>
                <a:spcPts val="0"/>
              </a:spcAft>
              <a:buSzPts val="1050"/>
              <a:buNone/>
              <a:defRPr/>
            </a:lvl1pPr>
            <a:lvl2pPr marL="914400" lvl="1" indent="-276225" algn="l">
              <a:lnSpc>
                <a:spcPct val="100000"/>
              </a:lnSpc>
              <a:spcBef>
                <a:spcPts val="150"/>
              </a:spcBef>
              <a:spcAft>
                <a:spcPts val="0"/>
              </a:spcAft>
              <a:buSzPts val="750"/>
              <a:buChar char="▪"/>
              <a:defRPr/>
            </a:lvl2pPr>
            <a:lvl3pPr marL="1371600" lvl="2" indent="-271462" algn="l">
              <a:lnSpc>
                <a:spcPct val="100000"/>
              </a:lnSpc>
              <a:spcBef>
                <a:spcPts val="135"/>
              </a:spcBef>
              <a:spcAft>
                <a:spcPts val="0"/>
              </a:spcAft>
              <a:buSzPts val="675"/>
              <a:buChar char="–"/>
              <a:defRPr/>
            </a:lvl3pPr>
            <a:lvl4pPr marL="1828800" lvl="3" indent="-266700" algn="l">
              <a:lnSpc>
                <a:spcPct val="100000"/>
              </a:lnSpc>
              <a:spcBef>
                <a:spcPts val="120"/>
              </a:spcBef>
              <a:spcAft>
                <a:spcPts val="0"/>
              </a:spcAft>
              <a:buSzPts val="600"/>
              <a:buChar char="•"/>
              <a:defRPr/>
            </a:lvl4pPr>
            <a:lvl5pPr marL="2286000" lvl="4" indent="-261937" algn="l">
              <a:lnSpc>
                <a:spcPct val="100000"/>
              </a:lnSpc>
              <a:spcBef>
                <a:spcPts val="105"/>
              </a:spcBef>
              <a:spcAft>
                <a:spcPts val="0"/>
              </a:spcAft>
              <a:buSzPts val="525"/>
              <a:buChar char="–"/>
              <a:defRPr/>
            </a:lvl5pPr>
            <a:lvl6pPr marL="2743200" lvl="5" indent="-323850" algn="l">
              <a:lnSpc>
                <a:spcPct val="100000"/>
              </a:lnSpc>
              <a:spcBef>
                <a:spcPts val="300"/>
              </a:spcBef>
              <a:spcAft>
                <a:spcPts val="0"/>
              </a:spcAft>
              <a:buSzPts val="1500"/>
              <a:buChar char="•"/>
              <a:defRPr/>
            </a:lvl6pPr>
            <a:lvl7pPr marL="3200400" lvl="6" indent="-323850" algn="l">
              <a:lnSpc>
                <a:spcPct val="100000"/>
              </a:lnSpc>
              <a:spcBef>
                <a:spcPts val="300"/>
              </a:spcBef>
              <a:spcAft>
                <a:spcPts val="0"/>
              </a:spcAft>
              <a:buSzPts val="1500"/>
              <a:buChar char="•"/>
              <a:defRPr/>
            </a:lvl7pPr>
            <a:lvl8pPr marL="3657600" lvl="7" indent="-323850" algn="l">
              <a:lnSpc>
                <a:spcPct val="100000"/>
              </a:lnSpc>
              <a:spcBef>
                <a:spcPts val="300"/>
              </a:spcBef>
              <a:spcAft>
                <a:spcPts val="0"/>
              </a:spcAft>
              <a:buSzPts val="1500"/>
              <a:buChar char="•"/>
              <a:defRPr/>
            </a:lvl8pPr>
            <a:lvl9pPr marL="4114800" lvl="8" indent="-323850" algn="l">
              <a:lnSpc>
                <a:spcPct val="100000"/>
              </a:lnSpc>
              <a:spcBef>
                <a:spcPts val="300"/>
              </a:spcBef>
              <a:spcAft>
                <a:spcPts val="0"/>
              </a:spcAft>
              <a:buSzPts val="1500"/>
              <a:buChar char="•"/>
              <a:defRPr/>
            </a:lvl9pPr>
          </a:lstStyle>
          <a:p>
            <a:endParaRPr/>
          </a:p>
        </p:txBody>
      </p:sp>
      <p:sp>
        <p:nvSpPr>
          <p:cNvPr id="769" name="Google Shape;769;p9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0" name="Google Shape;770;p91"/>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lvl="0" indent="0" algn="l">
              <a:lnSpc>
                <a:spcPct val="100000"/>
              </a:lnSpc>
              <a:spcBef>
                <a:spcPts val="0"/>
              </a:spcBef>
              <a:spcAft>
                <a:spcPts val="0"/>
              </a:spcAft>
              <a:buNone/>
              <a:defRPr/>
            </a:lvl1pPr>
            <a:lvl2pPr marL="0" lvl="1" indent="0" algn="l">
              <a:lnSpc>
                <a:spcPct val="100000"/>
              </a:lnSpc>
              <a:spcBef>
                <a:spcPts val="0"/>
              </a:spcBef>
              <a:spcAft>
                <a:spcPts val="0"/>
              </a:spcAft>
              <a:buNone/>
              <a:defRPr/>
            </a:lvl2pPr>
            <a:lvl3pPr marL="0" lvl="2" indent="0" algn="l">
              <a:lnSpc>
                <a:spcPct val="100000"/>
              </a:lnSpc>
              <a:spcBef>
                <a:spcPts val="0"/>
              </a:spcBef>
              <a:spcAft>
                <a:spcPts val="0"/>
              </a:spcAft>
              <a:buNone/>
              <a:defRPr/>
            </a:lvl3pPr>
            <a:lvl4pPr marL="0" lvl="3" indent="0" algn="l">
              <a:lnSpc>
                <a:spcPct val="100000"/>
              </a:lnSpc>
              <a:spcBef>
                <a:spcPts val="0"/>
              </a:spcBef>
              <a:spcAft>
                <a:spcPts val="0"/>
              </a:spcAft>
              <a:buNone/>
              <a:defRPr/>
            </a:lvl4pPr>
            <a:lvl5pPr marL="0" lvl="4" indent="0" algn="l">
              <a:lnSpc>
                <a:spcPct val="100000"/>
              </a:lnSpc>
              <a:spcBef>
                <a:spcPts val="0"/>
              </a:spcBef>
              <a:spcAft>
                <a:spcPts val="0"/>
              </a:spcAft>
              <a:buNone/>
              <a:defRPr/>
            </a:lvl5pPr>
            <a:lvl6pPr marL="0" lvl="5" indent="0" algn="l">
              <a:lnSpc>
                <a:spcPct val="100000"/>
              </a:lnSpc>
              <a:spcBef>
                <a:spcPts val="0"/>
              </a:spcBef>
              <a:spcAft>
                <a:spcPts val="0"/>
              </a:spcAft>
              <a:buNone/>
              <a:defRPr/>
            </a:lvl6pPr>
            <a:lvl7pPr marL="0" lvl="6" indent="0" algn="l">
              <a:lnSpc>
                <a:spcPct val="100000"/>
              </a:lnSpc>
              <a:spcBef>
                <a:spcPts val="0"/>
              </a:spcBef>
              <a:spcAft>
                <a:spcPts val="0"/>
              </a:spcAft>
              <a:buNone/>
              <a:defRPr/>
            </a:lvl7pPr>
            <a:lvl8pPr marL="0" lvl="7" indent="0" algn="l">
              <a:lnSpc>
                <a:spcPct val="100000"/>
              </a:lnSpc>
              <a:spcBef>
                <a:spcPts val="0"/>
              </a:spcBef>
              <a:spcAft>
                <a:spcPts val="0"/>
              </a:spcAft>
              <a:buNone/>
              <a:defRPr/>
            </a:lvl8pPr>
            <a:lvl9pPr marL="0" lvl="8" indent="0" algn="l">
              <a:lnSpc>
                <a:spcPct val="100000"/>
              </a:lnSpc>
              <a:spcBef>
                <a:spcPts val="0"/>
              </a:spcBef>
              <a:spcAft>
                <a:spcPts val="0"/>
              </a:spcAft>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1223"/>
        <p:cNvGrpSpPr/>
        <p:nvPr/>
      </p:nvGrpSpPr>
      <p:grpSpPr>
        <a:xfrm>
          <a:off x="0" y="0"/>
          <a:ext cx="0" cy="0"/>
          <a:chOff x="0" y="0"/>
          <a:chExt cx="0" cy="0"/>
        </a:xfrm>
      </p:grpSpPr>
      <p:sp>
        <p:nvSpPr>
          <p:cNvPr id="1224" name="Google Shape;1224;p143"/>
          <p:cNvSpPr/>
          <p:nvPr/>
        </p:nvSpPr>
        <p:spPr>
          <a:xfrm>
            <a:off x="0" y="4686794"/>
            <a:ext cx="31335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225" name="Google Shape;1225;p143"/>
          <p:cNvSpPr/>
          <p:nvPr/>
        </p:nvSpPr>
        <p:spPr>
          <a:xfrm>
            <a:off x="0" y="840912"/>
            <a:ext cx="9144000" cy="36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226" name="Google Shape;1226;p14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27"/>
        <p:cNvGrpSpPr/>
        <p:nvPr/>
      </p:nvGrpSpPr>
      <p:grpSpPr>
        <a:xfrm>
          <a:off x="0" y="0"/>
          <a:ext cx="0" cy="0"/>
          <a:chOff x="0" y="0"/>
          <a:chExt cx="0" cy="0"/>
        </a:xfrm>
      </p:grpSpPr>
      <p:sp>
        <p:nvSpPr>
          <p:cNvPr id="1228" name="Google Shape;1228;p144"/>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44"/>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30" name="Google Shape;1230;p144"/>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31" name="Google Shape;1231;p144"/>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2" name="Google Shape;1232;p144"/>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3" name="Google Shape;1233;p14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1234"/>
        <p:cNvGrpSpPr/>
        <p:nvPr/>
      </p:nvGrpSpPr>
      <p:grpSpPr>
        <a:xfrm>
          <a:off x="0" y="0"/>
          <a:ext cx="0" cy="0"/>
          <a:chOff x="0" y="0"/>
          <a:chExt cx="0" cy="0"/>
        </a:xfrm>
      </p:grpSpPr>
      <p:sp>
        <p:nvSpPr>
          <p:cNvPr id="1235" name="Google Shape;1235;p14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36" name="Google Shape;1236;p14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14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38" name="Google Shape;1238;p145"/>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39" name="Google Shape;1239;p145"/>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0" name="Google Shape;1240;p145"/>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rtl="0">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1241"/>
        <p:cNvGrpSpPr/>
        <p:nvPr/>
      </p:nvGrpSpPr>
      <p:grpSpPr>
        <a:xfrm>
          <a:off x="0" y="0"/>
          <a:ext cx="0" cy="0"/>
          <a:chOff x="0" y="0"/>
          <a:chExt cx="0" cy="0"/>
        </a:xfrm>
      </p:grpSpPr>
      <p:sp>
        <p:nvSpPr>
          <p:cNvPr id="1242" name="Google Shape;1242;p146"/>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243" name="Google Shape;1243;p14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44" name="Google Shape;1244;p14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45" name="Google Shape;1245;p14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146"/>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7" name="Google Shape;1247;p146"/>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1248"/>
        <p:cNvGrpSpPr/>
        <p:nvPr/>
      </p:nvGrpSpPr>
      <p:grpSpPr>
        <a:xfrm>
          <a:off x="0" y="0"/>
          <a:ext cx="0" cy="0"/>
          <a:chOff x="0" y="0"/>
          <a:chExt cx="0" cy="0"/>
        </a:xfrm>
      </p:grpSpPr>
      <p:sp>
        <p:nvSpPr>
          <p:cNvPr id="1249" name="Google Shape;1249;p147"/>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0" name="Google Shape;1250;p147"/>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1" name="Google Shape;1251;p147"/>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147"/>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253" name="Google Shape;1253;p147"/>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4" name="Google Shape;1254;p14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1255"/>
        <p:cNvGrpSpPr/>
        <p:nvPr/>
      </p:nvGrpSpPr>
      <p:grpSpPr>
        <a:xfrm>
          <a:off x="0" y="0"/>
          <a:ext cx="0" cy="0"/>
          <a:chOff x="0" y="0"/>
          <a:chExt cx="0" cy="0"/>
        </a:xfrm>
      </p:grpSpPr>
      <p:sp>
        <p:nvSpPr>
          <p:cNvPr id="1256" name="Google Shape;1256;p148"/>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257" name="Google Shape;1257;p148"/>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258" name="Google Shape;1258;p148"/>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rtl="0">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rtl="0">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1259" name="Google Shape;1259;p148"/>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148"/>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1261" name="Google Shape;1261;p14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62"/>
        <p:cNvGrpSpPr/>
        <p:nvPr/>
      </p:nvGrpSpPr>
      <p:grpSpPr>
        <a:xfrm>
          <a:off x="0" y="0"/>
          <a:ext cx="0" cy="0"/>
          <a:chOff x="0" y="0"/>
          <a:chExt cx="0" cy="0"/>
        </a:xfrm>
      </p:grpSpPr>
      <p:sp>
        <p:nvSpPr>
          <p:cNvPr id="1263" name="Google Shape;1263;p149"/>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64" name="Google Shape;1264;p149"/>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65" name="Google Shape;1265;p14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66" name="Google Shape;1266;p14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67" name="Google Shape;1267;p14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68" name="Google Shape;1268;p149"/>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69" name="Google Shape;1269;p149"/>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1270" name="Google Shape;1270;p14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149"/>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2" name="Google Shape;1272;p149"/>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1273"/>
        <p:cNvGrpSpPr/>
        <p:nvPr/>
      </p:nvGrpSpPr>
      <p:grpSpPr>
        <a:xfrm>
          <a:off x="0" y="0"/>
          <a:ext cx="0" cy="0"/>
          <a:chOff x="0" y="0"/>
          <a:chExt cx="0" cy="0"/>
        </a:xfrm>
      </p:grpSpPr>
      <p:sp>
        <p:nvSpPr>
          <p:cNvPr id="1274" name="Google Shape;1274;p15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75" name="Google Shape;1275;p15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15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1277"/>
        <p:cNvGrpSpPr/>
        <p:nvPr/>
      </p:nvGrpSpPr>
      <p:grpSpPr>
        <a:xfrm>
          <a:off x="0" y="0"/>
          <a:ext cx="0" cy="0"/>
          <a:chOff x="0" y="0"/>
          <a:chExt cx="0" cy="0"/>
        </a:xfrm>
      </p:grpSpPr>
      <p:sp>
        <p:nvSpPr>
          <p:cNvPr id="1278" name="Google Shape;1278;p151"/>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79" name="Google Shape;1279;p151"/>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80" name="Google Shape;1280;p15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81" name="Google Shape;1281;p15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82" name="Google Shape;1282;p15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15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284" name="Google Shape;1284;p151"/>
          <p:cNvGrpSpPr/>
          <p:nvPr/>
        </p:nvGrpSpPr>
        <p:grpSpPr>
          <a:xfrm>
            <a:off x="-3347" y="998362"/>
            <a:ext cx="9141600" cy="104618"/>
            <a:chOff x="-3347" y="998361"/>
            <a:chExt cx="9141600" cy="104618"/>
          </a:xfrm>
        </p:grpSpPr>
        <p:sp>
          <p:nvSpPr>
            <p:cNvPr id="1285" name="Google Shape;1285;p151"/>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286" name="Google Shape;1286;p151"/>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87" name="Google Shape;1287;p151"/>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288"/>
        <p:cNvGrpSpPr/>
        <p:nvPr/>
      </p:nvGrpSpPr>
      <p:grpSpPr>
        <a:xfrm>
          <a:off x="0" y="0"/>
          <a:ext cx="0" cy="0"/>
          <a:chOff x="0" y="0"/>
          <a:chExt cx="0" cy="0"/>
        </a:xfrm>
      </p:grpSpPr>
      <p:sp>
        <p:nvSpPr>
          <p:cNvPr id="1289" name="Google Shape;1289;p15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90" name="Google Shape;1290;p152"/>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15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292"/>
        <p:cNvGrpSpPr/>
        <p:nvPr/>
      </p:nvGrpSpPr>
      <p:grpSpPr>
        <a:xfrm>
          <a:off x="0" y="0"/>
          <a:ext cx="0" cy="0"/>
          <a:chOff x="0" y="0"/>
          <a:chExt cx="0" cy="0"/>
        </a:xfrm>
      </p:grpSpPr>
      <p:sp>
        <p:nvSpPr>
          <p:cNvPr id="1293" name="Google Shape;1293;p153"/>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rtl="0">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4" name="Google Shape;1294;p153"/>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rtl="0">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rtl="0">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rtl="0">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rtl="0">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rtl="0">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295" name="Google Shape;1295;p153"/>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96" name="Google Shape;1296;p153"/>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rtl="0">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rtl="0">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97" name="Google Shape;1297;p153"/>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98" name="Google Shape;1298;p153"/>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299" name="Google Shape;1299;p15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300"/>
        <p:cNvGrpSpPr/>
        <p:nvPr/>
      </p:nvGrpSpPr>
      <p:grpSpPr>
        <a:xfrm>
          <a:off x="0" y="0"/>
          <a:ext cx="0" cy="0"/>
          <a:chOff x="0" y="0"/>
          <a:chExt cx="0" cy="0"/>
        </a:xfrm>
      </p:grpSpPr>
      <p:sp>
        <p:nvSpPr>
          <p:cNvPr id="1301" name="Google Shape;1301;p154"/>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02" name="Google Shape;1302;p154"/>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03" name="Google Shape;1303;p15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04" name="Google Shape;1304;p15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05" name="Google Shape;1305;p154"/>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06" name="Google Shape;1306;p154"/>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07" name="Google Shape;1307;p154"/>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08" name="Google Shape;1308;p154"/>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309" name="Google Shape;1309;p154"/>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310" name="Google Shape;1310;p15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154"/>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312"/>
        <p:cNvGrpSpPr/>
        <p:nvPr/>
      </p:nvGrpSpPr>
      <p:grpSpPr>
        <a:xfrm>
          <a:off x="0" y="0"/>
          <a:ext cx="0" cy="0"/>
          <a:chOff x="0" y="0"/>
          <a:chExt cx="0" cy="0"/>
        </a:xfrm>
      </p:grpSpPr>
      <p:sp>
        <p:nvSpPr>
          <p:cNvPr id="1313" name="Google Shape;1313;p155"/>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14" name="Google Shape;1314;p155"/>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5" name="Google Shape;1315;p15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16" name="Google Shape;1316;p15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15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318" name="Google Shape;1318;p155"/>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319" name="Google Shape;1319;p155"/>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320"/>
        <p:cNvGrpSpPr/>
        <p:nvPr/>
      </p:nvGrpSpPr>
      <p:grpSpPr>
        <a:xfrm>
          <a:off x="0" y="0"/>
          <a:ext cx="0" cy="0"/>
          <a:chOff x="0" y="0"/>
          <a:chExt cx="0" cy="0"/>
        </a:xfrm>
      </p:grpSpPr>
      <p:sp>
        <p:nvSpPr>
          <p:cNvPr id="1321" name="Google Shape;1321;p156"/>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2" name="Google Shape;1322;p156"/>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3" name="Google Shape;1323;p156"/>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24" name="Google Shape;1324;p156"/>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25" name="Google Shape;1325;p156"/>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rtl="0">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26" name="Google Shape;1326;p15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27" name="Google Shape;1327;p15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15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29" name="Google Shape;1329;p156"/>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0" name="Google Shape;1330;p156"/>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331"/>
        <p:cNvGrpSpPr/>
        <p:nvPr/>
      </p:nvGrpSpPr>
      <p:grpSpPr>
        <a:xfrm>
          <a:off x="0" y="0"/>
          <a:ext cx="0" cy="0"/>
          <a:chOff x="0" y="0"/>
          <a:chExt cx="0" cy="0"/>
        </a:xfrm>
      </p:grpSpPr>
      <p:sp>
        <p:nvSpPr>
          <p:cNvPr id="1332" name="Google Shape;1332;p157"/>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3" name="Google Shape;1333;p15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34" name="Google Shape;1334;p15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15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36" name="Google Shape;1336;p15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37" name="Google Shape;1337;p15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338" name="Google Shape;1338;p157"/>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39" name="Google Shape;1339;p157"/>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40" name="Google Shape;1340;p157"/>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41" name="Google Shape;1341;p157"/>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42" name="Google Shape;1342;p157"/>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343"/>
        <p:cNvGrpSpPr/>
        <p:nvPr/>
      </p:nvGrpSpPr>
      <p:grpSpPr>
        <a:xfrm>
          <a:off x="0" y="0"/>
          <a:ext cx="0" cy="0"/>
          <a:chOff x="0" y="0"/>
          <a:chExt cx="0" cy="0"/>
        </a:xfrm>
      </p:grpSpPr>
      <p:sp>
        <p:nvSpPr>
          <p:cNvPr id="1344" name="Google Shape;1344;p158"/>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45" name="Google Shape;1345;p158"/>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46" name="Google Shape;1346;p15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47" name="Google Shape;1347;p15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15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349" name="Google Shape;1349;p158"/>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350" name="Google Shape;1350;p158"/>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351"/>
        <p:cNvGrpSpPr/>
        <p:nvPr/>
      </p:nvGrpSpPr>
      <p:grpSpPr>
        <a:xfrm>
          <a:off x="0" y="0"/>
          <a:ext cx="0" cy="0"/>
          <a:chOff x="0" y="0"/>
          <a:chExt cx="0" cy="0"/>
        </a:xfrm>
      </p:grpSpPr>
      <p:sp>
        <p:nvSpPr>
          <p:cNvPr id="1352" name="Google Shape;1352;p15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53" name="Google Shape;1353;p15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54" name="Google Shape;1354;p15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15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56" name="Google Shape;1356;p159"/>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57" name="Google Shape;1357;p159"/>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rtl="0">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358" name="Google Shape;1358;p159"/>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359"/>
        <p:cNvGrpSpPr/>
        <p:nvPr/>
      </p:nvGrpSpPr>
      <p:grpSpPr>
        <a:xfrm>
          <a:off x="0" y="0"/>
          <a:ext cx="0" cy="0"/>
          <a:chOff x="0" y="0"/>
          <a:chExt cx="0" cy="0"/>
        </a:xfrm>
      </p:grpSpPr>
      <p:sp>
        <p:nvSpPr>
          <p:cNvPr id="1360" name="Google Shape;1360;p160"/>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61" name="Google Shape;1361;p160"/>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62" name="Google Shape;1362;p160"/>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63" name="Google Shape;1363;p16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64" name="Google Shape;1364;p16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65" name="Google Shape;1365;p16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66" name="Google Shape;1366;p16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160"/>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68" name="Google Shape;1368;p160"/>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69"/>
        <p:cNvGrpSpPr/>
        <p:nvPr/>
      </p:nvGrpSpPr>
      <p:grpSpPr>
        <a:xfrm>
          <a:off x="0" y="0"/>
          <a:ext cx="0" cy="0"/>
          <a:chOff x="0" y="0"/>
          <a:chExt cx="0" cy="0"/>
        </a:xfrm>
      </p:grpSpPr>
      <p:sp>
        <p:nvSpPr>
          <p:cNvPr id="1370" name="Google Shape;1370;p161"/>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1" name="Google Shape;1371;p161"/>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72" name="Google Shape;1372;p161"/>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73" name="Google Shape;1373;p16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4" name="Google Shape;1374;p16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5" name="Google Shape;1375;p16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1376"/>
        <p:cNvGrpSpPr/>
        <p:nvPr/>
      </p:nvGrpSpPr>
      <p:grpSpPr>
        <a:xfrm>
          <a:off x="0" y="0"/>
          <a:ext cx="0" cy="0"/>
          <a:chOff x="0" y="0"/>
          <a:chExt cx="0" cy="0"/>
        </a:xfrm>
      </p:grpSpPr>
      <p:sp>
        <p:nvSpPr>
          <p:cNvPr id="1377" name="Google Shape;1377;p16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8" name="Google Shape;1378;p16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79" name="Google Shape;1379;p16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80" name="Google Shape;1380;p16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81" name="Google Shape;1381;p162"/>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2" name="Google Shape;1382;p162"/>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3" name="Google Shape;1383;p162"/>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4" name="Google Shape;1384;p162"/>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5" name="Google Shape;1385;p162"/>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86" name="Google Shape;1386;p162"/>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1387"/>
        <p:cNvGrpSpPr/>
        <p:nvPr/>
      </p:nvGrpSpPr>
      <p:grpSpPr>
        <a:xfrm>
          <a:off x="0" y="0"/>
          <a:ext cx="0" cy="0"/>
          <a:chOff x="0" y="0"/>
          <a:chExt cx="0" cy="0"/>
        </a:xfrm>
      </p:grpSpPr>
      <p:sp>
        <p:nvSpPr>
          <p:cNvPr id="1388" name="Google Shape;1388;p16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89" name="Google Shape;1389;p163"/>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90" name="Google Shape;1390;p16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91" name="Google Shape;1391;p16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92" name="Google Shape;1392;p16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93" name="Google Shape;1393;p163"/>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1394" name="Google Shape;1394;p163"/>
          <p:cNvGrpSpPr/>
          <p:nvPr/>
        </p:nvGrpSpPr>
        <p:grpSpPr>
          <a:xfrm>
            <a:off x="1698177" y="1278800"/>
            <a:ext cx="5747657" cy="2502600"/>
            <a:chOff x="1698177" y="1278798"/>
            <a:chExt cx="5747657" cy="2502600"/>
          </a:xfrm>
        </p:grpSpPr>
        <p:cxnSp>
          <p:nvCxnSpPr>
            <p:cNvPr id="1395" name="Google Shape;1395;p1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6" name="Google Shape;1396;p1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7" name="Google Shape;1397;p1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8" name="Google Shape;1398;p1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399" name="Google Shape;1399;p1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1400" name="Google Shape;1400;p163"/>
          <p:cNvGrpSpPr/>
          <p:nvPr/>
        </p:nvGrpSpPr>
        <p:grpSpPr>
          <a:xfrm>
            <a:off x="1698177" y="4207572"/>
            <a:ext cx="5747657" cy="412428"/>
            <a:chOff x="1698177" y="1278798"/>
            <a:chExt cx="5747657" cy="2502600"/>
          </a:xfrm>
        </p:grpSpPr>
        <p:cxnSp>
          <p:nvCxnSpPr>
            <p:cNvPr id="1401" name="Google Shape;1401;p16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2" name="Google Shape;1402;p16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3" name="Google Shape;1403;p16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4" name="Google Shape;1404;p16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05" name="Google Shape;1405;p16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406" name="Google Shape;1406;p163"/>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7" name="Google Shape;1407;p163"/>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8" name="Google Shape;1408;p163"/>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09" name="Google Shape;1409;p163"/>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0" name="Google Shape;1410;p163"/>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1" name="Google Shape;1411;p163"/>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2" name="Google Shape;1412;p163"/>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3" name="Google Shape;1413;p163"/>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4" name="Google Shape;1414;p163"/>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5" name="Google Shape;1415;p163"/>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6" name="Google Shape;1416;p163"/>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7" name="Google Shape;1417;p163"/>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8" name="Google Shape;1418;p163"/>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19" name="Google Shape;1419;p163"/>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0" name="Google Shape;1420;p163"/>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1" name="Google Shape;1421;p163"/>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22" name="Google Shape;1422;p163"/>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23" name="Google Shape;1423;p163"/>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1424" name="Google Shape;1424;p163"/>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1425" name="Google Shape;1425;p163"/>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6" name="Google Shape;1426;p163"/>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7" name="Google Shape;1427;p163"/>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428" name="Google Shape;1428;p163"/>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1429" name="Google Shape;1429;p163"/>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1430"/>
        <p:cNvGrpSpPr/>
        <p:nvPr/>
      </p:nvGrpSpPr>
      <p:grpSpPr>
        <a:xfrm>
          <a:off x="0" y="0"/>
          <a:ext cx="0" cy="0"/>
          <a:chOff x="0" y="0"/>
          <a:chExt cx="0" cy="0"/>
        </a:xfrm>
      </p:grpSpPr>
      <p:sp>
        <p:nvSpPr>
          <p:cNvPr id="1431" name="Google Shape;1431;p16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32" name="Google Shape;1432;p164"/>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33" name="Google Shape;1433;p16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34" name="Google Shape;1434;p16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35" name="Google Shape;1435;p16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436" name="Google Shape;1436;p164"/>
          <p:cNvGrpSpPr/>
          <p:nvPr/>
        </p:nvGrpSpPr>
        <p:grpSpPr>
          <a:xfrm>
            <a:off x="1698177" y="1278774"/>
            <a:ext cx="5747657" cy="687464"/>
            <a:chOff x="1698177" y="1278798"/>
            <a:chExt cx="5747657" cy="2502600"/>
          </a:xfrm>
        </p:grpSpPr>
        <p:cxnSp>
          <p:nvCxnSpPr>
            <p:cNvPr id="1437" name="Google Shape;1437;p164"/>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38" name="Google Shape;1438;p164"/>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39" name="Google Shape;1439;p164"/>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40" name="Google Shape;1440;p164"/>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441" name="Google Shape;1441;p164"/>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442" name="Google Shape;1442;p164"/>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3" name="Google Shape;1443;p164"/>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4" name="Google Shape;1444;p164"/>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5" name="Google Shape;1445;p164"/>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6" name="Google Shape;1446;p164"/>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447" name="Google Shape;1447;p164"/>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1448" name="Google Shape;1448;p164"/>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1449" name="Google Shape;1449;p164"/>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50" name="Google Shape;1450;p164"/>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51" name="Google Shape;1451;p164"/>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52" name="Google Shape;1452;p164"/>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1453"/>
        <p:cNvGrpSpPr/>
        <p:nvPr/>
      </p:nvGrpSpPr>
      <p:grpSpPr>
        <a:xfrm>
          <a:off x="0" y="0"/>
          <a:ext cx="0" cy="0"/>
          <a:chOff x="0" y="0"/>
          <a:chExt cx="0" cy="0"/>
        </a:xfrm>
      </p:grpSpPr>
      <p:sp>
        <p:nvSpPr>
          <p:cNvPr id="1454" name="Google Shape;1454;p165"/>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55" name="Google Shape;1455;p16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56" name="Google Shape;1456;p16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57" name="Google Shape;1457;p16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458" name="Google Shape;1458;p165"/>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1459" name="Google Shape;1459;p165"/>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460" name="Google Shape;1460;p165"/>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rtl="0">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61" name="Google Shape;1461;p165"/>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rtl="0">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62" name="Google Shape;1462;p165"/>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463"/>
        <p:cNvGrpSpPr/>
        <p:nvPr/>
      </p:nvGrpSpPr>
      <p:grpSpPr>
        <a:xfrm>
          <a:off x="0" y="0"/>
          <a:ext cx="0" cy="0"/>
          <a:chOff x="0" y="0"/>
          <a:chExt cx="0" cy="0"/>
        </a:xfrm>
      </p:grpSpPr>
      <p:sp>
        <p:nvSpPr>
          <p:cNvPr id="1464" name="Google Shape;1464;p166"/>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65" name="Google Shape;1465;p166"/>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66" name="Google Shape;1466;p166"/>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1467" name="Google Shape;1467;p166"/>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68" name="Google Shape;1468;p166"/>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69" name="Google Shape;1469;p16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0" name="Google Shape;1470;p16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71" name="Google Shape;1471;p166"/>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1472"/>
        <p:cNvGrpSpPr/>
        <p:nvPr/>
      </p:nvGrpSpPr>
      <p:grpSpPr>
        <a:xfrm>
          <a:off x="0" y="0"/>
          <a:ext cx="0" cy="0"/>
          <a:chOff x="0" y="0"/>
          <a:chExt cx="0" cy="0"/>
        </a:xfrm>
      </p:grpSpPr>
      <p:sp>
        <p:nvSpPr>
          <p:cNvPr id="1473" name="Google Shape;1473;p167"/>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74" name="Google Shape;1474;p16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5" name="Google Shape;1475;p16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76" name="Google Shape;1476;p167"/>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477" name="Google Shape;1477;p167"/>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478"/>
        <p:cNvGrpSpPr/>
        <p:nvPr/>
      </p:nvGrpSpPr>
      <p:grpSpPr>
        <a:xfrm>
          <a:off x="0" y="0"/>
          <a:ext cx="0" cy="0"/>
          <a:chOff x="0" y="0"/>
          <a:chExt cx="0" cy="0"/>
        </a:xfrm>
      </p:grpSpPr>
      <p:sp>
        <p:nvSpPr>
          <p:cNvPr id="1479" name="Google Shape;1479;p168"/>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480"/>
        <p:cNvGrpSpPr/>
        <p:nvPr/>
      </p:nvGrpSpPr>
      <p:grpSpPr>
        <a:xfrm>
          <a:off x="0" y="0"/>
          <a:ext cx="0" cy="0"/>
          <a:chOff x="0" y="0"/>
          <a:chExt cx="0" cy="0"/>
        </a:xfrm>
      </p:grpSpPr>
      <p:sp>
        <p:nvSpPr>
          <p:cNvPr id="1481" name="Google Shape;1481;p169"/>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p169"/>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rtl="0">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1483" name="Google Shape;1483;p169"/>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rtl="0">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1484" name="Google Shape;1484;p169"/>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1485" name="Google Shape;1485;p169"/>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6" name="Google Shape;1486;p169"/>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1487"/>
        <p:cNvGrpSpPr/>
        <p:nvPr/>
      </p:nvGrpSpPr>
      <p:grpSpPr>
        <a:xfrm>
          <a:off x="0" y="0"/>
          <a:ext cx="0" cy="0"/>
          <a:chOff x="0" y="0"/>
          <a:chExt cx="0" cy="0"/>
        </a:xfrm>
      </p:grpSpPr>
      <p:sp>
        <p:nvSpPr>
          <p:cNvPr id="1488" name="Google Shape;1488;p170"/>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70"/>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rtl="0">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rtl="0">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rtl="0">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rtl="0">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rtl="0">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rtl="0">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1490" name="Google Shape;1490;p170"/>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491" name="Google Shape;1491;p170"/>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1492" name="Google Shape;1492;p170"/>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493" name="Google Shape;1493;p170"/>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1494" name="Google Shape;1494;p170"/>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1495" name="Google Shape;1495;p170"/>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96" name="Google Shape;1496;p170"/>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97" name="Google Shape;1497;p170"/>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05"/>
        <p:cNvGrpSpPr/>
        <p:nvPr/>
      </p:nvGrpSpPr>
      <p:grpSpPr>
        <a:xfrm>
          <a:off x="0" y="0"/>
          <a:ext cx="0" cy="0"/>
          <a:chOff x="0" y="0"/>
          <a:chExt cx="0" cy="0"/>
        </a:xfrm>
      </p:grpSpPr>
      <p:sp>
        <p:nvSpPr>
          <p:cNvPr id="1506" name="Google Shape;1506;p172"/>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172"/>
          <p:cNvSpPr txBox="1">
            <a:spLocks noGrp="1"/>
          </p:cNvSpPr>
          <p:nvPr>
            <p:ph type="title"/>
          </p:nvPr>
        </p:nvSpPr>
        <p:spPr>
          <a:xfrm>
            <a:off x="309562" y="530352"/>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8" name="Google Shape;1508;p172"/>
          <p:cNvSpPr txBox="1">
            <a:spLocks noGrp="1"/>
          </p:cNvSpPr>
          <p:nvPr>
            <p:ph type="body" idx="1"/>
          </p:nvPr>
        </p:nvSpPr>
        <p:spPr>
          <a:xfrm>
            <a:off x="309562" y="1327145"/>
            <a:ext cx="7049100" cy="11343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09" name="Google Shape;1509;p172"/>
          <p:cNvSpPr txBox="1">
            <a:spLocks noGrp="1"/>
          </p:cNvSpPr>
          <p:nvPr>
            <p:ph type="dt" idx="10"/>
          </p:nvPr>
        </p:nvSpPr>
        <p:spPr>
          <a:xfrm>
            <a:off x="424070" y="527601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0" name="Google Shape;1510;p172"/>
          <p:cNvSpPr txBox="1">
            <a:spLocks noGrp="1"/>
          </p:cNvSpPr>
          <p:nvPr>
            <p:ph type="ftr" idx="11"/>
          </p:nvPr>
        </p:nvSpPr>
        <p:spPr>
          <a:xfrm>
            <a:off x="311942" y="4901878"/>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6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1" name="Google Shape;1511;p17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anbox_blank">
  <p:cSld name="sanbox_blank">
    <p:spTree>
      <p:nvGrpSpPr>
        <p:cNvPr id="1" name="Shape 1512"/>
        <p:cNvGrpSpPr/>
        <p:nvPr/>
      </p:nvGrpSpPr>
      <p:grpSpPr>
        <a:xfrm>
          <a:off x="0" y="0"/>
          <a:ext cx="0" cy="0"/>
          <a:chOff x="0" y="0"/>
          <a:chExt cx="0" cy="0"/>
        </a:xfrm>
      </p:grpSpPr>
      <p:sp>
        <p:nvSpPr>
          <p:cNvPr id="1513" name="Google Shape;1513;p173"/>
          <p:cNvSpPr/>
          <p:nvPr/>
        </p:nvSpPr>
        <p:spPr>
          <a:xfrm>
            <a:off x="0" y="4686794"/>
            <a:ext cx="31335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514" name="Google Shape;1514;p173"/>
          <p:cNvSpPr/>
          <p:nvPr/>
        </p:nvSpPr>
        <p:spPr>
          <a:xfrm>
            <a:off x="0" y="840912"/>
            <a:ext cx="9144000" cy="36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50"/>
              <a:buFont typeface="Arial"/>
              <a:buNone/>
            </a:pPr>
            <a:endParaRPr sz="1400" b="0" i="0" u="none" strike="noStrike" cap="none">
              <a:solidFill>
                <a:schemeClr val="lt1"/>
              </a:solidFill>
              <a:latin typeface="Arial"/>
              <a:ea typeface="Arial"/>
              <a:cs typeface="Arial"/>
              <a:sym typeface="Arial"/>
            </a:endParaRPr>
          </a:p>
        </p:txBody>
      </p:sp>
      <p:sp>
        <p:nvSpPr>
          <p:cNvPr id="1515" name="Google Shape;1515;p17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ctr" anchorCtr="0">
            <a:noAutofit/>
          </a:bodyPr>
          <a:lstStyle>
            <a:lvl1pPr marL="0" marR="0" lvl="0"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1pPr>
            <a:lvl2pPr marL="0" marR="0" lvl="1"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2pPr>
            <a:lvl3pPr marL="0" marR="0" lvl="2"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3pPr>
            <a:lvl4pPr marL="0" marR="0" lvl="3"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4pPr>
            <a:lvl5pPr marL="0" marR="0" lvl="4"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5pPr>
            <a:lvl6pPr marL="0" marR="0" lvl="5"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6pPr>
            <a:lvl7pPr marL="0" marR="0" lvl="6"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7pPr>
            <a:lvl8pPr marL="0" marR="0" lvl="7"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8pPr>
            <a:lvl9pPr marL="0" marR="0" lvl="8" indent="0" algn="l" rtl="0">
              <a:lnSpc>
                <a:spcPct val="100000"/>
              </a:lnSpc>
              <a:spcBef>
                <a:spcPts val="0"/>
              </a:spcBef>
              <a:spcAft>
                <a:spcPts val="0"/>
              </a:spcAft>
              <a:buClr>
                <a:schemeClr val="lt2"/>
              </a:buClr>
              <a:buSzPts val="1300"/>
              <a:buFont typeface="Georgia"/>
              <a:buNone/>
              <a:defRPr sz="1300" b="0" i="0" u="none" strike="noStrike" cap="none">
                <a:solidFill>
                  <a:schemeClr val="lt2"/>
                </a:solidFill>
                <a:latin typeface="Georgia"/>
                <a:ea typeface="Georgia"/>
                <a:cs typeface="Georgia"/>
                <a:sym typeface="Georgia"/>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content black">
  <p:cSld name="Title and content black">
    <p:bg>
      <p:bgPr>
        <a:solidFill>
          <a:schemeClr val="dk1"/>
        </a:solidFill>
        <a:effectLst/>
      </p:bgPr>
    </p:bg>
    <p:spTree>
      <p:nvGrpSpPr>
        <p:cNvPr id="1" name="Shape 1516"/>
        <p:cNvGrpSpPr/>
        <p:nvPr/>
      </p:nvGrpSpPr>
      <p:grpSpPr>
        <a:xfrm>
          <a:off x="0" y="0"/>
          <a:ext cx="0" cy="0"/>
          <a:chOff x="0" y="0"/>
          <a:chExt cx="0" cy="0"/>
        </a:xfrm>
      </p:grpSpPr>
      <p:sp>
        <p:nvSpPr>
          <p:cNvPr id="1517" name="Google Shape;1517;p17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8" name="Google Shape;1518;p17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17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20" name="Google Shape;1520;p174"/>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21" name="Google Shape;1521;p174"/>
          <p:cNvSpPr/>
          <p:nvPr/>
        </p:nvSpPr>
        <p:spPr>
          <a:xfrm>
            <a:off x="-3347" y="10045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2" name="Google Shape;1522;p174"/>
          <p:cNvSpPr txBox="1">
            <a:spLocks noGrp="1"/>
          </p:cNvSpPr>
          <p:nvPr>
            <p:ph type="body" idx="1"/>
          </p:nvPr>
        </p:nvSpPr>
        <p:spPr>
          <a:xfrm>
            <a:off x="309562" y="1327148"/>
            <a:ext cx="7049100" cy="920400"/>
          </a:xfrm>
          <a:prstGeom prst="rect">
            <a:avLst/>
          </a:prstGeom>
          <a:noFill/>
          <a:ln>
            <a:noFill/>
          </a:ln>
        </p:spPr>
        <p:txBody>
          <a:bodyPr spcFirstLastPara="1" wrap="square" lIns="91425" tIns="91425" rIns="91425" bIns="91425" anchor="t" anchorCtr="0"/>
          <a:lstStyle>
            <a:lvl1pPr marL="457200" marR="0" lvl="0" indent="-228600" algn="l" rtl="0">
              <a:lnSpc>
                <a:spcPct val="95000"/>
              </a:lnSpc>
              <a:spcBef>
                <a:spcPts val="400"/>
              </a:spcBef>
              <a:spcAft>
                <a:spcPts val="0"/>
              </a:spcAft>
              <a:buClr>
                <a:schemeClr val="lt1"/>
              </a:buClr>
              <a:buSzPts val="1400"/>
              <a:buFont typeface="Arial"/>
              <a:buNone/>
              <a:defRPr sz="2000" b="0" i="0" u="none" strike="noStrike" cap="none">
                <a:solidFill>
                  <a:schemeClr val="lt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1"/>
              </a:buClr>
              <a:buSzPts val="1000"/>
              <a:buFont typeface="Noto Sans Symbols"/>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18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16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273050" algn="l" rtl="0">
              <a:lnSpc>
                <a:spcPct val="100000"/>
              </a:lnSpc>
              <a:spcBef>
                <a:spcPts val="140"/>
              </a:spcBef>
              <a:spcAft>
                <a:spcPts val="0"/>
              </a:spcAft>
              <a:buClr>
                <a:schemeClr val="lt1"/>
              </a:buClr>
              <a:buSzPts val="700"/>
              <a:buFont typeface="Arial"/>
              <a:buChar char="–"/>
              <a:defRPr sz="700" b="0" i="0" u="none" strike="noStrike" cap="none">
                <a:solidFill>
                  <a:schemeClr val="lt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Chapter Head Simple">
  <p:cSld name="Chapter Head Simple">
    <p:bg>
      <p:bgPr>
        <a:solidFill>
          <a:schemeClr val="dk1"/>
        </a:solidFill>
        <a:effectLst/>
      </p:bgPr>
    </p:bg>
    <p:spTree>
      <p:nvGrpSpPr>
        <p:cNvPr id="1" name="Shape 1523"/>
        <p:cNvGrpSpPr/>
        <p:nvPr/>
      </p:nvGrpSpPr>
      <p:grpSpPr>
        <a:xfrm>
          <a:off x="0" y="0"/>
          <a:ext cx="0" cy="0"/>
          <a:chOff x="0" y="0"/>
          <a:chExt cx="0" cy="0"/>
        </a:xfrm>
      </p:grpSpPr>
      <p:sp>
        <p:nvSpPr>
          <p:cNvPr id="1524" name="Google Shape;1524;p175"/>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525" name="Google Shape;1525;p17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26" name="Google Shape;1526;p17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27" name="Google Shape;1527;p17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175"/>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29" name="Google Shape;1529;p175"/>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Photo Page - Half Page Red 2">
  <p:cSld name="Photo Page - Half Page Red 2">
    <p:spTree>
      <p:nvGrpSpPr>
        <p:cNvPr id="1" name="Shape 1530"/>
        <p:cNvGrpSpPr/>
        <p:nvPr/>
      </p:nvGrpSpPr>
      <p:grpSpPr>
        <a:xfrm>
          <a:off x="0" y="0"/>
          <a:ext cx="0" cy="0"/>
          <a:chOff x="0" y="0"/>
          <a:chExt cx="0" cy="0"/>
        </a:xfrm>
      </p:grpSpPr>
      <p:sp>
        <p:nvSpPr>
          <p:cNvPr id="1531" name="Google Shape;1531;p176"/>
          <p:cNvSpPr/>
          <p:nvPr/>
        </p:nvSpPr>
        <p:spPr>
          <a:xfrm>
            <a:off x="0" y="1386319"/>
            <a:ext cx="45117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chemeClr val="dk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2" name="Google Shape;1532;p176"/>
          <p:cNvSpPr/>
          <p:nvPr/>
        </p:nvSpPr>
        <p:spPr>
          <a:xfrm>
            <a:off x="4511700" y="1386319"/>
            <a:ext cx="4632300" cy="25986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F3F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3" name="Google Shape;1533;p176"/>
          <p:cNvSpPr/>
          <p:nvPr/>
        </p:nvSpPr>
        <p:spPr>
          <a:xfrm>
            <a:off x="-14864" y="2209519"/>
            <a:ext cx="102300" cy="647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176"/>
          <p:cNvSpPr txBox="1">
            <a:spLocks noGrp="1"/>
          </p:cNvSpPr>
          <p:nvPr>
            <p:ph type="title"/>
          </p:nvPr>
        </p:nvSpPr>
        <p:spPr>
          <a:xfrm>
            <a:off x="364200" y="1906819"/>
            <a:ext cx="3783300" cy="4551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rgbClr val="FFFFFF"/>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535" name="Google Shape;1535;p176"/>
          <p:cNvSpPr/>
          <p:nvPr/>
        </p:nvSpPr>
        <p:spPr>
          <a:xfrm>
            <a:off x="4431914" y="2590819"/>
            <a:ext cx="189300" cy="189600"/>
          </a:xfrm>
          <a:custGeom>
            <a:avLst/>
            <a:gdLst/>
            <a:ahLst/>
            <a:cxnLst/>
            <a:rect l="l" t="t" r="r" b="b"/>
            <a:pathLst>
              <a:path w="120000" h="120000" extrusionOk="0">
                <a:moveTo>
                  <a:pt x="59966" y="0"/>
                </a:moveTo>
                <a:lnTo>
                  <a:pt x="0" y="59965"/>
                </a:lnTo>
                <a:lnTo>
                  <a:pt x="59966" y="119936"/>
                </a:lnTo>
                <a:lnTo>
                  <a:pt x="119936" y="59965"/>
                </a:lnTo>
                <a:lnTo>
                  <a:pt x="59966" y="0"/>
                </a:lnTo>
                <a:close/>
              </a:path>
            </a:pathLst>
          </a:custGeom>
          <a:solidFill>
            <a:srgbClr val="F2F2F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6" name="Google Shape;1536;p17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Photo Page - Half Page Black">
  <p:cSld name="Photo Page - Half Page Black">
    <p:spTree>
      <p:nvGrpSpPr>
        <p:cNvPr id="1" name="Shape 1537"/>
        <p:cNvGrpSpPr/>
        <p:nvPr/>
      </p:nvGrpSpPr>
      <p:grpSpPr>
        <a:xfrm>
          <a:off x="0" y="0"/>
          <a:ext cx="0" cy="0"/>
          <a:chOff x="0" y="0"/>
          <a:chExt cx="0" cy="0"/>
        </a:xfrm>
      </p:grpSpPr>
      <p:sp>
        <p:nvSpPr>
          <p:cNvPr id="1538" name="Google Shape;1538;p177"/>
          <p:cNvSpPr/>
          <p:nvPr/>
        </p:nvSpPr>
        <p:spPr>
          <a:xfrm>
            <a:off x="4572000" y="0"/>
            <a:ext cx="4572000" cy="5143500"/>
          </a:xfrm>
          <a:custGeom>
            <a:avLst/>
            <a:gdLst/>
            <a:ahLst/>
            <a:cxnLst/>
            <a:rect l="l" t="t" r="r" b="b"/>
            <a:pathLst>
              <a:path w="120000" h="120000" extrusionOk="0">
                <a:moveTo>
                  <a:pt x="0" y="120000"/>
                </a:moveTo>
                <a:lnTo>
                  <a:pt x="120000" y="120000"/>
                </a:lnTo>
                <a:lnTo>
                  <a:pt x="120000" y="0"/>
                </a:lnTo>
                <a:lnTo>
                  <a:pt x="0" y="0"/>
                </a:lnTo>
                <a:lnTo>
                  <a:pt x="0" y="120000"/>
                </a:lnTo>
                <a:close/>
              </a:path>
            </a:pathLst>
          </a:custGeom>
          <a:solidFill>
            <a:srgbClr val="0C0C0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39" name="Google Shape;1539;p177"/>
          <p:cNvSpPr txBox="1">
            <a:spLocks noGrp="1"/>
          </p:cNvSpPr>
          <p:nvPr>
            <p:ph type="title"/>
          </p:nvPr>
        </p:nvSpPr>
        <p:spPr>
          <a:xfrm>
            <a:off x="5106600" y="1982925"/>
            <a:ext cx="3628800" cy="4551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333332"/>
              </a:buClr>
              <a:buSzPts val="1400"/>
              <a:buFont typeface="Georgia"/>
              <a:buNone/>
              <a:defRPr sz="24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333332"/>
              </a:buClr>
              <a:buSzPts val="1400"/>
              <a:buFont typeface="Arial"/>
              <a:buNone/>
              <a:defRPr sz="2400" b="0" i="0" u="none" strike="noStrike" cap="none">
                <a:solidFill>
                  <a:srgbClr val="FFFFFF"/>
                </a:solidFill>
                <a:latin typeface="Arial"/>
                <a:ea typeface="Arial"/>
                <a:cs typeface="Arial"/>
                <a:sym typeface="Arial"/>
              </a:defRPr>
            </a:lvl9pPr>
          </a:lstStyle>
          <a:p>
            <a:endParaRPr/>
          </a:p>
        </p:txBody>
      </p:sp>
      <p:sp>
        <p:nvSpPr>
          <p:cNvPr id="1540" name="Google Shape;1540;p177"/>
          <p:cNvSpPr txBox="1">
            <a:spLocks noGrp="1"/>
          </p:cNvSpPr>
          <p:nvPr>
            <p:ph type="body" idx="1"/>
          </p:nvPr>
        </p:nvSpPr>
        <p:spPr>
          <a:xfrm>
            <a:off x="5106600" y="2681875"/>
            <a:ext cx="3218700" cy="20748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1000" b="0" i="0" u="none" strike="noStrike" cap="none">
                <a:solidFill>
                  <a:schemeClr val="lt1"/>
                </a:solidFill>
                <a:latin typeface="Arial"/>
                <a:ea typeface="Arial"/>
                <a:cs typeface="Arial"/>
                <a:sym typeface="Arial"/>
              </a:defRPr>
            </a:lvl1pPr>
            <a:lvl2pPr marL="914400" marR="0" lvl="1" indent="-292100" algn="l" rtl="0">
              <a:lnSpc>
                <a:spcPct val="100000"/>
              </a:lnSpc>
              <a:spcBef>
                <a:spcPts val="0"/>
              </a:spcBef>
              <a:spcAft>
                <a:spcPts val="0"/>
              </a:spcAft>
              <a:buClr>
                <a:schemeClr val="lt1"/>
              </a:buClr>
              <a:buSzPts val="1000"/>
              <a:buFont typeface="Arial"/>
              <a:buChar char="■"/>
              <a:defRPr sz="1000" b="0" i="0" u="none" strike="noStrike" cap="none">
                <a:solidFill>
                  <a:schemeClr val="lt1"/>
                </a:solidFill>
                <a:latin typeface="Arial"/>
                <a:ea typeface="Arial"/>
                <a:cs typeface="Arial"/>
                <a:sym typeface="Arial"/>
              </a:defRPr>
            </a:lvl2pPr>
            <a:lvl3pPr marL="1371600" marR="0" lvl="2" indent="-285750" algn="l" rtl="0">
              <a:lnSpc>
                <a:spcPct val="100000"/>
              </a:lnSpc>
              <a:spcBef>
                <a:spcPts val="0"/>
              </a:spcBef>
              <a:spcAft>
                <a:spcPts val="0"/>
              </a:spcAft>
              <a:buClr>
                <a:schemeClr val="lt1"/>
              </a:buClr>
              <a:buSzPts val="900"/>
              <a:buFont typeface="Arial"/>
              <a:buChar char="—"/>
              <a:defRPr sz="900" b="0" i="0" u="none" strike="noStrike" cap="none">
                <a:solidFill>
                  <a:schemeClr val="lt1"/>
                </a:solidFill>
                <a:latin typeface="Arial"/>
                <a:ea typeface="Arial"/>
                <a:cs typeface="Arial"/>
                <a:sym typeface="Arial"/>
              </a:defRPr>
            </a:lvl3pPr>
            <a:lvl4pPr marL="1828800" marR="0" lvl="3" indent="-279400" algn="l" rtl="0">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4pPr>
            <a:lvl5pPr marL="2286000" marR="0" lvl="4" indent="-317500" algn="l" rtl="0">
              <a:lnSpc>
                <a:spcPct val="100000"/>
              </a:lnSpc>
              <a:spcBef>
                <a:spcPts val="0"/>
              </a:spcBef>
              <a:spcAft>
                <a:spcPts val="0"/>
              </a:spcAft>
              <a:buClr>
                <a:schemeClr val="lt1"/>
              </a:buClr>
              <a:buSzPts val="1400"/>
              <a:buFont typeface="Georgia"/>
              <a:buChar char="–"/>
              <a:defRPr sz="1400" b="0" i="0" u="none" strike="noStrike" cap="none">
                <a:solidFill>
                  <a:schemeClr val="lt1"/>
                </a:solidFill>
                <a:latin typeface="Georgia"/>
                <a:ea typeface="Georgia"/>
                <a:cs typeface="Georgia"/>
                <a:sym typeface="Georgia"/>
              </a:defRPr>
            </a:lvl5pPr>
            <a:lvl6pPr marL="2743200" marR="0" lvl="5"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100000"/>
              </a:lnSpc>
              <a:spcBef>
                <a:spcPts val="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1541" name="Google Shape;1541;p177"/>
          <p:cNvSpPr/>
          <p:nvPr/>
        </p:nvSpPr>
        <p:spPr>
          <a:xfrm>
            <a:off x="9041700" y="2361919"/>
            <a:ext cx="102300" cy="64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177"/>
          <p:cNvSpPr>
            <a:spLocks noGrp="1"/>
          </p:cNvSpPr>
          <p:nvPr>
            <p:ph type="pic" idx="2"/>
          </p:nvPr>
        </p:nvSpPr>
        <p:spPr>
          <a:xfrm>
            <a:off x="0" y="0"/>
            <a:ext cx="4572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360"/>
              </a:spcBef>
              <a:spcAft>
                <a:spcPts val="0"/>
              </a:spcAft>
              <a:buClr>
                <a:srgbClr val="333332"/>
              </a:buClr>
              <a:buSzPts val="1400"/>
              <a:buFont typeface="Arial"/>
              <a:buNone/>
              <a:defRPr sz="1800" b="0" i="0" u="none" strike="noStrike" cap="none">
                <a:solidFill>
                  <a:srgbClr val="333332"/>
                </a:solidFill>
                <a:latin typeface="Georgia"/>
                <a:ea typeface="Georgia"/>
                <a:cs typeface="Georgia"/>
                <a:sym typeface="Georgia"/>
              </a:defRPr>
            </a:lvl1pPr>
            <a:lvl2pPr marR="0" lvl="1" algn="l" rtl="0">
              <a:lnSpc>
                <a:spcPct val="100000"/>
              </a:lnSpc>
              <a:spcBef>
                <a:spcPts val="280"/>
              </a:spcBef>
              <a:spcAft>
                <a:spcPts val="0"/>
              </a:spcAft>
              <a:buClr>
                <a:srgbClr val="333332"/>
              </a:buClr>
              <a:buSzPts val="1400"/>
              <a:buFont typeface="Noto Sans Symbols"/>
              <a:buChar char="■"/>
              <a:defRPr sz="1400" b="0" i="0" u="none" strike="noStrike" cap="none">
                <a:solidFill>
                  <a:srgbClr val="333332"/>
                </a:solidFill>
                <a:latin typeface="Georgia"/>
                <a:ea typeface="Georgia"/>
                <a:cs typeface="Georgia"/>
                <a:sym typeface="Georgia"/>
              </a:defRPr>
            </a:lvl2pPr>
            <a:lvl3pPr marR="0" lvl="2" algn="l" rtl="0">
              <a:lnSpc>
                <a:spcPct val="100000"/>
              </a:lnSpc>
              <a:spcBef>
                <a:spcPts val="240"/>
              </a:spcBef>
              <a:spcAft>
                <a:spcPts val="0"/>
              </a:spcAft>
              <a:buClr>
                <a:srgbClr val="333332"/>
              </a:buClr>
              <a:buSzPts val="1200"/>
              <a:buFont typeface="Arial"/>
              <a:buChar char="—"/>
              <a:defRPr sz="1200" b="0" i="0" u="none" strike="noStrike" cap="none">
                <a:solidFill>
                  <a:srgbClr val="333332"/>
                </a:solidFill>
                <a:latin typeface="Arial"/>
                <a:ea typeface="Arial"/>
                <a:cs typeface="Arial"/>
                <a:sym typeface="Arial"/>
              </a:defRPr>
            </a:lvl3pPr>
            <a:lvl4pPr marR="0" lvl="3" algn="l" rtl="0">
              <a:lnSpc>
                <a:spcPct val="100000"/>
              </a:lnSpc>
              <a:spcBef>
                <a:spcPts val="200"/>
              </a:spcBef>
              <a:spcAft>
                <a:spcPts val="0"/>
              </a:spcAft>
              <a:buClr>
                <a:srgbClr val="333332"/>
              </a:buClr>
              <a:buSzPts val="1000"/>
              <a:buFont typeface="Arial"/>
              <a:buChar char="●"/>
              <a:defRPr sz="1000" b="0" i="0" u="none" strike="noStrike" cap="none">
                <a:solidFill>
                  <a:srgbClr val="333332"/>
                </a:solidFill>
                <a:latin typeface="Arial"/>
                <a:ea typeface="Arial"/>
                <a:cs typeface="Arial"/>
                <a:sym typeface="Arial"/>
              </a:defRPr>
            </a:lvl4pPr>
            <a:lvl5pPr marR="0" lvl="4" algn="l" rtl="0">
              <a:lnSpc>
                <a:spcPct val="100000"/>
              </a:lnSpc>
              <a:spcBef>
                <a:spcPts val="160"/>
              </a:spcBef>
              <a:spcAft>
                <a:spcPts val="0"/>
              </a:spcAft>
              <a:buClr>
                <a:srgbClr val="333332"/>
              </a:buClr>
              <a:buSzPts val="700"/>
              <a:buFont typeface="Georgia"/>
              <a:buChar char="–"/>
              <a:defRPr sz="700" b="0" i="0" u="none" strike="noStrike" cap="none">
                <a:solidFill>
                  <a:srgbClr val="333332"/>
                </a:solidFill>
                <a:latin typeface="Georgia"/>
                <a:ea typeface="Georgia"/>
                <a:cs typeface="Georgia"/>
                <a:sym typeface="Georgia"/>
              </a:defRPr>
            </a:lvl5pPr>
            <a:lvl6pPr marR="0" lvl="5"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6pPr>
            <a:lvl7pPr marR="0" lvl="6"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7pPr>
            <a:lvl8pPr marR="0" lvl="7"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8pPr>
            <a:lvl9pPr marR="0" lvl="8" algn="l" rtl="0">
              <a:lnSpc>
                <a:spcPct val="100000"/>
              </a:lnSpc>
              <a:spcBef>
                <a:spcPts val="400"/>
              </a:spcBef>
              <a:spcAft>
                <a:spcPts val="0"/>
              </a:spcAft>
              <a:buClr>
                <a:srgbClr val="333332"/>
              </a:buClr>
              <a:buSzPts val="2000"/>
              <a:buFont typeface="Arial"/>
              <a:buChar char="•"/>
              <a:defRPr sz="2000" b="0" i="0" u="none" strike="noStrike" cap="none">
                <a:solidFill>
                  <a:srgbClr val="333332"/>
                </a:solidFill>
                <a:latin typeface="Georgia"/>
                <a:ea typeface="Georgia"/>
                <a:cs typeface="Georgia"/>
                <a:sym typeface="Georgia"/>
              </a:defRPr>
            </a:lvl9pPr>
          </a:lstStyle>
          <a:p>
            <a:endParaRPr/>
          </a:p>
        </p:txBody>
      </p:sp>
      <p:sp>
        <p:nvSpPr>
          <p:cNvPr id="1543" name="Google Shape;1543;p17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44"/>
        <p:cNvGrpSpPr/>
        <p:nvPr/>
      </p:nvGrpSpPr>
      <p:grpSpPr>
        <a:xfrm>
          <a:off x="0" y="0"/>
          <a:ext cx="0" cy="0"/>
          <a:chOff x="0" y="0"/>
          <a:chExt cx="0" cy="0"/>
        </a:xfrm>
      </p:grpSpPr>
      <p:sp>
        <p:nvSpPr>
          <p:cNvPr id="1545" name="Google Shape;1545;p178"/>
          <p:cNvSpPr txBox="1">
            <a:spLocks noGrp="1"/>
          </p:cNvSpPr>
          <p:nvPr>
            <p:ph type="title"/>
          </p:nvPr>
        </p:nvSpPr>
        <p:spPr>
          <a:xfrm>
            <a:off x="309562" y="388989"/>
            <a:ext cx="8524800" cy="4923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46" name="Google Shape;1546;p178"/>
          <p:cNvSpPr txBox="1">
            <a:spLocks noGrp="1"/>
          </p:cNvSpPr>
          <p:nvPr>
            <p:ph type="body" idx="1"/>
          </p:nvPr>
        </p:nvSpPr>
        <p:spPr>
          <a:xfrm>
            <a:off x="309566"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47" name="Google Shape;1547;p178"/>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48" name="Google Shape;1548;p17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49" name="Google Shape;1549;p17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50" name="Google Shape;1550;p178"/>
          <p:cNvSpPr txBox="1">
            <a:spLocks noGrp="1"/>
          </p:cNvSpPr>
          <p:nvPr>
            <p:ph type="body" idx="2"/>
          </p:nvPr>
        </p:nvSpPr>
        <p:spPr>
          <a:xfrm>
            <a:off x="6049169" y="3759993"/>
            <a:ext cx="2538300" cy="96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300"/>
              </a:spcBef>
              <a:spcAft>
                <a:spcPts val="0"/>
              </a:spcAft>
              <a:buClr>
                <a:schemeClr val="dk2"/>
              </a:buClr>
              <a:buSzPts val="1400"/>
              <a:buFont typeface="Arial"/>
              <a:buNone/>
              <a:defRPr sz="700" b="0" i="0" u="none" strike="noStrike" cap="none">
                <a:solidFill>
                  <a:schemeClr val="dk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51" name="Google Shape;1551;p178"/>
          <p:cNvSpPr txBox="1"/>
          <p:nvPr/>
        </p:nvSpPr>
        <p:spPr>
          <a:xfrm>
            <a:off x="5341767" y="3759993"/>
            <a:ext cx="680700" cy="969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E0301E"/>
              </a:buClr>
              <a:buSzPts val="700"/>
              <a:buFont typeface="Arial"/>
              <a:buNone/>
            </a:pPr>
            <a:r>
              <a:rPr lang="en" sz="700" b="0" i="0" u="none" strike="noStrike" cap="none">
                <a:solidFill>
                  <a:srgbClr val="E0301E"/>
                </a:solidFill>
                <a:latin typeface="Arial"/>
                <a:ea typeface="Arial"/>
                <a:cs typeface="Arial"/>
                <a:sym typeface="Arial"/>
              </a:rPr>
              <a:t>Contacts:</a:t>
            </a:r>
            <a:endParaRPr sz="1400" b="0" i="0" u="none" strike="noStrike" cap="none">
              <a:solidFill>
                <a:srgbClr val="000000"/>
              </a:solidFill>
              <a:latin typeface="Arial"/>
              <a:ea typeface="Arial"/>
              <a:cs typeface="Arial"/>
              <a:sym typeface="Arial"/>
            </a:endParaRPr>
          </a:p>
        </p:txBody>
      </p:sp>
      <p:sp>
        <p:nvSpPr>
          <p:cNvPr id="1552" name="Google Shape;1552;p17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3" name="Google Shape;1553;p178"/>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4" name="Google Shape;1554;p178"/>
          <p:cNvSpPr txBox="1">
            <a:spLocks noGrp="1"/>
          </p:cNvSpPr>
          <p:nvPr>
            <p:ph type="body" idx="3"/>
          </p:nvPr>
        </p:nvSpPr>
        <p:spPr>
          <a:xfrm>
            <a:off x="1932882" y="3742127"/>
            <a:ext cx="15399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Black blank">
  <p:cSld name="Black blank">
    <p:bg>
      <p:bgPr>
        <a:solidFill>
          <a:schemeClr val="dk1"/>
        </a:solidFill>
        <a:effectLst/>
      </p:bgPr>
    </p:bg>
    <p:spTree>
      <p:nvGrpSpPr>
        <p:cNvPr id="1" name="Shape 1555"/>
        <p:cNvGrpSpPr/>
        <p:nvPr/>
      </p:nvGrpSpPr>
      <p:grpSpPr>
        <a:xfrm>
          <a:off x="0" y="0"/>
          <a:ext cx="0" cy="0"/>
          <a:chOff x="0" y="0"/>
          <a:chExt cx="0" cy="0"/>
        </a:xfrm>
      </p:grpSpPr>
      <p:sp>
        <p:nvSpPr>
          <p:cNvPr id="1556" name="Google Shape;1556;p17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57" name="Google Shape;1557;p17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17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1559"/>
        <p:cNvGrpSpPr/>
        <p:nvPr/>
      </p:nvGrpSpPr>
      <p:grpSpPr>
        <a:xfrm>
          <a:off x="0" y="0"/>
          <a:ext cx="0" cy="0"/>
          <a:chOff x="0" y="0"/>
          <a:chExt cx="0" cy="0"/>
        </a:xfrm>
      </p:grpSpPr>
      <p:sp>
        <p:nvSpPr>
          <p:cNvPr id="1560" name="Google Shape;1560;p180"/>
          <p:cNvSpPr>
            <a:spLocks noGrp="1"/>
          </p:cNvSpPr>
          <p:nvPr>
            <p:ph type="pic" idx="2"/>
          </p:nvPr>
        </p:nvSpPr>
        <p:spPr>
          <a:xfrm>
            <a:off x="0" y="1008272"/>
            <a:ext cx="9144000" cy="41352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61" name="Google Shape;1561;p180"/>
          <p:cNvSpPr txBox="1">
            <a:spLocks noGrp="1"/>
          </p:cNvSpPr>
          <p:nvPr>
            <p:ph type="title"/>
          </p:nvPr>
        </p:nvSpPr>
        <p:spPr>
          <a:xfrm>
            <a:off x="310899" y="530354"/>
            <a:ext cx="84795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2" name="Google Shape;1562;p18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63" name="Google Shape;1563;p18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64" name="Google Shape;1564;p180"/>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18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566" name="Google Shape;1566;p180"/>
          <p:cNvGrpSpPr/>
          <p:nvPr/>
        </p:nvGrpSpPr>
        <p:grpSpPr>
          <a:xfrm>
            <a:off x="-3347" y="998362"/>
            <a:ext cx="9141600" cy="104618"/>
            <a:chOff x="-3347" y="998361"/>
            <a:chExt cx="9141600" cy="104618"/>
          </a:xfrm>
        </p:grpSpPr>
        <p:sp>
          <p:nvSpPr>
            <p:cNvPr id="1567" name="Google Shape;1567;p180"/>
            <p:cNvSpPr/>
            <p:nvPr/>
          </p:nvSpPr>
          <p:spPr>
            <a:xfrm rot="10800000" flipH="1">
              <a:off x="976383" y="998361"/>
              <a:ext cx="200100" cy="97200"/>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568" name="Google Shape;1568;p180"/>
            <p:cNvSpPr/>
            <p:nvPr/>
          </p:nvSpPr>
          <p:spPr>
            <a:xfrm>
              <a:off x="-3347" y="1004579"/>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69" name="Google Shape;1569;p180"/>
          <p:cNvSpPr txBox="1"/>
          <p:nvPr/>
        </p:nvSpPr>
        <p:spPr>
          <a:xfrm>
            <a:off x="6853242" y="4922408"/>
            <a:ext cx="2133600" cy="123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1_Black blank">
  <p:cSld name="1_Black blank">
    <p:bg>
      <p:bgPr>
        <a:solidFill>
          <a:schemeClr val="dk1"/>
        </a:solidFill>
        <a:effectLst/>
      </p:bgPr>
    </p:bg>
    <p:spTree>
      <p:nvGrpSpPr>
        <p:cNvPr id="1" name="Shape 1570"/>
        <p:cNvGrpSpPr/>
        <p:nvPr/>
      </p:nvGrpSpPr>
      <p:grpSpPr>
        <a:xfrm>
          <a:off x="0" y="0"/>
          <a:ext cx="0" cy="0"/>
          <a:chOff x="0" y="0"/>
          <a:chExt cx="0" cy="0"/>
        </a:xfrm>
      </p:grpSpPr>
      <p:sp>
        <p:nvSpPr>
          <p:cNvPr id="1571" name="Google Shape;1571;p18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72" name="Google Shape;1572;p181"/>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p18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Slide White">
  <p:cSld name="Title Slide White">
    <p:bg>
      <p:bgPr>
        <a:solidFill>
          <a:schemeClr val="lt1"/>
        </a:solidFill>
        <a:effectLst/>
      </p:bgPr>
    </p:bg>
    <p:spTree>
      <p:nvGrpSpPr>
        <p:cNvPr id="1" name="Shape 1574"/>
        <p:cNvGrpSpPr/>
        <p:nvPr/>
      </p:nvGrpSpPr>
      <p:grpSpPr>
        <a:xfrm>
          <a:off x="0" y="0"/>
          <a:ext cx="0" cy="0"/>
          <a:chOff x="0" y="0"/>
          <a:chExt cx="0" cy="0"/>
        </a:xfrm>
      </p:grpSpPr>
      <p:sp>
        <p:nvSpPr>
          <p:cNvPr id="1575" name="Google Shape;1575;p182"/>
          <p:cNvSpPr txBox="1">
            <a:spLocks noGrp="1"/>
          </p:cNvSpPr>
          <p:nvPr>
            <p:ph type="ctrTitle"/>
          </p:nvPr>
        </p:nvSpPr>
        <p:spPr>
          <a:xfrm>
            <a:off x="308218" y="2032600"/>
            <a:ext cx="4263900" cy="886500"/>
          </a:xfrm>
          <a:prstGeom prst="rect">
            <a:avLst/>
          </a:prstGeom>
          <a:noFill/>
          <a:ln>
            <a:noFill/>
          </a:ln>
        </p:spPr>
        <p:txBody>
          <a:bodyPr spcFirstLastPara="1" wrap="square" lIns="91425" tIns="91425" rIns="91425" bIns="91425" anchor="t" anchorCtr="0"/>
          <a:lstStyle>
            <a:lvl1pPr marR="0" lvl="0" algn="l" rtl="0">
              <a:lnSpc>
                <a:spcPct val="90000"/>
              </a:lnSpc>
              <a:spcBef>
                <a:spcPts val="600"/>
              </a:spcBef>
              <a:spcAft>
                <a:spcPts val="0"/>
              </a:spcAft>
              <a:buClr>
                <a:schemeClr val="dk2"/>
              </a:buClr>
              <a:buSzPts val="1400"/>
              <a:buFont typeface="Georgia"/>
              <a:buNone/>
              <a:defRPr sz="32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76" name="Google Shape;1576;p182"/>
          <p:cNvSpPr txBox="1">
            <a:spLocks noGrp="1"/>
          </p:cNvSpPr>
          <p:nvPr>
            <p:ph type="subTitle" idx="1"/>
          </p:nvPr>
        </p:nvSpPr>
        <p:spPr>
          <a:xfrm>
            <a:off x="308214" y="1129221"/>
            <a:ext cx="4257300" cy="886500"/>
          </a:xfrm>
          <a:prstGeom prst="rect">
            <a:avLst/>
          </a:prstGeom>
          <a:noFill/>
          <a:ln>
            <a:noFill/>
          </a:ln>
        </p:spPr>
        <p:txBody>
          <a:bodyPr spcFirstLastPara="1" wrap="square" lIns="91425" tIns="91425" rIns="91425" bIns="91425" anchor="b" anchorCtr="0"/>
          <a:lstStyle>
            <a:lvl1pPr marR="0" lvl="0" algn="l" rtl="0">
              <a:lnSpc>
                <a:spcPct val="90000"/>
              </a:lnSpc>
              <a:spcBef>
                <a:spcPts val="600"/>
              </a:spcBef>
              <a:spcAft>
                <a:spcPts val="0"/>
              </a:spcAft>
              <a:buClr>
                <a:schemeClr val="dk1"/>
              </a:buClr>
              <a:buSzPts val="1400"/>
              <a:buFont typeface="Arial"/>
              <a:buNone/>
              <a:defRPr sz="3200" b="0" i="0" u="none" strike="noStrike" cap="none">
                <a:solidFill>
                  <a:schemeClr val="dk1"/>
                </a:solidFill>
                <a:latin typeface="Georgia"/>
                <a:ea typeface="Georgia"/>
                <a:cs typeface="Georgia"/>
                <a:sym typeface="Georgia"/>
              </a:defRPr>
            </a:lvl1pPr>
            <a:lvl2pPr marR="0" lvl="1" algn="ctr" rtl="0">
              <a:lnSpc>
                <a:spcPct val="100000"/>
              </a:lnSpc>
              <a:spcBef>
                <a:spcPts val="200"/>
              </a:spcBef>
              <a:spcAft>
                <a:spcPts val="0"/>
              </a:spcAft>
              <a:buClr>
                <a:srgbClr val="888888"/>
              </a:buClr>
              <a:buSzPts val="1000"/>
              <a:buFont typeface="Noto Sans Symbols"/>
              <a:buNone/>
              <a:defRPr sz="1000" b="0" i="0" u="none" strike="noStrike" cap="none">
                <a:solidFill>
                  <a:srgbClr val="888888"/>
                </a:solidFill>
                <a:latin typeface="Arial"/>
                <a:ea typeface="Arial"/>
                <a:cs typeface="Arial"/>
                <a:sym typeface="Arial"/>
              </a:defRPr>
            </a:lvl2pPr>
            <a:lvl3pPr marR="0" lvl="2" algn="ctr" rtl="0">
              <a:lnSpc>
                <a:spcPct val="100000"/>
              </a:lnSpc>
              <a:spcBef>
                <a:spcPts val="180"/>
              </a:spcBef>
              <a:spcAft>
                <a:spcPts val="0"/>
              </a:spcAft>
              <a:buClr>
                <a:srgbClr val="888888"/>
              </a:buClr>
              <a:buSzPts val="900"/>
              <a:buFont typeface="Arial"/>
              <a:buNone/>
              <a:defRPr sz="900" b="0" i="0" u="none" strike="noStrike" cap="none">
                <a:solidFill>
                  <a:srgbClr val="888888"/>
                </a:solidFill>
                <a:latin typeface="Arial"/>
                <a:ea typeface="Arial"/>
                <a:cs typeface="Arial"/>
                <a:sym typeface="Arial"/>
              </a:defRPr>
            </a:lvl3pPr>
            <a:lvl4pPr marR="0" lvl="3" algn="ctr" rtl="0">
              <a:lnSpc>
                <a:spcPct val="100000"/>
              </a:lnSpc>
              <a:spcBef>
                <a:spcPts val="160"/>
              </a:spcBef>
              <a:spcAft>
                <a:spcPts val="0"/>
              </a:spcAft>
              <a:buClr>
                <a:srgbClr val="888888"/>
              </a:buClr>
              <a:buSzPts val="800"/>
              <a:buFont typeface="Arial"/>
              <a:buNone/>
              <a:defRPr sz="800" b="0" i="0" u="none" strike="noStrike" cap="none">
                <a:solidFill>
                  <a:srgbClr val="888888"/>
                </a:solidFill>
                <a:latin typeface="Arial"/>
                <a:ea typeface="Arial"/>
                <a:cs typeface="Arial"/>
                <a:sym typeface="Arial"/>
              </a:defRPr>
            </a:lvl4pPr>
            <a:lvl5pPr marR="0" lvl="4" algn="ctr" rtl="0">
              <a:lnSpc>
                <a:spcPct val="100000"/>
              </a:lnSpc>
              <a:spcBef>
                <a:spcPts val="14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577" name="Google Shape;1577;p182"/>
          <p:cNvSpPr txBox="1">
            <a:spLocks noGrp="1"/>
          </p:cNvSpPr>
          <p:nvPr>
            <p:ph type="body" idx="2"/>
          </p:nvPr>
        </p:nvSpPr>
        <p:spPr>
          <a:xfrm>
            <a:off x="308214" y="405758"/>
            <a:ext cx="3424200" cy="215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78" name="Google Shape;1578;p182"/>
          <p:cNvSpPr txBox="1">
            <a:spLocks noGrp="1"/>
          </p:cNvSpPr>
          <p:nvPr>
            <p:ph type="body" idx="3"/>
          </p:nvPr>
        </p:nvSpPr>
        <p:spPr>
          <a:xfrm>
            <a:off x="6869681" y="4499655"/>
            <a:ext cx="1941000" cy="246300"/>
          </a:xfrm>
          <a:prstGeom prst="rect">
            <a:avLst/>
          </a:prstGeom>
          <a:noFill/>
          <a:ln>
            <a:noFill/>
          </a:ln>
        </p:spPr>
        <p:txBody>
          <a:bodyPr spcFirstLastPara="1" wrap="square" lIns="91425" tIns="91425" rIns="91425" bIns="91425" anchor="t" anchorCtr="0"/>
          <a:lstStyle>
            <a:lvl1pPr marL="457200" marR="0" lvl="0" indent="-228600" algn="r" rtl="0">
              <a:lnSpc>
                <a:spcPct val="100000"/>
              </a:lnSpc>
              <a:spcBef>
                <a:spcPts val="0"/>
              </a:spcBef>
              <a:spcAft>
                <a:spcPts val="0"/>
              </a:spcAft>
              <a:buClr>
                <a:schemeClr val="dk1"/>
              </a:buClr>
              <a:buSzPts val="1400"/>
              <a:buFont typeface="Arial"/>
              <a:buNone/>
              <a:defRPr sz="800" b="0" i="0" u="none" strike="noStrike" cap="none">
                <a:solidFill>
                  <a:schemeClr val="dk1"/>
                </a:solidFill>
                <a:latin typeface="Georgia"/>
                <a:ea typeface="Georgia"/>
                <a:cs typeface="Georgia"/>
                <a:sym typeface="Georgia"/>
              </a:defRPr>
            </a:lvl1pPr>
            <a:lvl2pPr marL="914400" marR="0" lvl="1" indent="-228600" algn="r" rtl="0">
              <a:lnSpc>
                <a:spcPct val="100000"/>
              </a:lnSpc>
              <a:spcBef>
                <a:spcPts val="0"/>
              </a:spcBef>
              <a:spcAft>
                <a:spcPts val="0"/>
              </a:spcAft>
              <a:buClr>
                <a:schemeClr val="dk1"/>
              </a:buClr>
              <a:buSzPts val="1000"/>
              <a:buFont typeface="Noto Sans Symbols"/>
              <a:buNone/>
              <a:defRPr sz="800" b="0" i="1" u="none" strike="noStrike" cap="none">
                <a:solidFill>
                  <a:schemeClr val="dk1"/>
                </a:solidFill>
                <a:latin typeface="Georgia"/>
                <a:ea typeface="Georgia"/>
                <a:cs typeface="Georgia"/>
                <a:sym typeface="Georgia"/>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79" name="Google Shape;1579;p182"/>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80" name="Google Shape;1580;p182"/>
          <p:cNvPicPr preferRelativeResize="0"/>
          <p:nvPr/>
        </p:nvPicPr>
        <p:blipFill rotWithShape="1">
          <a:blip r:embed="rId2">
            <a:alphaModFix/>
          </a:blip>
          <a:srcRect/>
          <a:stretch/>
        </p:blipFill>
        <p:spPr>
          <a:xfrm>
            <a:off x="331843" y="4137221"/>
            <a:ext cx="774599" cy="594299"/>
          </a:xfrm>
          <a:prstGeom prst="rect">
            <a:avLst/>
          </a:prstGeom>
          <a:noFill/>
          <a:ln>
            <a:noFill/>
          </a:ln>
        </p:spPr>
      </p:pic>
      <p:sp>
        <p:nvSpPr>
          <p:cNvPr id="1581" name="Google Shape;1581;p18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hapter Head">
  <p:cSld name="Chapter Head">
    <p:bg>
      <p:bgPr>
        <a:solidFill>
          <a:schemeClr val="dk1"/>
        </a:solidFill>
        <a:effectLst/>
      </p:bgPr>
    </p:bg>
    <p:spTree>
      <p:nvGrpSpPr>
        <p:cNvPr id="1" name="Shape 1582"/>
        <p:cNvGrpSpPr/>
        <p:nvPr/>
      </p:nvGrpSpPr>
      <p:grpSpPr>
        <a:xfrm>
          <a:off x="0" y="0"/>
          <a:ext cx="0" cy="0"/>
          <a:chOff x="0" y="0"/>
          <a:chExt cx="0" cy="0"/>
        </a:xfrm>
      </p:grpSpPr>
      <p:sp>
        <p:nvSpPr>
          <p:cNvPr id="1583" name="Google Shape;1583;p183"/>
          <p:cNvSpPr txBox="1">
            <a:spLocks noGrp="1"/>
          </p:cNvSpPr>
          <p:nvPr>
            <p:ph type="title"/>
          </p:nvPr>
        </p:nvSpPr>
        <p:spPr>
          <a:xfrm>
            <a:off x="309562" y="122666"/>
            <a:ext cx="8834400" cy="12003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2"/>
              </a:buClr>
              <a:buSzPts val="1400"/>
              <a:buFont typeface="Georgia"/>
              <a:buNone/>
              <a:defRPr sz="78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84" name="Google Shape;1584;p183"/>
          <p:cNvSpPr txBox="1">
            <a:spLocks noGrp="1"/>
          </p:cNvSpPr>
          <p:nvPr>
            <p:ph type="body" idx="1"/>
          </p:nvPr>
        </p:nvSpPr>
        <p:spPr>
          <a:xfrm>
            <a:off x="309562" y="1196433"/>
            <a:ext cx="7772400" cy="492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40"/>
              </a:spcBef>
              <a:spcAft>
                <a:spcPts val="0"/>
              </a:spcAft>
              <a:buClr>
                <a:schemeClr val="lt1"/>
              </a:buClr>
              <a:buSzPts val="1400"/>
              <a:buFont typeface="Arial"/>
              <a:buNone/>
              <a:defRPr sz="32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585" name="Google Shape;1585;p18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86" name="Google Shape;1586;p18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87" name="Google Shape;1587;p183"/>
          <p:cNvSpPr txBox="1">
            <a:spLocks noGrp="1"/>
          </p:cNvSpPr>
          <p:nvPr>
            <p:ph type="body" idx="2"/>
          </p:nvPr>
        </p:nvSpPr>
        <p:spPr>
          <a:xfrm>
            <a:off x="309562" y="3740237"/>
            <a:ext cx="18951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88" name="Google Shape;1588;p183"/>
          <p:cNvSpPr txBox="1">
            <a:spLocks noGrp="1"/>
          </p:cNvSpPr>
          <p:nvPr>
            <p:ph type="body" idx="3"/>
          </p:nvPr>
        </p:nvSpPr>
        <p:spPr>
          <a:xfrm>
            <a:off x="2486025" y="3740237"/>
            <a:ext cx="186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89" name="Google Shape;1589;p183"/>
          <p:cNvSpPr txBox="1">
            <a:spLocks noGrp="1"/>
          </p:cNvSpPr>
          <p:nvPr>
            <p:ph type="body" idx="4"/>
          </p:nvPr>
        </p:nvSpPr>
        <p:spPr>
          <a:xfrm>
            <a:off x="4636296" y="3740237"/>
            <a:ext cx="20118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590" name="Google Shape;1590;p183"/>
          <p:cNvCxnSpPr/>
          <p:nvPr/>
        </p:nvCxnSpPr>
        <p:spPr>
          <a:xfrm>
            <a:off x="4505326" y="3695702"/>
            <a:ext cx="0" cy="569100"/>
          </a:xfrm>
          <a:prstGeom prst="straightConnector1">
            <a:avLst/>
          </a:prstGeom>
          <a:noFill/>
          <a:ln w="9525" cap="flat" cmpd="sng">
            <a:solidFill>
              <a:srgbClr val="DE2A18"/>
            </a:solidFill>
            <a:prstDash val="solid"/>
            <a:round/>
            <a:headEnd type="none" w="sm" len="sm"/>
            <a:tailEnd type="none" w="sm" len="sm"/>
          </a:ln>
        </p:spPr>
      </p:cxnSp>
      <p:cxnSp>
        <p:nvCxnSpPr>
          <p:cNvPr id="1591" name="Google Shape;1591;p183"/>
          <p:cNvCxnSpPr/>
          <p:nvPr/>
        </p:nvCxnSpPr>
        <p:spPr>
          <a:xfrm>
            <a:off x="2352675" y="3695702"/>
            <a:ext cx="0" cy="569100"/>
          </a:xfrm>
          <a:prstGeom prst="straightConnector1">
            <a:avLst/>
          </a:prstGeom>
          <a:noFill/>
          <a:ln w="9525" cap="flat" cmpd="sng">
            <a:solidFill>
              <a:srgbClr val="DE2A18"/>
            </a:solidFill>
            <a:prstDash val="solid"/>
            <a:round/>
            <a:headEnd type="none" w="sm" len="sm"/>
            <a:tailEnd type="none" w="sm" len="sm"/>
          </a:ln>
        </p:spPr>
      </p:cxnSp>
      <p:sp>
        <p:nvSpPr>
          <p:cNvPr id="1592" name="Google Shape;1592;p183"/>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p183"/>
          <p:cNvSpPr/>
          <p:nvPr/>
        </p:nvSpPr>
        <p:spPr>
          <a:xfrm>
            <a:off x="-9523" y="3346066"/>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Experience Photo">
  <p:cSld name="Experience Photo">
    <p:bg>
      <p:bgPr>
        <a:solidFill>
          <a:schemeClr val="dk1"/>
        </a:solidFill>
        <a:effectLst/>
      </p:bgPr>
    </p:bg>
    <p:spTree>
      <p:nvGrpSpPr>
        <p:cNvPr id="1" name="Shape 1594"/>
        <p:cNvGrpSpPr/>
        <p:nvPr/>
      </p:nvGrpSpPr>
      <p:grpSpPr>
        <a:xfrm>
          <a:off x="0" y="0"/>
          <a:ext cx="0" cy="0"/>
          <a:chOff x="0" y="0"/>
          <a:chExt cx="0" cy="0"/>
        </a:xfrm>
      </p:grpSpPr>
      <p:sp>
        <p:nvSpPr>
          <p:cNvPr id="1595" name="Google Shape;1595;p184"/>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96" name="Google Shape;1596;p184"/>
          <p:cNvSpPr txBox="1">
            <a:spLocks noGrp="1"/>
          </p:cNvSpPr>
          <p:nvPr>
            <p:ph type="title"/>
          </p:nvPr>
        </p:nvSpPr>
        <p:spPr>
          <a:xfrm>
            <a:off x="307532" y="2218908"/>
            <a:ext cx="8529000" cy="4923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lt1"/>
              </a:buClr>
              <a:buSzPts val="1400"/>
              <a:buFont typeface="Georgia"/>
              <a:buNone/>
              <a:defRPr sz="32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97" name="Google Shape;1597;p18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98" name="Google Shape;1598;p184"/>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18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600" name="Google Shape;1600;p184"/>
          <p:cNvCxnSpPr/>
          <p:nvPr/>
        </p:nvCxnSpPr>
        <p:spPr>
          <a:xfrm rot="10800000">
            <a:off x="4572000" y="1816176"/>
            <a:ext cx="0" cy="569100"/>
          </a:xfrm>
          <a:prstGeom prst="straightConnector1">
            <a:avLst/>
          </a:prstGeom>
          <a:noFill/>
          <a:ln w="9525" cap="flat" cmpd="sng">
            <a:solidFill>
              <a:srgbClr val="DE2A18"/>
            </a:solidFill>
            <a:prstDash val="solid"/>
            <a:round/>
            <a:headEnd type="none" w="sm" len="sm"/>
            <a:tailEnd type="none" w="sm" len="sm"/>
          </a:ln>
        </p:spPr>
      </p:cxnSp>
      <p:sp>
        <p:nvSpPr>
          <p:cNvPr id="1601" name="Google Shape;1601;p184"/>
          <p:cNvSpPr txBox="1">
            <a:spLocks noGrp="1"/>
          </p:cNvSpPr>
          <p:nvPr>
            <p:ph type="body" idx="1"/>
          </p:nvPr>
        </p:nvSpPr>
        <p:spPr>
          <a:xfrm>
            <a:off x="685800" y="1698323"/>
            <a:ext cx="7772400" cy="2154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Experience 3">
  <p:cSld name="Experience 3">
    <p:bg>
      <p:bgPr>
        <a:solidFill>
          <a:srgbClr val="333332"/>
        </a:solidFill>
        <a:effectLst/>
      </p:bgPr>
    </p:bg>
    <p:spTree>
      <p:nvGrpSpPr>
        <p:cNvPr id="1" name="Shape 1602"/>
        <p:cNvGrpSpPr/>
        <p:nvPr/>
      </p:nvGrpSpPr>
      <p:grpSpPr>
        <a:xfrm>
          <a:off x="0" y="0"/>
          <a:ext cx="0" cy="0"/>
          <a:chOff x="0" y="0"/>
          <a:chExt cx="0" cy="0"/>
        </a:xfrm>
      </p:grpSpPr>
      <p:sp>
        <p:nvSpPr>
          <p:cNvPr id="1603" name="Google Shape;1603;p185"/>
          <p:cNvSpPr>
            <a:spLocks noGrp="1"/>
          </p:cNvSpPr>
          <p:nvPr>
            <p:ph type="pic" idx="2"/>
          </p:nvPr>
        </p:nvSpPr>
        <p:spPr>
          <a:xfrm>
            <a:off x="3068063" y="171417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4" name="Google Shape;1604;p185"/>
          <p:cNvSpPr>
            <a:spLocks noGrp="1"/>
          </p:cNvSpPr>
          <p:nvPr>
            <p:ph type="pic" idx="3"/>
          </p:nvPr>
        </p:nvSpPr>
        <p:spPr>
          <a:xfrm>
            <a:off x="3068063" y="1"/>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5" name="Google Shape;1605;p185"/>
          <p:cNvSpPr>
            <a:spLocks noGrp="1"/>
          </p:cNvSpPr>
          <p:nvPr>
            <p:ph type="pic" idx="4"/>
          </p:nvPr>
        </p:nvSpPr>
        <p:spPr>
          <a:xfrm>
            <a:off x="3068063" y="3428344"/>
            <a:ext cx="3032100" cy="17118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06" name="Google Shape;1606;p185"/>
          <p:cNvSpPr txBox="1">
            <a:spLocks noGrp="1"/>
          </p:cNvSpPr>
          <p:nvPr>
            <p:ph type="title"/>
          </p:nvPr>
        </p:nvSpPr>
        <p:spPr>
          <a:xfrm>
            <a:off x="195212" y="1613888"/>
            <a:ext cx="26766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lt1"/>
              </a:buClr>
              <a:buSzPts val="1400"/>
              <a:buFont typeface="Georgia"/>
              <a:buNone/>
              <a:defRPr sz="16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07" name="Google Shape;1607;p185"/>
          <p:cNvSpPr txBox="1">
            <a:spLocks noGrp="1"/>
          </p:cNvSpPr>
          <p:nvPr>
            <p:ph type="body" idx="1"/>
          </p:nvPr>
        </p:nvSpPr>
        <p:spPr>
          <a:xfrm>
            <a:off x="184938" y="3486541"/>
            <a:ext cx="2686800" cy="129300"/>
          </a:xfrm>
          <a:prstGeom prst="rect">
            <a:avLst/>
          </a:prstGeom>
          <a:noFill/>
          <a:ln>
            <a:noFill/>
          </a:ln>
        </p:spPr>
        <p:txBody>
          <a:bodyPr spcFirstLastPara="1" wrap="square" lIns="91425" tIns="91425" rIns="91425" bIns="91425" anchor="t" anchorCtr="0"/>
          <a:lstStyle>
            <a:lvl1pPr marL="457200" marR="0" lvl="0" indent="-228600" algn="ctr" rtl="0">
              <a:lnSpc>
                <a:spcPct val="120000"/>
              </a:lnSpc>
              <a:spcBef>
                <a:spcPts val="0"/>
              </a:spcBef>
              <a:spcAft>
                <a:spcPts val="0"/>
              </a:spcAft>
              <a:buClr>
                <a:schemeClr val="lt1"/>
              </a:buClr>
              <a:buSzPts val="1400"/>
              <a:buFont typeface="Noto Sans Symbols"/>
              <a:buNone/>
              <a:defRPr sz="700" b="1" i="0" u="none" strike="noStrike" cap="none">
                <a:solidFill>
                  <a:schemeClr val="lt1"/>
                </a:solidFill>
                <a:latin typeface="Georgia"/>
                <a:ea typeface="Georgia"/>
                <a:cs typeface="Georgia"/>
                <a:sym typeface="Georgia"/>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08" name="Google Shape;1608;p18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09" name="Google Shape;1609;p185"/>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18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11" name="Google Shape;1611;p185"/>
          <p:cNvSpPr>
            <a:spLocks noGrp="1"/>
          </p:cNvSpPr>
          <p:nvPr>
            <p:ph type="pic" idx="5"/>
          </p:nvPr>
        </p:nvSpPr>
        <p:spPr>
          <a:xfrm>
            <a:off x="6094112" y="2"/>
            <a:ext cx="30498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12" name="Google Shape;1612;p185"/>
          <p:cNvSpPr/>
          <p:nvPr/>
        </p:nvSpPr>
        <p:spPr>
          <a:xfrm rot="-5400000">
            <a:off x="55412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Gallery Callouts">
  <p:cSld name="Gallery Callouts">
    <p:bg>
      <p:bgPr>
        <a:solidFill>
          <a:schemeClr val="lt1"/>
        </a:solidFill>
        <a:effectLst/>
      </p:bgPr>
    </p:bg>
    <p:spTree>
      <p:nvGrpSpPr>
        <p:cNvPr id="1" name="Shape 1613"/>
        <p:cNvGrpSpPr/>
        <p:nvPr/>
      </p:nvGrpSpPr>
      <p:grpSpPr>
        <a:xfrm>
          <a:off x="0" y="0"/>
          <a:ext cx="0" cy="0"/>
          <a:chOff x="0" y="0"/>
          <a:chExt cx="0" cy="0"/>
        </a:xfrm>
      </p:grpSpPr>
      <p:sp>
        <p:nvSpPr>
          <p:cNvPr id="1614" name="Google Shape;1614;p186"/>
          <p:cNvSpPr>
            <a:spLocks noGrp="1"/>
          </p:cNvSpPr>
          <p:nvPr>
            <p:ph type="pic" idx="2"/>
          </p:nvPr>
        </p:nvSpPr>
        <p:spPr>
          <a:xfrm>
            <a:off x="4" y="-10273"/>
            <a:ext cx="4755300" cy="51537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15" name="Google Shape;1615;p18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16" name="Google Shape;1616;p186"/>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18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18" name="Google Shape;1618;p186"/>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19" name="Google Shape;1619;p186"/>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
        <p:nvSpPr>
          <p:cNvPr id="1620" name="Google Shape;1620;p186"/>
          <p:cNvSpPr>
            <a:spLocks noGrp="1"/>
          </p:cNvSpPr>
          <p:nvPr>
            <p:ph type="pic" idx="3"/>
          </p:nvPr>
        </p:nvSpPr>
        <p:spPr>
          <a:xfrm>
            <a:off x="4756682" y="-6723"/>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1" name="Google Shape;1621;p186"/>
          <p:cNvSpPr>
            <a:spLocks noGrp="1"/>
          </p:cNvSpPr>
          <p:nvPr>
            <p:ph type="pic" idx="4"/>
          </p:nvPr>
        </p:nvSpPr>
        <p:spPr>
          <a:xfrm>
            <a:off x="4756682" y="128043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2" name="Google Shape;1622;p186"/>
          <p:cNvSpPr>
            <a:spLocks noGrp="1"/>
          </p:cNvSpPr>
          <p:nvPr>
            <p:ph type="pic" idx="5"/>
          </p:nvPr>
        </p:nvSpPr>
        <p:spPr>
          <a:xfrm>
            <a:off x="4756682" y="256759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3" name="Google Shape;1623;p186"/>
          <p:cNvSpPr>
            <a:spLocks noGrp="1"/>
          </p:cNvSpPr>
          <p:nvPr>
            <p:ph type="pic" idx="6"/>
          </p:nvPr>
        </p:nvSpPr>
        <p:spPr>
          <a:xfrm>
            <a:off x="4756682" y="3852376"/>
            <a:ext cx="2386500" cy="1292400"/>
          </a:xfrm>
          <a:prstGeom prst="rect">
            <a:avLst/>
          </a:prstGeom>
          <a:solidFill>
            <a:srgbClr val="F2F2F2"/>
          </a:solid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24" name="Google Shape;1624;p186"/>
          <p:cNvCxnSpPr/>
          <p:nvPr/>
        </p:nvCxnSpPr>
        <p:spPr>
          <a:xfrm>
            <a:off x="4755298" y="-9522"/>
            <a:ext cx="0" cy="5157300"/>
          </a:xfrm>
          <a:prstGeom prst="straightConnector1">
            <a:avLst/>
          </a:prstGeom>
          <a:noFill/>
          <a:ln w="12700" cap="flat" cmpd="sng">
            <a:solidFill>
              <a:schemeClr val="lt2"/>
            </a:solidFill>
            <a:prstDash val="solid"/>
            <a:round/>
            <a:headEnd type="none" w="sm" len="sm"/>
            <a:tailEnd type="none" w="sm" len="sm"/>
          </a:ln>
        </p:spPr>
      </p:cxn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Experience 5">
  <p:cSld name="Experience 5">
    <p:bg>
      <p:bgPr>
        <a:solidFill>
          <a:schemeClr val="lt1"/>
        </a:solidFill>
        <a:effectLst/>
      </p:bgPr>
    </p:bg>
    <p:spTree>
      <p:nvGrpSpPr>
        <p:cNvPr id="1" name="Shape 1625"/>
        <p:cNvGrpSpPr/>
        <p:nvPr/>
      </p:nvGrpSpPr>
      <p:grpSpPr>
        <a:xfrm>
          <a:off x="0" y="0"/>
          <a:ext cx="0" cy="0"/>
          <a:chOff x="0" y="0"/>
          <a:chExt cx="0" cy="0"/>
        </a:xfrm>
      </p:grpSpPr>
      <p:sp>
        <p:nvSpPr>
          <p:cNvPr id="1626" name="Google Shape;1626;p187"/>
          <p:cNvSpPr txBox="1">
            <a:spLocks noGrp="1"/>
          </p:cNvSpPr>
          <p:nvPr>
            <p:ph type="title"/>
          </p:nvPr>
        </p:nvSpPr>
        <p:spPr>
          <a:xfrm>
            <a:off x="305505" y="1861400"/>
            <a:ext cx="2458200" cy="270900"/>
          </a:xfrm>
          <a:prstGeom prst="rect">
            <a:avLst/>
          </a:prstGeom>
          <a:noFill/>
          <a:ln>
            <a:noFill/>
          </a:ln>
        </p:spPr>
        <p:txBody>
          <a:bodyPr spcFirstLastPara="1" wrap="square" lIns="91425" tIns="91425" rIns="91425" bIns="91425" anchor="t" anchorCtr="0"/>
          <a:lstStyle>
            <a:lvl1pPr marR="0" lvl="0" algn="ctr" rtl="0">
              <a:lnSpc>
                <a:spcPct val="110000"/>
              </a:lnSpc>
              <a:spcBef>
                <a:spcPts val="0"/>
              </a:spcBef>
              <a:spcAft>
                <a:spcPts val="0"/>
              </a:spcAft>
              <a:buClr>
                <a:schemeClr val="dk1"/>
              </a:buClr>
              <a:buSzPts val="1400"/>
              <a:buFont typeface="Georgia"/>
              <a:buNone/>
              <a:defRPr sz="16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27" name="Google Shape;1627;p187"/>
          <p:cNvSpPr txBox="1">
            <a:spLocks noGrp="1"/>
          </p:cNvSpPr>
          <p:nvPr>
            <p:ph type="body" idx="1"/>
          </p:nvPr>
        </p:nvSpPr>
        <p:spPr>
          <a:xfrm>
            <a:off x="311944" y="3424657"/>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140"/>
              </a:spcBef>
              <a:spcAft>
                <a:spcPts val="0"/>
              </a:spcAft>
              <a:buClr>
                <a:schemeClr val="dk1"/>
              </a:buClr>
              <a:buSzPts val="1400"/>
              <a:buFont typeface="Arial"/>
              <a:buNone/>
              <a:defRPr sz="700" b="1"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28" name="Google Shape;1628;p187"/>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9" name="Google Shape;1629;p187"/>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p187"/>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631" name="Google Shape;1631;p187"/>
          <p:cNvCxnSpPr/>
          <p:nvPr/>
        </p:nvCxnSpPr>
        <p:spPr>
          <a:xfrm>
            <a:off x="6077669" y="440014"/>
            <a:ext cx="0" cy="4303800"/>
          </a:xfrm>
          <a:prstGeom prst="straightConnector1">
            <a:avLst/>
          </a:prstGeom>
          <a:noFill/>
          <a:ln w="9525" cap="flat" cmpd="sng">
            <a:solidFill>
              <a:srgbClr val="CCCCCC"/>
            </a:solidFill>
            <a:prstDash val="solid"/>
            <a:miter lim="8000"/>
            <a:headEnd type="none" w="sm" len="sm"/>
            <a:tailEnd type="none" w="sm" len="sm"/>
          </a:ln>
        </p:spPr>
      </p:cxnSp>
      <p:sp>
        <p:nvSpPr>
          <p:cNvPr id="1632" name="Google Shape;1632;p187"/>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Experience 7">
  <p:cSld name="Experience 7">
    <p:bg>
      <p:bgPr>
        <a:solidFill>
          <a:srgbClr val="333332"/>
        </a:solidFill>
        <a:effectLst/>
      </p:bgPr>
    </p:bg>
    <p:spTree>
      <p:nvGrpSpPr>
        <p:cNvPr id="1" name="Shape 1633"/>
        <p:cNvGrpSpPr/>
        <p:nvPr/>
      </p:nvGrpSpPr>
      <p:grpSpPr>
        <a:xfrm>
          <a:off x="0" y="0"/>
          <a:ext cx="0" cy="0"/>
          <a:chOff x="0" y="0"/>
          <a:chExt cx="0" cy="0"/>
        </a:xfrm>
      </p:grpSpPr>
      <p:sp>
        <p:nvSpPr>
          <p:cNvPr id="1634" name="Google Shape;1634;p188"/>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35" name="Google Shape;1635;p188"/>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36" name="Google Shape;1636;p188"/>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188"/>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38" name="Google Shape;1638;p188"/>
          <p:cNvSpPr txBox="1">
            <a:spLocks noGrp="1"/>
          </p:cNvSpPr>
          <p:nvPr>
            <p:ph type="title"/>
          </p:nvPr>
        </p:nvSpPr>
        <p:spPr>
          <a:xfrm>
            <a:off x="309562" y="2275116"/>
            <a:ext cx="2653500" cy="6156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lt1"/>
              </a:buClr>
              <a:buSzPts val="1400"/>
              <a:buFont typeface="Georgia"/>
              <a:buNone/>
              <a:defRPr sz="20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39" name="Google Shape;1639;p188"/>
          <p:cNvSpPr txBox="1">
            <a:spLocks noGrp="1"/>
          </p:cNvSpPr>
          <p:nvPr>
            <p:ph type="body" idx="1"/>
          </p:nvPr>
        </p:nvSpPr>
        <p:spPr>
          <a:xfrm>
            <a:off x="311943" y="3063135"/>
            <a:ext cx="2445000" cy="166200"/>
          </a:xfrm>
          <a:prstGeom prst="rect">
            <a:avLst/>
          </a:prstGeom>
          <a:noFill/>
          <a:ln>
            <a:noFill/>
          </a:ln>
        </p:spPr>
        <p:txBody>
          <a:bodyPr spcFirstLastPara="1" wrap="square" lIns="91425" tIns="91425" rIns="91425" bIns="91425" anchor="t" anchorCtr="0"/>
          <a:lstStyle>
            <a:lvl1pPr marL="457200" marR="0" lvl="0" indent="-228600" algn="l" rtl="0">
              <a:lnSpc>
                <a:spcPct val="120000"/>
              </a:lnSpc>
              <a:spcBef>
                <a:spcPts val="0"/>
              </a:spcBef>
              <a:spcAft>
                <a:spcPts val="0"/>
              </a:spcAft>
              <a:buClr>
                <a:schemeClr val="lt1"/>
              </a:buClr>
              <a:buSzPts val="1400"/>
              <a:buFont typeface="Noto Sans Symbols"/>
              <a:buNone/>
              <a:defRPr sz="900" b="0" i="0" u="none" strike="noStrike" cap="none">
                <a:solidFill>
                  <a:schemeClr val="lt1"/>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40" name="Google Shape;1640;p188"/>
          <p:cNvSpPr/>
          <p:nvPr/>
        </p:nvSpPr>
        <p:spPr>
          <a:xfrm rot="-5400000">
            <a:off x="553243" y="2522082"/>
            <a:ext cx="5138700" cy="101700"/>
          </a:xfrm>
          <a:custGeom>
            <a:avLst/>
            <a:gdLst/>
            <a:ahLst/>
            <a:cxnLst/>
            <a:rect l="l" t="t" r="r" b="b"/>
            <a:pathLst>
              <a:path w="120000" h="120000" extrusionOk="0">
                <a:moveTo>
                  <a:pt x="120000" y="0"/>
                </a:moveTo>
                <a:lnTo>
                  <a:pt x="61540" y="5628"/>
                </a:lnTo>
                <a:cubicBezTo>
                  <a:pt x="60929" y="43752"/>
                  <a:pt x="60300" y="81876"/>
                  <a:pt x="59670" y="120000"/>
                </a:cubicBezTo>
                <a:cubicBezTo>
                  <a:pt x="58965" y="81876"/>
                  <a:pt x="58269" y="43752"/>
                  <a:pt x="57553" y="5628"/>
                </a:cubicBezTo>
                <a:lnTo>
                  <a:pt x="0" y="5628"/>
                </a:lnTo>
              </a:path>
            </a:pathLst>
          </a:custGeom>
          <a:noFill/>
          <a:ln w="9525" cap="rnd"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Work Showcase Cover">
  <p:cSld name="Work Showcase Cover">
    <p:bg>
      <p:bgPr>
        <a:solidFill>
          <a:srgbClr val="333332"/>
        </a:solidFill>
        <a:effectLst/>
      </p:bgPr>
    </p:bg>
    <p:spTree>
      <p:nvGrpSpPr>
        <p:cNvPr id="1" name="Shape 1641"/>
        <p:cNvGrpSpPr/>
        <p:nvPr/>
      </p:nvGrpSpPr>
      <p:grpSpPr>
        <a:xfrm>
          <a:off x="0" y="0"/>
          <a:ext cx="0" cy="0"/>
          <a:chOff x="0" y="0"/>
          <a:chExt cx="0" cy="0"/>
        </a:xfrm>
      </p:grpSpPr>
      <p:sp>
        <p:nvSpPr>
          <p:cNvPr id="1642" name="Google Shape;1642;p189"/>
          <p:cNvSpPr>
            <a:spLocks noGrp="1"/>
          </p:cNvSpPr>
          <p:nvPr>
            <p:ph type="pic" idx="2"/>
          </p:nvPr>
        </p:nvSpPr>
        <p:spPr>
          <a:xfrm>
            <a:off x="0" y="2"/>
            <a:ext cx="91440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1"/>
              </a:buClr>
              <a:buSzPts val="1400"/>
              <a:buFont typeface="Arial"/>
              <a:buNone/>
              <a:defRPr sz="1400" b="0" i="0" u="none" strike="noStrike" cap="none">
                <a:solidFill>
                  <a:schemeClr val="lt1"/>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43" name="Google Shape;1643;p189"/>
          <p:cNvSpPr txBox="1">
            <a:spLocks noGrp="1"/>
          </p:cNvSpPr>
          <p:nvPr>
            <p:ph type="title"/>
          </p:nvPr>
        </p:nvSpPr>
        <p:spPr>
          <a:xfrm>
            <a:off x="309566" y="432754"/>
            <a:ext cx="3375600" cy="8619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lt1"/>
              </a:buClr>
              <a:buSzPts val="1400"/>
              <a:buFont typeface="Georgia"/>
              <a:buNone/>
              <a:defRPr sz="28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44" name="Google Shape;1644;p189"/>
          <p:cNvSpPr txBox="1">
            <a:spLocks noGrp="1"/>
          </p:cNvSpPr>
          <p:nvPr>
            <p:ph type="body" idx="1"/>
          </p:nvPr>
        </p:nvSpPr>
        <p:spPr>
          <a:xfrm>
            <a:off x="311947" y="2243334"/>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45" name="Google Shape;1645;p189"/>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46" name="Google Shape;1646;p189"/>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1"/>
              </a:buClr>
              <a:buSzPts val="1400"/>
              <a:buFont typeface="Arial"/>
              <a:buNone/>
              <a:defRPr sz="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47" name="Google Shape;1647;p189"/>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800"/>
              <a:buFont typeface="Arial"/>
              <a:buNone/>
              <a:defRPr sz="8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48" name="Google Shape;1648;p189"/>
          <p:cNvSpPr txBox="1"/>
          <p:nvPr/>
        </p:nvSpPr>
        <p:spPr>
          <a:xfrm>
            <a:off x="311947" y="4800787"/>
            <a:ext cx="25599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p189"/>
          <p:cNvSpPr txBox="1">
            <a:spLocks noGrp="1"/>
          </p:cNvSpPr>
          <p:nvPr>
            <p:ph type="body" idx="3"/>
          </p:nvPr>
        </p:nvSpPr>
        <p:spPr>
          <a:xfrm>
            <a:off x="311947" y="2800223"/>
            <a:ext cx="2658000" cy="458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40"/>
              </a:spcBef>
              <a:spcAft>
                <a:spcPts val="0"/>
              </a:spcAft>
              <a:buClr>
                <a:schemeClr val="lt1"/>
              </a:buClr>
              <a:buSzPts val="1400"/>
              <a:buFont typeface="Arial"/>
              <a:buNone/>
              <a:defRPr sz="7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650" name="Google Shape;1650;p189"/>
          <p:cNvCxnSpPr/>
          <p:nvPr/>
        </p:nvCxnSpPr>
        <p:spPr>
          <a:xfrm>
            <a:off x="311947" y="2641228"/>
            <a:ext cx="5886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51"/>
        <p:cNvGrpSpPr/>
        <p:nvPr/>
      </p:nvGrpSpPr>
      <p:grpSpPr>
        <a:xfrm>
          <a:off x="0" y="0"/>
          <a:ext cx="0" cy="0"/>
          <a:chOff x="0" y="0"/>
          <a:chExt cx="0" cy="0"/>
        </a:xfrm>
      </p:grpSpPr>
      <p:sp>
        <p:nvSpPr>
          <p:cNvPr id="1652" name="Google Shape;1652;p190"/>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53" name="Google Shape;1653;p190"/>
          <p:cNvSpPr txBox="1">
            <a:spLocks noGrp="1"/>
          </p:cNvSpPr>
          <p:nvPr>
            <p:ph type="body" idx="1"/>
          </p:nvPr>
        </p:nvSpPr>
        <p:spPr>
          <a:xfrm>
            <a:off x="30606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54" name="Google Shape;1654;p190"/>
          <p:cNvSpPr txBox="1">
            <a:spLocks noGrp="1"/>
          </p:cNvSpPr>
          <p:nvPr>
            <p:ph type="body" idx="2"/>
          </p:nvPr>
        </p:nvSpPr>
        <p:spPr>
          <a:xfrm>
            <a:off x="4572634" y="1200152"/>
            <a:ext cx="4038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55" name="Google Shape;1655;p190"/>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56" name="Google Shape;1656;p190"/>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57" name="Google Shape;1657;p190"/>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1658"/>
        <p:cNvGrpSpPr/>
        <p:nvPr/>
      </p:nvGrpSpPr>
      <p:grpSpPr>
        <a:xfrm>
          <a:off x="0" y="0"/>
          <a:ext cx="0" cy="0"/>
          <a:chOff x="0" y="0"/>
          <a:chExt cx="0" cy="0"/>
        </a:xfrm>
      </p:grpSpPr>
      <p:sp>
        <p:nvSpPr>
          <p:cNvPr id="1659" name="Google Shape;1659;p191"/>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60" name="Google Shape;1660;p19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61" name="Google Shape;1661;p191"/>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62" name="Google Shape;1662;p19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63" name="Google Shape;1663;p191"/>
          <p:cNvSpPr txBox="1">
            <a:spLocks noGrp="1"/>
          </p:cNvSpPr>
          <p:nvPr>
            <p:ph type="body" idx="1"/>
          </p:nvPr>
        </p:nvSpPr>
        <p:spPr>
          <a:xfrm>
            <a:off x="30956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4" name="Google Shape;1664;p191"/>
          <p:cNvSpPr txBox="1">
            <a:spLocks noGrp="1"/>
          </p:cNvSpPr>
          <p:nvPr>
            <p:ph type="body" idx="2"/>
          </p:nvPr>
        </p:nvSpPr>
        <p:spPr>
          <a:xfrm>
            <a:off x="174402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5" name="Google Shape;1665;p191"/>
          <p:cNvSpPr txBox="1">
            <a:spLocks noGrp="1"/>
          </p:cNvSpPr>
          <p:nvPr>
            <p:ph type="body" idx="3"/>
          </p:nvPr>
        </p:nvSpPr>
        <p:spPr>
          <a:xfrm>
            <a:off x="3178492"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6" name="Google Shape;1666;p191"/>
          <p:cNvSpPr txBox="1">
            <a:spLocks noGrp="1"/>
          </p:cNvSpPr>
          <p:nvPr>
            <p:ph type="body" idx="4"/>
          </p:nvPr>
        </p:nvSpPr>
        <p:spPr>
          <a:xfrm>
            <a:off x="4612957"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7" name="Google Shape;1667;p191"/>
          <p:cNvSpPr txBox="1">
            <a:spLocks noGrp="1"/>
          </p:cNvSpPr>
          <p:nvPr>
            <p:ph type="body" idx="5"/>
          </p:nvPr>
        </p:nvSpPr>
        <p:spPr>
          <a:xfrm>
            <a:off x="6047423"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68" name="Google Shape;1668;p191"/>
          <p:cNvSpPr txBox="1">
            <a:spLocks noGrp="1"/>
          </p:cNvSpPr>
          <p:nvPr>
            <p:ph type="body" idx="6"/>
          </p:nvPr>
        </p:nvSpPr>
        <p:spPr>
          <a:xfrm>
            <a:off x="7481888" y="1297343"/>
            <a:ext cx="1352700" cy="1089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8450" algn="l" rtl="0">
              <a:lnSpc>
                <a:spcPct val="100000"/>
              </a:lnSpc>
              <a:spcBef>
                <a:spcPts val="220"/>
              </a:spcBef>
              <a:spcAft>
                <a:spcPts val="0"/>
              </a:spcAft>
              <a:buClr>
                <a:schemeClr val="lt2"/>
              </a:buClr>
              <a:buSzPts val="1100"/>
              <a:buFont typeface="Noto Sans Symbols"/>
              <a:buChar char="▪"/>
              <a:defRPr sz="1100" b="0" i="0" u="none" strike="noStrike" cap="none">
                <a:solidFill>
                  <a:schemeClr val="lt2"/>
                </a:solidFill>
                <a:latin typeface="Georgia"/>
                <a:ea typeface="Georgia"/>
                <a:cs typeface="Georgia"/>
                <a:sym typeface="Georgia"/>
              </a:defRPr>
            </a:lvl2pPr>
            <a:lvl3pPr marL="1371600" marR="0" lvl="2" indent="-292100" algn="l" rtl="0">
              <a:lnSpc>
                <a:spcPct val="100000"/>
              </a:lnSpc>
              <a:spcBef>
                <a:spcPts val="200"/>
              </a:spcBef>
              <a:spcAft>
                <a:spcPts val="0"/>
              </a:spcAft>
              <a:buClr>
                <a:schemeClr val="lt2"/>
              </a:buClr>
              <a:buSzPts val="1000"/>
              <a:buFont typeface="Arial"/>
              <a:buChar char="–"/>
              <a:defRPr sz="1000" b="0" i="0" u="none" strike="noStrike" cap="none">
                <a:solidFill>
                  <a:schemeClr val="lt2"/>
                </a:solidFill>
                <a:latin typeface="Arial"/>
                <a:ea typeface="Arial"/>
                <a:cs typeface="Arial"/>
                <a:sym typeface="Arial"/>
              </a:defRPr>
            </a:lvl3pPr>
            <a:lvl4pPr marL="1828800" marR="0" lvl="3"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4pPr>
            <a:lvl5pPr marL="2286000" marR="0" lvl="4"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Six Content with Focus">
  <p:cSld name="Six Content with Focus">
    <p:spTree>
      <p:nvGrpSpPr>
        <p:cNvPr id="1" name="Shape 1669"/>
        <p:cNvGrpSpPr/>
        <p:nvPr/>
      </p:nvGrpSpPr>
      <p:grpSpPr>
        <a:xfrm>
          <a:off x="0" y="0"/>
          <a:ext cx="0" cy="0"/>
          <a:chOff x="0" y="0"/>
          <a:chExt cx="0" cy="0"/>
        </a:xfrm>
      </p:grpSpPr>
      <p:sp>
        <p:nvSpPr>
          <p:cNvPr id="1670" name="Google Shape;1670;p192"/>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71" name="Google Shape;1671;p192"/>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72" name="Google Shape;1672;p19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73" name="Google Shape;1673;p192"/>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74" name="Google Shape;1674;p19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75" name="Google Shape;1675;p192"/>
          <p:cNvSpPr txBox="1">
            <a:spLocks noGrp="1"/>
          </p:cNvSpPr>
          <p:nvPr>
            <p:ph type="body" idx="2"/>
          </p:nvPr>
        </p:nvSpPr>
        <p:spPr>
          <a:xfrm>
            <a:off x="309566" y="3823493"/>
            <a:ext cx="2646900" cy="1230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60"/>
              </a:spcBef>
              <a:spcAft>
                <a:spcPts val="0"/>
              </a:spcAft>
              <a:buClr>
                <a:schemeClr val="dk1"/>
              </a:buClr>
              <a:buSzPts val="1400"/>
              <a:buFont typeface="Arial"/>
              <a:buNone/>
              <a:defRPr sz="8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grpSp>
        <p:nvGrpSpPr>
          <p:cNvPr id="1676" name="Google Shape;1676;p192"/>
          <p:cNvGrpSpPr/>
          <p:nvPr/>
        </p:nvGrpSpPr>
        <p:grpSpPr>
          <a:xfrm>
            <a:off x="1698177" y="1278800"/>
            <a:ext cx="5747657" cy="2502600"/>
            <a:chOff x="1698177" y="1278798"/>
            <a:chExt cx="5747657" cy="2502600"/>
          </a:xfrm>
        </p:grpSpPr>
        <p:cxnSp>
          <p:nvCxnSpPr>
            <p:cNvPr id="1677" name="Google Shape;1677;p192"/>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78" name="Google Shape;1678;p192"/>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79" name="Google Shape;1679;p192"/>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0" name="Google Shape;1680;p192"/>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1" name="Google Shape;1681;p192"/>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grpSp>
        <p:nvGrpSpPr>
          <p:cNvPr id="1682" name="Google Shape;1682;p192"/>
          <p:cNvGrpSpPr/>
          <p:nvPr/>
        </p:nvGrpSpPr>
        <p:grpSpPr>
          <a:xfrm>
            <a:off x="1698177" y="4207572"/>
            <a:ext cx="5747657" cy="412428"/>
            <a:chOff x="1698177" y="1278798"/>
            <a:chExt cx="5747657" cy="2502600"/>
          </a:xfrm>
        </p:grpSpPr>
        <p:cxnSp>
          <p:nvCxnSpPr>
            <p:cNvPr id="1683" name="Google Shape;1683;p192"/>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4" name="Google Shape;1684;p192"/>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5" name="Google Shape;1685;p192"/>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6" name="Google Shape;1686;p192"/>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687" name="Google Shape;1687;p192"/>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688" name="Google Shape;1688;p192"/>
          <p:cNvSpPr txBox="1">
            <a:spLocks noGrp="1"/>
          </p:cNvSpPr>
          <p:nvPr>
            <p:ph type="body" idx="3"/>
          </p:nvPr>
        </p:nvSpPr>
        <p:spPr>
          <a:xfrm>
            <a:off x="542925"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89" name="Google Shape;1689;p192"/>
          <p:cNvSpPr txBox="1">
            <a:spLocks noGrp="1"/>
          </p:cNvSpPr>
          <p:nvPr>
            <p:ph type="body" idx="4"/>
          </p:nvPr>
        </p:nvSpPr>
        <p:spPr>
          <a:xfrm>
            <a:off x="1981214"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0" name="Google Shape;1690;p192"/>
          <p:cNvSpPr txBox="1">
            <a:spLocks noGrp="1"/>
          </p:cNvSpPr>
          <p:nvPr>
            <p:ph type="body" idx="5"/>
          </p:nvPr>
        </p:nvSpPr>
        <p:spPr>
          <a:xfrm>
            <a:off x="3419503"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1" name="Google Shape;1691;p192"/>
          <p:cNvSpPr txBox="1">
            <a:spLocks noGrp="1"/>
          </p:cNvSpPr>
          <p:nvPr>
            <p:ph type="body" idx="6"/>
          </p:nvPr>
        </p:nvSpPr>
        <p:spPr>
          <a:xfrm>
            <a:off x="4857792"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2" name="Google Shape;1692;p192"/>
          <p:cNvSpPr txBox="1">
            <a:spLocks noGrp="1"/>
          </p:cNvSpPr>
          <p:nvPr>
            <p:ph type="body" idx="7"/>
          </p:nvPr>
        </p:nvSpPr>
        <p:spPr>
          <a:xfrm>
            <a:off x="6296080"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3" name="Google Shape;1693;p192"/>
          <p:cNvSpPr txBox="1">
            <a:spLocks noGrp="1"/>
          </p:cNvSpPr>
          <p:nvPr>
            <p:ph type="body" idx="8"/>
          </p:nvPr>
        </p:nvSpPr>
        <p:spPr>
          <a:xfrm>
            <a:off x="7734371" y="4255002"/>
            <a:ext cx="879600" cy="3078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400"/>
              </a:spcBef>
              <a:spcAft>
                <a:spcPts val="0"/>
              </a:spcAft>
              <a:buClr>
                <a:schemeClr val="dk2"/>
              </a:buClr>
              <a:buSzPts val="1400"/>
              <a:buFont typeface="Arial"/>
              <a:buNone/>
              <a:defRPr sz="2000" b="0" i="0" u="none" strike="noStrike" cap="none">
                <a:solidFill>
                  <a:schemeClr val="dk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94" name="Google Shape;1694;p192"/>
          <p:cNvSpPr txBox="1">
            <a:spLocks noGrp="1"/>
          </p:cNvSpPr>
          <p:nvPr>
            <p:ph type="body" idx="9"/>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5" name="Google Shape;1695;p192"/>
          <p:cNvSpPr txBox="1">
            <a:spLocks noGrp="1"/>
          </p:cNvSpPr>
          <p:nvPr>
            <p:ph type="body" idx="1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6" name="Google Shape;1696;p192"/>
          <p:cNvSpPr txBox="1">
            <a:spLocks noGrp="1"/>
          </p:cNvSpPr>
          <p:nvPr>
            <p:ph type="body" idx="1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7" name="Google Shape;1697;p192"/>
          <p:cNvSpPr txBox="1">
            <a:spLocks noGrp="1"/>
          </p:cNvSpPr>
          <p:nvPr>
            <p:ph type="body" idx="1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8" name="Google Shape;1698;p192"/>
          <p:cNvSpPr txBox="1">
            <a:spLocks noGrp="1"/>
          </p:cNvSpPr>
          <p:nvPr>
            <p:ph type="body" idx="1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99" name="Google Shape;1699;p192"/>
          <p:cNvSpPr txBox="1">
            <a:spLocks noGrp="1"/>
          </p:cNvSpPr>
          <p:nvPr>
            <p:ph type="body" idx="17"/>
          </p:nvPr>
        </p:nvSpPr>
        <p:spPr>
          <a:xfrm>
            <a:off x="37785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0" name="Google Shape;1700;p192"/>
          <p:cNvSpPr txBox="1">
            <a:spLocks noGrp="1"/>
          </p:cNvSpPr>
          <p:nvPr>
            <p:ph type="body" idx="18"/>
          </p:nvPr>
        </p:nvSpPr>
        <p:spPr>
          <a:xfrm>
            <a:off x="181757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1" name="Google Shape;1701;p192"/>
          <p:cNvSpPr txBox="1">
            <a:spLocks noGrp="1"/>
          </p:cNvSpPr>
          <p:nvPr>
            <p:ph type="body" idx="19"/>
          </p:nvPr>
        </p:nvSpPr>
        <p:spPr>
          <a:xfrm>
            <a:off x="3257296"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2" name="Google Shape;1702;p192"/>
          <p:cNvSpPr txBox="1">
            <a:spLocks noGrp="1"/>
          </p:cNvSpPr>
          <p:nvPr>
            <p:ph type="body" idx="20"/>
          </p:nvPr>
        </p:nvSpPr>
        <p:spPr>
          <a:xfrm>
            <a:off x="4697020"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3" name="Google Shape;1703;p192"/>
          <p:cNvSpPr txBox="1">
            <a:spLocks noGrp="1"/>
          </p:cNvSpPr>
          <p:nvPr>
            <p:ph type="body" idx="21"/>
          </p:nvPr>
        </p:nvSpPr>
        <p:spPr>
          <a:xfrm>
            <a:off x="6136743"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04" name="Google Shape;1704;p192"/>
          <p:cNvSpPr txBox="1">
            <a:spLocks noGrp="1"/>
          </p:cNvSpPr>
          <p:nvPr>
            <p:ph type="body" idx="22"/>
          </p:nvPr>
        </p:nvSpPr>
        <p:spPr>
          <a:xfrm>
            <a:off x="7576464" y="1976710"/>
            <a:ext cx="1209600" cy="215400"/>
          </a:xfrm>
          <a:prstGeom prst="rect">
            <a:avLst/>
          </a:prstGeom>
          <a:noFill/>
          <a:ln>
            <a:noFill/>
          </a:ln>
        </p:spPr>
        <p:txBody>
          <a:bodyPr spcFirstLastPara="1" wrap="square" lIns="91425" tIns="91425" rIns="91425" bIns="91425" anchor="t" anchorCtr="0"/>
          <a:lstStyle>
            <a:lvl1pPr marL="457200" marR="0" lvl="0" indent="-273050" algn="l" rtl="0">
              <a:lnSpc>
                <a:spcPct val="100000"/>
              </a:lnSpc>
              <a:spcBef>
                <a:spcPts val="400"/>
              </a:spcBef>
              <a:spcAft>
                <a:spcPts val="0"/>
              </a:spcAft>
              <a:buClr>
                <a:schemeClr val="lt2"/>
              </a:buClr>
              <a:buSzPts val="700"/>
              <a:buFont typeface="Noto Sans Symbols"/>
              <a:buChar char="▪"/>
              <a:defRPr sz="700" b="0" i="0" u="none" strike="noStrike" cap="none">
                <a:solidFill>
                  <a:schemeClr val="lt2"/>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05" name="Google Shape;1705;p192"/>
          <p:cNvCxnSpPr/>
          <p:nvPr/>
        </p:nvCxnSpPr>
        <p:spPr>
          <a:xfrm>
            <a:off x="310544" y="4016261"/>
            <a:ext cx="8496600" cy="0"/>
          </a:xfrm>
          <a:prstGeom prst="straightConnector1">
            <a:avLst/>
          </a:prstGeom>
          <a:noFill/>
          <a:ln w="9525" cap="flat" cmpd="sng">
            <a:solidFill>
              <a:srgbClr val="CCCCCC"/>
            </a:solidFill>
            <a:prstDash val="solid"/>
            <a:round/>
            <a:headEnd type="none" w="sm" len="sm"/>
            <a:tailEnd type="none" w="sm" len="sm"/>
          </a:ln>
        </p:spPr>
      </p:cxnSp>
      <p:cxnSp>
        <p:nvCxnSpPr>
          <p:cNvPr id="1706" name="Google Shape;1706;p192"/>
          <p:cNvCxnSpPr/>
          <p:nvPr/>
        </p:nvCxnSpPr>
        <p:spPr>
          <a:xfrm>
            <a:off x="853679" y="1857455"/>
            <a:ext cx="273900" cy="0"/>
          </a:xfrm>
          <a:prstGeom prst="straightConnector1">
            <a:avLst/>
          </a:prstGeom>
          <a:noFill/>
          <a:ln w="9525" cap="flat" cmpd="sng">
            <a:solidFill>
              <a:schemeClr val="dk2"/>
            </a:solidFill>
            <a:prstDash val="solid"/>
            <a:round/>
            <a:headEnd type="none" w="sm" len="sm"/>
            <a:tailEnd type="none" w="sm" len="sm"/>
          </a:ln>
        </p:spPr>
      </p:cxnSp>
      <p:cxnSp>
        <p:nvCxnSpPr>
          <p:cNvPr id="1707" name="Google Shape;1707;p192"/>
          <p:cNvCxnSpPr/>
          <p:nvPr/>
        </p:nvCxnSpPr>
        <p:spPr>
          <a:xfrm>
            <a:off x="2285092"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08" name="Google Shape;1708;p192"/>
          <p:cNvCxnSpPr/>
          <p:nvPr/>
        </p:nvCxnSpPr>
        <p:spPr>
          <a:xfrm>
            <a:off x="3716505"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09" name="Google Shape;1709;p192"/>
          <p:cNvCxnSpPr/>
          <p:nvPr/>
        </p:nvCxnSpPr>
        <p:spPr>
          <a:xfrm>
            <a:off x="5147919" y="1857456"/>
            <a:ext cx="273900" cy="0"/>
          </a:xfrm>
          <a:prstGeom prst="straightConnector1">
            <a:avLst/>
          </a:prstGeom>
          <a:noFill/>
          <a:ln w="9525" cap="flat" cmpd="sng">
            <a:solidFill>
              <a:schemeClr val="dk2"/>
            </a:solidFill>
            <a:prstDash val="solid"/>
            <a:round/>
            <a:headEnd type="none" w="sm" len="sm"/>
            <a:tailEnd type="none" w="sm" len="sm"/>
          </a:ln>
        </p:spPr>
      </p:cxnSp>
      <p:cxnSp>
        <p:nvCxnSpPr>
          <p:cNvPr id="1710" name="Google Shape;1710;p192"/>
          <p:cNvCxnSpPr/>
          <p:nvPr/>
        </p:nvCxnSpPr>
        <p:spPr>
          <a:xfrm>
            <a:off x="6579332" y="1858610"/>
            <a:ext cx="273900" cy="0"/>
          </a:xfrm>
          <a:prstGeom prst="straightConnector1">
            <a:avLst/>
          </a:prstGeom>
          <a:noFill/>
          <a:ln w="9525" cap="flat" cmpd="sng">
            <a:solidFill>
              <a:schemeClr val="dk2"/>
            </a:solidFill>
            <a:prstDash val="solid"/>
            <a:round/>
            <a:headEnd type="none" w="sm" len="sm"/>
            <a:tailEnd type="none" w="sm" len="sm"/>
          </a:ln>
        </p:spPr>
      </p:cxnSp>
      <p:cxnSp>
        <p:nvCxnSpPr>
          <p:cNvPr id="1711" name="Google Shape;1711;p192"/>
          <p:cNvCxnSpPr/>
          <p:nvPr/>
        </p:nvCxnSpPr>
        <p:spPr>
          <a:xfrm>
            <a:off x="8010746" y="1857454"/>
            <a:ext cx="2739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Six Content with Quotes">
  <p:cSld name="Six Content with Quotes">
    <p:spTree>
      <p:nvGrpSpPr>
        <p:cNvPr id="1" name="Shape 1712"/>
        <p:cNvGrpSpPr/>
        <p:nvPr/>
      </p:nvGrpSpPr>
      <p:grpSpPr>
        <a:xfrm>
          <a:off x="0" y="0"/>
          <a:ext cx="0" cy="0"/>
          <a:chOff x="0" y="0"/>
          <a:chExt cx="0" cy="0"/>
        </a:xfrm>
      </p:grpSpPr>
      <p:sp>
        <p:nvSpPr>
          <p:cNvPr id="1713" name="Google Shape;1713;p193"/>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14" name="Google Shape;1714;p193"/>
          <p:cNvSpPr txBox="1">
            <a:spLocks noGrp="1"/>
          </p:cNvSpPr>
          <p:nvPr>
            <p:ph type="body" idx="1"/>
          </p:nvPr>
        </p:nvSpPr>
        <p:spPr>
          <a:xfrm>
            <a:off x="309566"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15" name="Google Shape;1715;p19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16" name="Google Shape;1716;p193"/>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17" name="Google Shape;1717;p19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pSp>
        <p:nvGrpSpPr>
          <p:cNvPr id="1718" name="Google Shape;1718;p193"/>
          <p:cNvGrpSpPr/>
          <p:nvPr/>
        </p:nvGrpSpPr>
        <p:grpSpPr>
          <a:xfrm>
            <a:off x="1698177" y="1278774"/>
            <a:ext cx="5747657" cy="687464"/>
            <a:chOff x="1698177" y="1278798"/>
            <a:chExt cx="5747657" cy="2502600"/>
          </a:xfrm>
        </p:grpSpPr>
        <p:cxnSp>
          <p:nvCxnSpPr>
            <p:cNvPr id="1719" name="Google Shape;1719;p193"/>
            <p:cNvCxnSpPr/>
            <p:nvPr/>
          </p:nvCxnSpPr>
          <p:spPr>
            <a:xfrm>
              <a:off x="4572005"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0" name="Google Shape;1720;p193"/>
            <p:cNvCxnSpPr/>
            <p:nvPr/>
          </p:nvCxnSpPr>
          <p:spPr>
            <a:xfrm>
              <a:off x="6008919"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1" name="Google Shape;1721;p193"/>
            <p:cNvCxnSpPr/>
            <p:nvPr/>
          </p:nvCxnSpPr>
          <p:spPr>
            <a:xfrm>
              <a:off x="7445834"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2" name="Google Shape;1722;p193"/>
            <p:cNvCxnSpPr/>
            <p:nvPr/>
          </p:nvCxnSpPr>
          <p:spPr>
            <a:xfrm>
              <a:off x="3135091" y="1278798"/>
              <a:ext cx="0" cy="2502600"/>
            </a:xfrm>
            <a:prstGeom prst="straightConnector1">
              <a:avLst/>
            </a:prstGeom>
            <a:noFill/>
            <a:ln w="9525" cap="flat" cmpd="sng">
              <a:solidFill>
                <a:srgbClr val="CCCCCC"/>
              </a:solidFill>
              <a:prstDash val="solid"/>
              <a:round/>
              <a:headEnd type="none" w="sm" len="sm"/>
              <a:tailEnd type="none" w="sm" len="sm"/>
            </a:ln>
          </p:spPr>
        </p:cxnSp>
        <p:cxnSp>
          <p:nvCxnSpPr>
            <p:cNvPr id="1723" name="Google Shape;1723;p193"/>
            <p:cNvCxnSpPr/>
            <p:nvPr/>
          </p:nvCxnSpPr>
          <p:spPr>
            <a:xfrm>
              <a:off x="1698177" y="1278798"/>
              <a:ext cx="0" cy="2502600"/>
            </a:xfrm>
            <a:prstGeom prst="straightConnector1">
              <a:avLst/>
            </a:prstGeom>
            <a:noFill/>
            <a:ln w="9525" cap="flat" cmpd="sng">
              <a:solidFill>
                <a:srgbClr val="CCCCCC"/>
              </a:solidFill>
              <a:prstDash val="solid"/>
              <a:round/>
              <a:headEnd type="none" w="sm" len="sm"/>
              <a:tailEnd type="none" w="sm" len="sm"/>
            </a:ln>
          </p:spPr>
        </p:cxnSp>
      </p:grpSp>
      <p:sp>
        <p:nvSpPr>
          <p:cNvPr id="1724" name="Google Shape;1724;p193"/>
          <p:cNvSpPr txBox="1">
            <a:spLocks noGrp="1"/>
          </p:cNvSpPr>
          <p:nvPr>
            <p:ph type="body" idx="2"/>
          </p:nvPr>
        </p:nvSpPr>
        <p:spPr>
          <a:xfrm>
            <a:off x="1745070"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5" name="Google Shape;1725;p193"/>
          <p:cNvSpPr txBox="1">
            <a:spLocks noGrp="1"/>
          </p:cNvSpPr>
          <p:nvPr>
            <p:ph type="body" idx="3"/>
          </p:nvPr>
        </p:nvSpPr>
        <p:spPr>
          <a:xfrm>
            <a:off x="3180575"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6" name="Google Shape;1726;p193"/>
          <p:cNvSpPr txBox="1">
            <a:spLocks noGrp="1"/>
          </p:cNvSpPr>
          <p:nvPr>
            <p:ph type="body" idx="4"/>
          </p:nvPr>
        </p:nvSpPr>
        <p:spPr>
          <a:xfrm>
            <a:off x="4616079"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7" name="Google Shape;1727;p193"/>
          <p:cNvSpPr txBox="1">
            <a:spLocks noGrp="1"/>
          </p:cNvSpPr>
          <p:nvPr>
            <p:ph type="body" idx="5"/>
          </p:nvPr>
        </p:nvSpPr>
        <p:spPr>
          <a:xfrm>
            <a:off x="6051582"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28" name="Google Shape;1728;p193"/>
          <p:cNvSpPr txBox="1">
            <a:spLocks noGrp="1"/>
          </p:cNvSpPr>
          <p:nvPr>
            <p:ph type="body" idx="6"/>
          </p:nvPr>
        </p:nvSpPr>
        <p:spPr>
          <a:xfrm>
            <a:off x="7487088" y="1292548"/>
            <a:ext cx="1340400" cy="488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240"/>
              </a:spcBef>
              <a:spcAft>
                <a:spcPts val="0"/>
              </a:spcAft>
              <a:buClr>
                <a:schemeClr val="dk2"/>
              </a:buClr>
              <a:buSzPts val="1400"/>
              <a:buFont typeface="Arial"/>
              <a:buNone/>
              <a:defRPr sz="1200" b="0" i="0" u="none" strike="noStrike" cap="none">
                <a:solidFill>
                  <a:schemeClr val="dk2"/>
                </a:solidFill>
                <a:latin typeface="Georgia"/>
                <a:ea typeface="Georgia"/>
                <a:cs typeface="Georgia"/>
                <a:sym typeface="Georgia"/>
              </a:defRPr>
            </a:lvl1pPr>
            <a:lvl2pPr marL="914400" marR="0" lvl="1" indent="-228600" algn="ctr" rtl="0">
              <a:lnSpc>
                <a:spcPct val="100000"/>
              </a:lnSpc>
              <a:spcBef>
                <a:spcPts val="160"/>
              </a:spcBef>
              <a:spcAft>
                <a:spcPts val="0"/>
              </a:spcAft>
              <a:buClr>
                <a:schemeClr val="lt2"/>
              </a:buClr>
              <a:buSzPts val="1000"/>
              <a:buFont typeface="Noto Sans Symbols"/>
              <a:buNone/>
              <a:defRPr sz="800" b="0" i="0" u="none" strike="noStrike" cap="none">
                <a:solidFill>
                  <a:schemeClr val="lt2"/>
                </a:solidFill>
                <a:latin typeface="Arial"/>
                <a:ea typeface="Arial"/>
                <a:cs typeface="Arial"/>
                <a:sym typeface="Arial"/>
              </a:defRPr>
            </a:lvl2pPr>
            <a:lvl3pPr marL="1371600" marR="0" lvl="2"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3pPr>
            <a:lvl4pPr marL="1828800" marR="0" lvl="3" indent="-254000" algn="l" rtl="0">
              <a:lnSpc>
                <a:spcPct val="100000"/>
              </a:lnSpc>
              <a:spcBef>
                <a:spcPts val="80"/>
              </a:spcBef>
              <a:spcAft>
                <a:spcPts val="0"/>
              </a:spcAft>
              <a:buClr>
                <a:schemeClr val="lt2"/>
              </a:buClr>
              <a:buSzPts val="400"/>
              <a:buFont typeface="Arial"/>
              <a:buChar char="•"/>
              <a:defRPr sz="400" b="0" i="0" u="none" strike="noStrike" cap="none">
                <a:solidFill>
                  <a:schemeClr val="lt2"/>
                </a:solidFill>
                <a:latin typeface="Arial"/>
                <a:ea typeface="Arial"/>
                <a:cs typeface="Arial"/>
                <a:sym typeface="Arial"/>
              </a:defRPr>
            </a:lvl4pPr>
            <a:lvl5pPr marL="2286000" marR="0" lvl="4" indent="-260350" algn="l" rtl="0">
              <a:lnSpc>
                <a:spcPct val="100000"/>
              </a:lnSpc>
              <a:spcBef>
                <a:spcPts val="100"/>
              </a:spcBef>
              <a:spcAft>
                <a:spcPts val="0"/>
              </a:spcAft>
              <a:buClr>
                <a:schemeClr val="lt2"/>
              </a:buClr>
              <a:buSzPts val="500"/>
              <a:buFont typeface="Arial"/>
              <a:buChar char="–"/>
              <a:defRPr sz="500" b="0" i="0" u="none" strike="noStrike" cap="none">
                <a:solidFill>
                  <a:schemeClr val="lt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729" name="Google Shape;1729;p193"/>
          <p:cNvCxnSpPr/>
          <p:nvPr/>
        </p:nvCxnSpPr>
        <p:spPr>
          <a:xfrm>
            <a:off x="4558830" y="2620609"/>
            <a:ext cx="0" cy="1992600"/>
          </a:xfrm>
          <a:prstGeom prst="straightConnector1">
            <a:avLst/>
          </a:prstGeom>
          <a:noFill/>
          <a:ln w="9525" cap="flat" cmpd="sng">
            <a:solidFill>
              <a:srgbClr val="CCCCCC"/>
            </a:solidFill>
            <a:prstDash val="solid"/>
            <a:round/>
            <a:headEnd type="none" w="sm" len="sm"/>
            <a:tailEnd type="none" w="sm" len="sm"/>
          </a:ln>
        </p:spPr>
      </p:cxnSp>
      <p:cxnSp>
        <p:nvCxnSpPr>
          <p:cNvPr id="1730" name="Google Shape;1730;p193"/>
          <p:cNvCxnSpPr/>
          <p:nvPr/>
        </p:nvCxnSpPr>
        <p:spPr>
          <a:xfrm>
            <a:off x="0" y="2278566"/>
            <a:ext cx="9144000" cy="0"/>
          </a:xfrm>
          <a:prstGeom prst="straightConnector1">
            <a:avLst/>
          </a:prstGeom>
          <a:noFill/>
          <a:ln w="9525" cap="flat" cmpd="sng">
            <a:solidFill>
              <a:srgbClr val="CCCCCC"/>
            </a:solidFill>
            <a:prstDash val="solid"/>
            <a:miter lim="8000"/>
            <a:headEnd type="none" w="sm" len="sm"/>
            <a:tailEnd type="none" w="sm" len="sm"/>
          </a:ln>
        </p:spPr>
      </p:cxnSp>
      <p:sp>
        <p:nvSpPr>
          <p:cNvPr id="1731" name="Google Shape;1731;p193"/>
          <p:cNvSpPr txBox="1">
            <a:spLocks noGrp="1"/>
          </p:cNvSpPr>
          <p:nvPr>
            <p:ph type="body" idx="7"/>
          </p:nvPr>
        </p:nvSpPr>
        <p:spPr>
          <a:xfrm>
            <a:off x="1087900"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32" name="Google Shape;1732;p193"/>
          <p:cNvSpPr txBox="1">
            <a:spLocks noGrp="1"/>
          </p:cNvSpPr>
          <p:nvPr>
            <p:ph type="body" idx="8"/>
          </p:nvPr>
        </p:nvSpPr>
        <p:spPr>
          <a:xfrm>
            <a:off x="5522396" y="413463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0"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33" name="Google Shape;1733;p193"/>
          <p:cNvSpPr txBox="1">
            <a:spLocks noGrp="1"/>
          </p:cNvSpPr>
          <p:nvPr>
            <p:ph type="body" idx="9"/>
          </p:nvPr>
        </p:nvSpPr>
        <p:spPr>
          <a:xfrm>
            <a:off x="749397" y="3726141"/>
            <a:ext cx="3122100" cy="1848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34" name="Google Shape;1734;p193"/>
          <p:cNvSpPr txBox="1">
            <a:spLocks noGrp="1"/>
          </p:cNvSpPr>
          <p:nvPr>
            <p:ph type="body" idx="13"/>
          </p:nvPr>
        </p:nvSpPr>
        <p:spPr>
          <a:xfrm>
            <a:off x="5047073" y="3633808"/>
            <a:ext cx="3395700" cy="276900"/>
          </a:xfrm>
          <a:prstGeom prst="rect">
            <a:avLst/>
          </a:prstGeom>
          <a:noFill/>
          <a:ln>
            <a:noFill/>
          </a:ln>
        </p:spPr>
        <p:txBody>
          <a:bodyPr spcFirstLastPara="1" wrap="square" lIns="91425" tIns="91425" rIns="91425" bIns="91425" anchor="b" anchorCtr="0"/>
          <a:lstStyle>
            <a:lvl1pPr marL="457200" marR="0" lvl="0" indent="-228600" algn="ctr" rtl="0">
              <a:lnSpc>
                <a:spcPct val="100000"/>
              </a:lnSpc>
              <a:spcBef>
                <a:spcPts val="360"/>
              </a:spcBef>
              <a:spcAft>
                <a:spcPts val="0"/>
              </a:spcAft>
              <a:buClr>
                <a:schemeClr val="lt2"/>
              </a:buClr>
              <a:buSzPts val="1400"/>
              <a:buFont typeface="Arial"/>
              <a:buNone/>
              <a:defRPr sz="18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hree Content with Exhibits">
  <p:cSld name="Three Content with Exhibits">
    <p:spTree>
      <p:nvGrpSpPr>
        <p:cNvPr id="1" name="Shape 1735"/>
        <p:cNvGrpSpPr/>
        <p:nvPr/>
      </p:nvGrpSpPr>
      <p:grpSpPr>
        <a:xfrm>
          <a:off x="0" y="0"/>
          <a:ext cx="0" cy="0"/>
          <a:chOff x="0" y="0"/>
          <a:chExt cx="0" cy="0"/>
        </a:xfrm>
      </p:grpSpPr>
      <p:sp>
        <p:nvSpPr>
          <p:cNvPr id="1736" name="Google Shape;1736;p194"/>
          <p:cNvSpPr txBox="1">
            <a:spLocks noGrp="1"/>
          </p:cNvSpPr>
          <p:nvPr>
            <p:ph type="title"/>
          </p:nvPr>
        </p:nvSpPr>
        <p:spPr>
          <a:xfrm>
            <a:off x="309562" y="53035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37" name="Google Shape;1737;p19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38" name="Google Shape;1738;p194"/>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39" name="Google Shape;1739;p19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740" name="Google Shape;1740;p194"/>
          <p:cNvCxnSpPr/>
          <p:nvPr/>
        </p:nvCxnSpPr>
        <p:spPr>
          <a:xfrm>
            <a:off x="4572000" y="1348725"/>
            <a:ext cx="0" cy="1752000"/>
          </a:xfrm>
          <a:prstGeom prst="straightConnector1">
            <a:avLst/>
          </a:prstGeom>
          <a:noFill/>
          <a:ln w="9525" cap="flat" cmpd="sng">
            <a:solidFill>
              <a:srgbClr val="CCCCCC"/>
            </a:solidFill>
            <a:prstDash val="solid"/>
            <a:round/>
            <a:headEnd type="none" w="sm" len="sm"/>
            <a:tailEnd type="none" w="sm" len="sm"/>
          </a:ln>
        </p:spPr>
      </p:cxnSp>
      <p:sp>
        <p:nvSpPr>
          <p:cNvPr id="1741" name="Google Shape;1741;p194"/>
          <p:cNvSpPr txBox="1">
            <a:spLocks noGrp="1"/>
          </p:cNvSpPr>
          <p:nvPr>
            <p:ph type="body" idx="1"/>
          </p:nvPr>
        </p:nvSpPr>
        <p:spPr>
          <a:xfrm>
            <a:off x="5563646" y="2658302"/>
            <a:ext cx="2445000" cy="1077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chemeClr val="lt2"/>
              </a:buClr>
              <a:buSzPts val="1400"/>
              <a:buFont typeface="Arial"/>
              <a:buNone/>
              <a:defRPr sz="700" b="1" i="0" u="none" strike="noStrike" cap="none">
                <a:solidFill>
                  <a:schemeClr val="lt2"/>
                </a:solidFill>
                <a:latin typeface="Arial"/>
                <a:ea typeface="Arial"/>
                <a:cs typeface="Arial"/>
                <a:sym typeface="Arial"/>
              </a:defRPr>
            </a:lvl1pPr>
            <a:lvl2pPr marL="914400" marR="0" lvl="1" indent="-228600" algn="l" rtl="0">
              <a:lnSpc>
                <a:spcPct val="100000"/>
              </a:lnSpc>
              <a:spcBef>
                <a:spcPts val="360"/>
              </a:spcBef>
              <a:spcAft>
                <a:spcPts val="0"/>
              </a:spcAft>
              <a:buClr>
                <a:srgbClr val="888888"/>
              </a:buClr>
              <a:buSzPts val="1000"/>
              <a:buFont typeface="Noto Sans Symbols"/>
              <a:buNone/>
              <a:defRPr sz="1800" b="0" i="0" u="none" strike="noStrike" cap="none">
                <a:solidFill>
                  <a:srgbClr val="888888"/>
                </a:solidFill>
                <a:latin typeface="Arial"/>
                <a:ea typeface="Arial"/>
                <a:cs typeface="Arial"/>
                <a:sym typeface="Arial"/>
              </a:defRPr>
            </a:lvl2pPr>
            <a:lvl3pPr marL="1371600" marR="0" lvl="2" indent="-228600" algn="l" rtl="0">
              <a:lnSpc>
                <a:spcPct val="100000"/>
              </a:lnSpc>
              <a:spcBef>
                <a:spcPts val="320"/>
              </a:spcBef>
              <a:spcAft>
                <a:spcPts val="0"/>
              </a:spcAft>
              <a:buClr>
                <a:srgbClr val="888888"/>
              </a:buClr>
              <a:buSzPts val="900"/>
              <a:buFont typeface="Arial"/>
              <a:buNone/>
              <a:defRPr sz="1600" b="0" i="0" u="none" strike="noStrike" cap="none">
                <a:solidFill>
                  <a:srgbClr val="888888"/>
                </a:solidFill>
                <a:latin typeface="Arial"/>
                <a:ea typeface="Arial"/>
                <a:cs typeface="Arial"/>
                <a:sym typeface="Arial"/>
              </a:defRPr>
            </a:lvl3pPr>
            <a:lvl4pPr marL="1828800" marR="0" lvl="3" indent="-228600" algn="l" rtl="0">
              <a:lnSpc>
                <a:spcPct val="100000"/>
              </a:lnSpc>
              <a:spcBef>
                <a:spcPts val="280"/>
              </a:spcBef>
              <a:spcAft>
                <a:spcPts val="0"/>
              </a:spcAft>
              <a:buClr>
                <a:srgbClr val="888888"/>
              </a:buClr>
              <a:buSzPts val="800"/>
              <a:buFont typeface="Arial"/>
              <a:buNone/>
              <a:defRPr sz="1400" b="0" i="0" u="none" strike="noStrike" cap="none">
                <a:solidFill>
                  <a:srgbClr val="888888"/>
                </a:solidFill>
                <a:latin typeface="Arial"/>
                <a:ea typeface="Arial"/>
                <a:cs typeface="Arial"/>
                <a:sym typeface="Arial"/>
              </a:defRPr>
            </a:lvl4pPr>
            <a:lvl5pPr marL="2286000" marR="0" lvl="4" indent="-228600" algn="l" rtl="0">
              <a:lnSpc>
                <a:spcPct val="100000"/>
              </a:lnSpc>
              <a:spcBef>
                <a:spcPts val="280"/>
              </a:spcBef>
              <a:spcAft>
                <a:spcPts val="0"/>
              </a:spcAft>
              <a:buClr>
                <a:srgbClr val="888888"/>
              </a:buClr>
              <a:buSzPts val="700"/>
              <a:buFont typeface="Arial"/>
              <a:buNone/>
              <a:defRPr sz="1400" b="0" i="0" u="none" strike="noStrike" cap="none">
                <a:solidFill>
                  <a:srgbClr val="888888"/>
                </a:solidFill>
                <a:latin typeface="Arial"/>
                <a:ea typeface="Arial"/>
                <a:cs typeface="Arial"/>
                <a:sym typeface="Arial"/>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42" name="Google Shape;1742;p194"/>
          <p:cNvSpPr txBox="1">
            <a:spLocks noGrp="1"/>
          </p:cNvSpPr>
          <p:nvPr>
            <p:ph type="body" idx="2"/>
          </p:nvPr>
        </p:nvSpPr>
        <p:spPr>
          <a:xfrm>
            <a:off x="5088321" y="2298260"/>
            <a:ext cx="3395700" cy="203100"/>
          </a:xfrm>
          <a:prstGeom prst="rect">
            <a:avLst/>
          </a:prstGeom>
          <a:noFill/>
          <a:ln>
            <a:noFill/>
          </a:ln>
        </p:spPr>
        <p:txBody>
          <a:bodyPr spcFirstLastPara="1" wrap="square" lIns="91425" tIns="91425" rIns="91425" bIns="91425" anchor="b" anchorCtr="0"/>
          <a:lstStyle>
            <a:lvl1pPr marL="457200" marR="0" lvl="0" indent="-228600" algn="ctr" rtl="0">
              <a:lnSpc>
                <a:spcPct val="110000"/>
              </a:lnSpc>
              <a:spcBef>
                <a:spcPts val="240"/>
              </a:spcBef>
              <a:spcAft>
                <a:spcPts val="0"/>
              </a:spcAft>
              <a:buClr>
                <a:schemeClr val="lt2"/>
              </a:buClr>
              <a:buSzPts val="1400"/>
              <a:buFont typeface="Arial"/>
              <a:buNone/>
              <a:defRPr sz="12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43" name="Google Shape;1743;p194"/>
          <p:cNvSpPr txBox="1">
            <a:spLocks noGrp="1"/>
          </p:cNvSpPr>
          <p:nvPr>
            <p:ph type="body" idx="3"/>
          </p:nvPr>
        </p:nvSpPr>
        <p:spPr>
          <a:xfrm>
            <a:off x="315904" y="1305975"/>
            <a:ext cx="4097400" cy="5217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28600" algn="l" rtl="0">
              <a:lnSpc>
                <a:spcPct val="110000"/>
              </a:lnSpc>
              <a:spcBef>
                <a:spcPts val="1200"/>
              </a:spcBef>
              <a:spcAft>
                <a:spcPts val="0"/>
              </a:spcAft>
              <a:buClr>
                <a:schemeClr val="lt2"/>
              </a:buClr>
              <a:buSzPts val="1000"/>
              <a:buFont typeface="Noto Sans Symbols"/>
              <a:buNone/>
              <a:defRPr sz="9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44" name="Google Shape;1744;p194"/>
          <p:cNvCxnSpPr/>
          <p:nvPr/>
        </p:nvCxnSpPr>
        <p:spPr>
          <a:xfrm>
            <a:off x="391890" y="3348217"/>
            <a:ext cx="83466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745"/>
        <p:cNvGrpSpPr/>
        <p:nvPr/>
      </p:nvGrpSpPr>
      <p:grpSpPr>
        <a:xfrm>
          <a:off x="0" y="0"/>
          <a:ext cx="0" cy="0"/>
          <a:chOff x="0" y="0"/>
          <a:chExt cx="0" cy="0"/>
        </a:xfrm>
      </p:grpSpPr>
      <p:sp>
        <p:nvSpPr>
          <p:cNvPr id="1746" name="Google Shape;1746;p195"/>
          <p:cNvSpPr txBox="1">
            <a:spLocks noGrp="1"/>
          </p:cNvSpPr>
          <p:nvPr>
            <p:ph type="title"/>
          </p:nvPr>
        </p:nvSpPr>
        <p:spPr>
          <a:xfrm>
            <a:off x="309562" y="530354"/>
            <a:ext cx="85248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7" name="Google Shape;1747;p195"/>
          <p:cNvSpPr txBox="1">
            <a:spLocks noGrp="1"/>
          </p:cNvSpPr>
          <p:nvPr>
            <p:ph type="body" idx="1"/>
          </p:nvPr>
        </p:nvSpPr>
        <p:spPr>
          <a:xfrm>
            <a:off x="309562" y="1784520"/>
            <a:ext cx="3925500" cy="8619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748" name="Google Shape;1748;p195"/>
          <p:cNvSpPr txBox="1">
            <a:spLocks noGrp="1"/>
          </p:cNvSpPr>
          <p:nvPr>
            <p:ph type="body" idx="2"/>
          </p:nvPr>
        </p:nvSpPr>
        <p:spPr>
          <a:xfrm>
            <a:off x="4899404"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1749" name="Google Shape;1749;p195"/>
          <p:cNvSpPr txBox="1">
            <a:spLocks noGrp="1"/>
          </p:cNvSpPr>
          <p:nvPr>
            <p:ph type="body" idx="3"/>
          </p:nvPr>
        </p:nvSpPr>
        <p:spPr>
          <a:xfrm>
            <a:off x="4899404" y="1789283"/>
            <a:ext cx="39270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50" name="Google Shape;1750;p195"/>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1" name="Google Shape;1751;p195"/>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2" name="Google Shape;1752;p195"/>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53" name="Google Shape;1753;p195"/>
          <p:cNvSpPr txBox="1">
            <a:spLocks noGrp="1"/>
          </p:cNvSpPr>
          <p:nvPr>
            <p:ph type="body" idx="4"/>
          </p:nvPr>
        </p:nvSpPr>
        <p:spPr>
          <a:xfrm>
            <a:off x="314329" y="1300695"/>
            <a:ext cx="3927000" cy="338700"/>
          </a:xfrm>
          <a:prstGeom prst="rect">
            <a:avLst/>
          </a:prstGeom>
          <a:noFill/>
          <a:ln>
            <a:noFill/>
          </a:ln>
        </p:spPr>
        <p:txBody>
          <a:bodyPr spcFirstLastPara="1" wrap="square" lIns="91425" tIns="91425" rIns="91425" bIns="91425" anchor="b" anchorCtr="0"/>
          <a:lstStyle>
            <a:lvl1pPr marL="457200" marR="0" lvl="0" indent="-228600" algn="l" rtl="0">
              <a:lnSpc>
                <a:spcPct val="110000"/>
              </a:lnSpc>
              <a:spcBef>
                <a:spcPts val="1800"/>
              </a:spcBef>
              <a:spcAft>
                <a:spcPts val="0"/>
              </a:spcAft>
              <a:buClr>
                <a:schemeClr val="lt2"/>
              </a:buClr>
              <a:buSzPts val="1400"/>
              <a:buFont typeface="Arial"/>
              <a:buNone/>
              <a:defRPr sz="2000" b="0" i="0" u="none" strike="noStrike" cap="none">
                <a:solidFill>
                  <a:schemeClr val="lt2"/>
                </a:solidFill>
                <a:latin typeface="Georgia"/>
                <a:ea typeface="Georgia"/>
                <a:cs typeface="Georgia"/>
                <a:sym typeface="Georgia"/>
              </a:defRPr>
            </a:lvl1pPr>
            <a:lvl2pPr marL="914400" marR="0" lvl="1" indent="-228600" algn="l" rtl="0">
              <a:lnSpc>
                <a:spcPct val="100000"/>
              </a:lnSpc>
              <a:spcBef>
                <a:spcPts val="400"/>
              </a:spcBef>
              <a:spcAft>
                <a:spcPts val="0"/>
              </a:spcAft>
              <a:buClr>
                <a:schemeClr val="lt2"/>
              </a:buClr>
              <a:buSzPts val="1000"/>
              <a:buFont typeface="Noto Sans Symbols"/>
              <a:buNone/>
              <a:defRPr sz="2000" b="1" i="0" u="none" strike="noStrike" cap="none">
                <a:solidFill>
                  <a:schemeClr val="lt2"/>
                </a:solidFill>
                <a:latin typeface="Arial"/>
                <a:ea typeface="Arial"/>
                <a:cs typeface="Arial"/>
                <a:sym typeface="Arial"/>
              </a:defRPr>
            </a:lvl2pPr>
            <a:lvl3pPr marL="1371600" marR="0" lvl="2" indent="-228600" algn="l" rtl="0">
              <a:lnSpc>
                <a:spcPct val="100000"/>
              </a:lnSpc>
              <a:spcBef>
                <a:spcPts val="360"/>
              </a:spcBef>
              <a:spcAft>
                <a:spcPts val="0"/>
              </a:spcAft>
              <a:buClr>
                <a:schemeClr val="lt2"/>
              </a:buClr>
              <a:buSzPts val="900"/>
              <a:buFont typeface="Arial"/>
              <a:buNone/>
              <a:defRPr sz="1800" b="1" i="0" u="none" strike="noStrike" cap="none">
                <a:solidFill>
                  <a:schemeClr val="lt2"/>
                </a:solidFill>
                <a:latin typeface="Arial"/>
                <a:ea typeface="Arial"/>
                <a:cs typeface="Arial"/>
                <a:sym typeface="Arial"/>
              </a:defRPr>
            </a:lvl3pPr>
            <a:lvl4pPr marL="1828800" marR="0" lvl="3" indent="-228600" algn="l" rtl="0">
              <a:lnSpc>
                <a:spcPct val="100000"/>
              </a:lnSpc>
              <a:spcBef>
                <a:spcPts val="320"/>
              </a:spcBef>
              <a:spcAft>
                <a:spcPts val="0"/>
              </a:spcAft>
              <a:buClr>
                <a:schemeClr val="lt2"/>
              </a:buClr>
              <a:buSzPts val="800"/>
              <a:buFont typeface="Arial"/>
              <a:buNone/>
              <a:defRPr sz="1600" b="1" i="0" u="none" strike="noStrike" cap="none">
                <a:solidFill>
                  <a:schemeClr val="lt2"/>
                </a:solidFill>
                <a:latin typeface="Arial"/>
                <a:ea typeface="Arial"/>
                <a:cs typeface="Arial"/>
                <a:sym typeface="Arial"/>
              </a:defRPr>
            </a:lvl4pPr>
            <a:lvl5pPr marL="2286000" marR="0" lvl="4" indent="-228600" algn="l" rtl="0">
              <a:lnSpc>
                <a:spcPct val="100000"/>
              </a:lnSpc>
              <a:spcBef>
                <a:spcPts val="320"/>
              </a:spcBef>
              <a:spcAft>
                <a:spcPts val="0"/>
              </a:spcAft>
              <a:buClr>
                <a:schemeClr val="lt2"/>
              </a:buClr>
              <a:buSzPts val="700"/>
              <a:buFont typeface="Arial"/>
              <a:buNone/>
              <a:defRPr sz="1600" b="1" i="0" u="none" strike="noStrike" cap="none">
                <a:solidFill>
                  <a:schemeClr val="lt2"/>
                </a:solidFill>
                <a:latin typeface="Arial"/>
                <a:ea typeface="Arial"/>
                <a:cs typeface="Arial"/>
                <a:sym typeface="Arial"/>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Gallery 1">
  <p:cSld name="Gallery 1">
    <p:spTree>
      <p:nvGrpSpPr>
        <p:cNvPr id="1" name="Shape 1754"/>
        <p:cNvGrpSpPr/>
        <p:nvPr/>
      </p:nvGrpSpPr>
      <p:grpSpPr>
        <a:xfrm>
          <a:off x="0" y="0"/>
          <a:ext cx="0" cy="0"/>
          <a:chOff x="0" y="0"/>
          <a:chExt cx="0" cy="0"/>
        </a:xfrm>
      </p:grpSpPr>
      <p:sp>
        <p:nvSpPr>
          <p:cNvPr id="1755" name="Google Shape;1755;p196"/>
          <p:cNvSpPr>
            <a:spLocks noGrp="1"/>
          </p:cNvSpPr>
          <p:nvPr>
            <p:ph type="pic" idx="2"/>
          </p:nvPr>
        </p:nvSpPr>
        <p:spPr>
          <a:xfrm>
            <a:off x="0" y="2"/>
            <a:ext cx="4738200" cy="5143500"/>
          </a:xfrm>
          <a:prstGeom prst="rect">
            <a:avLst/>
          </a:prstGeom>
          <a:noFill/>
          <a:ln>
            <a:noFill/>
          </a:ln>
        </p:spPr>
        <p:txBody>
          <a:bodyPr spcFirstLastPara="1" wrap="square" lIns="91425" tIns="91425" rIns="91425" bIns="91425" anchor="t" anchorCtr="0"/>
          <a:lstStyle>
            <a:lvl1pPr marR="0" lvl="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R="0" lvl="1"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R="0" lvl="2"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R="0" lvl="3"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R="0" lvl="4"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56" name="Google Shape;1756;p196"/>
          <p:cNvSpPr txBox="1">
            <a:spLocks noGrp="1"/>
          </p:cNvSpPr>
          <p:nvPr>
            <p:ph type="ftr" idx="11"/>
          </p:nvPr>
        </p:nvSpPr>
        <p:spPr>
          <a:xfrm>
            <a:off x="311943" y="4901880"/>
            <a:ext cx="2895600" cy="92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lt2"/>
              </a:buClr>
              <a:buSzPts val="1400"/>
              <a:buFont typeface="Arial"/>
              <a:buNone/>
              <a:defRPr sz="6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57" name="Google Shape;1757;p196"/>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58" name="Google Shape;1758;p196"/>
          <p:cNvSpPr txBox="1">
            <a:spLocks noGrp="1"/>
          </p:cNvSpPr>
          <p:nvPr>
            <p:ph type="body" idx="1"/>
          </p:nvPr>
        </p:nvSpPr>
        <p:spPr>
          <a:xfrm>
            <a:off x="311947" y="4429641"/>
            <a:ext cx="2658000" cy="2112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lt1"/>
              </a:buClr>
              <a:buSzPts val="1400"/>
              <a:buFont typeface="Arial"/>
              <a:buNone/>
              <a:defRPr sz="800" b="0" i="0" u="none" strike="noStrike" cap="none">
                <a:solidFill>
                  <a:schemeClr val="lt1"/>
                </a:solidFill>
                <a:latin typeface="Arial"/>
                <a:ea typeface="Arial"/>
                <a:cs typeface="Arial"/>
                <a:sym typeface="Arial"/>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759" name="Google Shape;1759;p196"/>
          <p:cNvCxnSpPr/>
          <p:nvPr/>
        </p:nvCxnSpPr>
        <p:spPr>
          <a:xfrm>
            <a:off x="311943" y="4270648"/>
            <a:ext cx="276300" cy="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760"/>
        <p:cNvGrpSpPr/>
        <p:nvPr/>
      </p:nvGrpSpPr>
      <p:grpSpPr>
        <a:xfrm>
          <a:off x="0" y="0"/>
          <a:ext cx="0" cy="0"/>
          <a:chOff x="0" y="0"/>
          <a:chExt cx="0" cy="0"/>
        </a:xfrm>
      </p:grpSpPr>
      <p:sp>
        <p:nvSpPr>
          <p:cNvPr id="1761" name="Google Shape;1761;p197"/>
          <p:cNvSpPr txBox="1">
            <a:spLocks noGrp="1"/>
          </p:cNvSpPr>
          <p:nvPr>
            <p:ph type="sldNum" idx="12"/>
          </p:nvPr>
        </p:nvSpPr>
        <p:spPr>
          <a:xfrm>
            <a:off x="6700842" y="4776732"/>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762"/>
        <p:cNvGrpSpPr/>
        <p:nvPr/>
      </p:nvGrpSpPr>
      <p:grpSpPr>
        <a:xfrm>
          <a:off x="0" y="0"/>
          <a:ext cx="0" cy="0"/>
          <a:chOff x="0" y="0"/>
          <a:chExt cx="0" cy="0"/>
        </a:xfrm>
      </p:grpSpPr>
      <p:sp>
        <p:nvSpPr>
          <p:cNvPr id="1763" name="Google Shape;1763;p198"/>
          <p:cNvSpPr/>
          <p:nvPr/>
        </p:nvSpPr>
        <p:spPr>
          <a:xfrm>
            <a:off x="1589" y="1192"/>
            <a:ext cx="15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4" name="Google Shape;1764;p198"/>
          <p:cNvSpPr txBox="1">
            <a:spLocks noGrp="1"/>
          </p:cNvSpPr>
          <p:nvPr>
            <p:ph type="title"/>
          </p:nvPr>
        </p:nvSpPr>
        <p:spPr>
          <a:xfrm>
            <a:off x="504001" y="480705"/>
            <a:ext cx="8136000" cy="221100"/>
          </a:xfrm>
          <a:prstGeom prst="rect">
            <a:avLst/>
          </a:prstGeom>
          <a:noFill/>
          <a:ln>
            <a:noFill/>
          </a:ln>
        </p:spPr>
        <p:txBody>
          <a:bodyPr spcFirstLastPara="1" wrap="square" lIns="91425" tIns="91425" rIns="91425" bIns="91425" anchor="t" anchorCtr="0"/>
          <a:lstStyle>
            <a:lvl1pPr marR="0" lvl="0" algn="l" rtl="0">
              <a:lnSpc>
                <a:spcPct val="115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rgbClr val="000000"/>
                </a:solidFill>
                <a:latin typeface="Arial"/>
                <a:ea typeface="Arial"/>
                <a:cs typeface="Arial"/>
                <a:sym typeface="Arial"/>
              </a:defRPr>
            </a:lvl9pPr>
          </a:lstStyle>
          <a:p>
            <a:endParaRPr/>
          </a:p>
        </p:txBody>
      </p:sp>
      <p:sp>
        <p:nvSpPr>
          <p:cNvPr id="1765" name="Google Shape;1765;p198"/>
          <p:cNvSpPr txBox="1">
            <a:spLocks noGrp="1"/>
          </p:cNvSpPr>
          <p:nvPr>
            <p:ph type="body" idx="1"/>
          </p:nvPr>
        </p:nvSpPr>
        <p:spPr>
          <a:xfrm>
            <a:off x="504001" y="1276350"/>
            <a:ext cx="8136000" cy="3378900"/>
          </a:xfrm>
          <a:prstGeom prst="rect">
            <a:avLst/>
          </a:prstGeom>
          <a:noFill/>
          <a:ln>
            <a:noFill/>
          </a:ln>
        </p:spPr>
        <p:txBody>
          <a:bodyPr spcFirstLastPara="1" wrap="square" lIns="91425" tIns="91425" rIns="91425" bIns="91425" anchor="t" anchorCtr="0"/>
          <a:lstStyle>
            <a:lvl1pPr marL="457200" marR="0" lvl="0" indent="-304800" algn="l" rtl="0">
              <a:lnSpc>
                <a:spcPct val="9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45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cxnSp>
        <p:nvCxnSpPr>
          <p:cNvPr id="1766" name="Google Shape;1766;p198"/>
          <p:cNvCxnSpPr/>
          <p:nvPr/>
        </p:nvCxnSpPr>
        <p:spPr>
          <a:xfrm rot="10800000" flipH="1">
            <a:off x="399493" y="371290"/>
            <a:ext cx="8244000" cy="135000"/>
          </a:xfrm>
          <a:prstGeom prst="bentConnector2">
            <a:avLst/>
          </a:prstGeom>
          <a:noFill/>
          <a:ln w="9525" cap="flat" cmpd="sng">
            <a:solidFill>
              <a:srgbClr val="000000"/>
            </a:solidFill>
            <a:prstDash val="solid"/>
            <a:round/>
            <a:headEnd type="none" w="sm" len="sm"/>
            <a:tailEnd type="none" w="sm" len="sm"/>
          </a:ln>
        </p:spPr>
      </p:cxnSp>
      <p:sp>
        <p:nvSpPr>
          <p:cNvPr id="1767" name="Google Shape;1767;p198"/>
          <p:cNvSpPr txBox="1">
            <a:spLocks noGrp="1"/>
          </p:cNvSpPr>
          <p:nvPr>
            <p:ph type="body" idx="2"/>
          </p:nvPr>
        </p:nvSpPr>
        <p:spPr>
          <a:xfrm>
            <a:off x="503239" y="1013223"/>
            <a:ext cx="8140800" cy="1596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45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8" name="Google Shape;1768;p198"/>
          <p:cNvSpPr txBox="1">
            <a:spLocks noGrp="1"/>
          </p:cNvSpPr>
          <p:nvPr>
            <p:ph type="ftr" idx="11"/>
          </p:nvPr>
        </p:nvSpPr>
        <p:spPr>
          <a:xfrm>
            <a:off x="3791051" y="4793856"/>
            <a:ext cx="714000" cy="92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1769"/>
        <p:cNvGrpSpPr/>
        <p:nvPr/>
      </p:nvGrpSpPr>
      <p:grpSpPr>
        <a:xfrm>
          <a:off x="0" y="0"/>
          <a:ext cx="0" cy="0"/>
          <a:chOff x="0" y="0"/>
          <a:chExt cx="0" cy="0"/>
        </a:xfrm>
      </p:grpSpPr>
      <p:sp>
        <p:nvSpPr>
          <p:cNvPr id="1770" name="Google Shape;1770;p199"/>
          <p:cNvSpPr/>
          <p:nvPr/>
        </p:nvSpPr>
        <p:spPr>
          <a:xfrm>
            <a:off x="1444" y="1051"/>
            <a:ext cx="1200" cy="12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99"/>
          <p:cNvSpPr txBox="1">
            <a:spLocks noGrp="1"/>
          </p:cNvSpPr>
          <p:nvPr>
            <p:ph type="body" idx="1"/>
          </p:nvPr>
        </p:nvSpPr>
        <p:spPr>
          <a:xfrm>
            <a:off x="482138" y="1361515"/>
            <a:ext cx="8179800" cy="3231300"/>
          </a:xfrm>
          <a:prstGeom prst="rect">
            <a:avLst/>
          </a:prstGeom>
          <a:noFill/>
          <a:ln>
            <a:noFill/>
          </a:ln>
        </p:spPr>
        <p:txBody>
          <a:bodyPr spcFirstLastPara="1" wrap="square" lIns="0" tIns="0" rIns="0" bIns="0" anchor="t" anchorCtr="0"/>
          <a:lstStyle>
            <a:lvl1pPr marL="457200" marR="0" lvl="0" indent="-228600" algn="l" rtl="0">
              <a:lnSpc>
                <a:spcPct val="100000"/>
              </a:lnSpc>
              <a:spcBef>
                <a:spcPts val="0"/>
              </a:spcBef>
              <a:spcAft>
                <a:spcPts val="0"/>
              </a:spcAft>
              <a:buClr>
                <a:srgbClr val="000000"/>
              </a:buClr>
              <a:buSzPts val="1700"/>
              <a:buFont typeface="Noto Sans Symbols"/>
              <a:buNone/>
              <a:defRPr sz="1700" b="0" i="0" u="none" strike="noStrike" cap="none">
                <a:solidFill>
                  <a:schemeClr val="dk1"/>
                </a:solidFill>
                <a:latin typeface="Georgia"/>
                <a:ea typeface="Georgia"/>
                <a:cs typeface="Georgia"/>
                <a:sym typeface="Georgia"/>
              </a:defRPr>
            </a:lvl1pPr>
            <a:lvl2pPr marL="914400" marR="0" lvl="1" indent="-336550" algn="l" rtl="0">
              <a:lnSpc>
                <a:spcPct val="100000"/>
              </a:lnSpc>
              <a:spcBef>
                <a:spcPts val="500"/>
              </a:spcBef>
              <a:spcAft>
                <a:spcPts val="0"/>
              </a:spcAft>
              <a:buClr>
                <a:srgbClr val="000000"/>
              </a:buClr>
              <a:buSzPts val="1700"/>
              <a:buFont typeface="Times New Roman"/>
              <a:buChar char="•"/>
              <a:defRPr sz="1700" b="0" i="0" u="none" strike="noStrike" cap="none">
                <a:solidFill>
                  <a:schemeClr val="dk1"/>
                </a:solidFill>
                <a:latin typeface="Georgia"/>
                <a:ea typeface="Georgia"/>
                <a:cs typeface="Georgia"/>
                <a:sym typeface="Georgia"/>
              </a:defRPr>
            </a:lvl2pPr>
            <a:lvl3pPr marL="1371600" marR="0" lvl="2" indent="-336550" algn="l" rtl="0">
              <a:lnSpc>
                <a:spcPct val="100000"/>
              </a:lnSpc>
              <a:spcBef>
                <a:spcPts val="500"/>
              </a:spcBef>
              <a:spcAft>
                <a:spcPts val="0"/>
              </a:spcAft>
              <a:buClr>
                <a:srgbClr val="000000"/>
              </a:buClr>
              <a:buSzPts val="1700"/>
              <a:buFont typeface="Arial"/>
              <a:buChar char="-"/>
              <a:defRPr sz="1700" b="0" i="0" u="none" strike="noStrike" cap="none">
                <a:solidFill>
                  <a:schemeClr val="dk1"/>
                </a:solidFill>
                <a:latin typeface="Georgia"/>
                <a:ea typeface="Georgia"/>
                <a:cs typeface="Georgia"/>
                <a:sym typeface="Georgia"/>
              </a:defRPr>
            </a:lvl3pPr>
            <a:lvl4pPr marL="1828800" marR="0" lvl="3"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4pPr>
            <a:lvl5pPr marL="2286000" marR="0" lvl="4" indent="-336550" algn="l" rtl="0">
              <a:lnSpc>
                <a:spcPct val="100000"/>
              </a:lnSpc>
              <a:spcBef>
                <a:spcPts val="500"/>
              </a:spcBef>
              <a:spcAft>
                <a:spcPts val="0"/>
              </a:spcAft>
              <a:buClr>
                <a:srgbClr val="000000"/>
              </a:buClr>
              <a:buSzPts val="1700"/>
              <a:buFont typeface="Georgia"/>
              <a:buChar char="›"/>
              <a:defRPr sz="1700" b="0" i="0" u="none" strike="noStrike" cap="none">
                <a:solidFill>
                  <a:schemeClr val="dk1"/>
                </a:solidFill>
                <a:latin typeface="Georgia"/>
                <a:ea typeface="Georgia"/>
                <a:cs typeface="Georgia"/>
                <a:sym typeface="Georgia"/>
              </a:defRPr>
            </a:lvl5pPr>
            <a:lvl6pPr marL="2743200" marR="0" lvl="5" indent="-336550" algn="l" rtl="0">
              <a:lnSpc>
                <a:spcPct val="100000"/>
              </a:lnSpc>
              <a:spcBef>
                <a:spcPts val="500"/>
              </a:spcBef>
              <a:spcAft>
                <a:spcPts val="0"/>
              </a:spcAft>
              <a:buClr>
                <a:schemeClr val="dk1"/>
              </a:buClr>
              <a:buSzPts val="1700"/>
              <a:buFont typeface="Georgia"/>
              <a:buAutoNum type="arabicPeriod"/>
              <a:defRPr sz="1700" b="0" i="0" u="none" strike="noStrike" cap="none">
                <a:solidFill>
                  <a:schemeClr val="dk1"/>
                </a:solidFill>
                <a:latin typeface="Georgia"/>
                <a:ea typeface="Georgia"/>
                <a:cs typeface="Georgia"/>
                <a:sym typeface="Georgia"/>
              </a:defRPr>
            </a:lvl6pPr>
            <a:lvl7pPr marL="3200400" marR="0" lvl="6" indent="-336550" algn="l" rtl="0">
              <a:lnSpc>
                <a:spcPct val="100000"/>
              </a:lnSpc>
              <a:spcBef>
                <a:spcPts val="0"/>
              </a:spcBef>
              <a:spcAft>
                <a:spcPts val="0"/>
              </a:spcAft>
              <a:buClr>
                <a:schemeClr val="dk1"/>
              </a:buClr>
              <a:buSzPts val="1700"/>
              <a:buFont typeface="Georgia"/>
              <a:buAutoNum type="alphaLcPeriod"/>
              <a:defRPr sz="1700" b="0" i="0" u="none" strike="noStrike" cap="none">
                <a:solidFill>
                  <a:schemeClr val="dk1"/>
                </a:solidFill>
                <a:latin typeface="Georgia"/>
                <a:ea typeface="Georgia"/>
                <a:cs typeface="Georgia"/>
                <a:sym typeface="Georgia"/>
              </a:defRPr>
            </a:lvl7pPr>
            <a:lvl8pPr marL="3657600" marR="0" lvl="7" indent="-336550" algn="l" rtl="0">
              <a:lnSpc>
                <a:spcPct val="100000"/>
              </a:lnSpc>
              <a:spcBef>
                <a:spcPts val="0"/>
              </a:spcBef>
              <a:spcAft>
                <a:spcPts val="0"/>
              </a:spcAft>
              <a:buClr>
                <a:schemeClr val="dk1"/>
              </a:buClr>
              <a:buSzPts val="1700"/>
              <a:buFont typeface="Georgia"/>
              <a:buAutoNum type="romanLcPeriod"/>
              <a:defRPr sz="17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0"/>
              </a:spcBef>
              <a:spcAft>
                <a:spcPts val="500"/>
              </a:spcAft>
              <a:buClr>
                <a:schemeClr val="dk2"/>
              </a:buClr>
              <a:buSzPts val="1700"/>
              <a:buFont typeface="Arial"/>
              <a:buNone/>
              <a:defRPr sz="1700" b="1" i="0" u="none" strike="noStrike" cap="none">
                <a:solidFill>
                  <a:schemeClr val="dk2"/>
                </a:solidFill>
                <a:latin typeface="Georgia"/>
                <a:ea typeface="Georgia"/>
                <a:cs typeface="Georgia"/>
                <a:sym typeface="Georgia"/>
              </a:defRPr>
            </a:lvl9pPr>
          </a:lstStyle>
          <a:p>
            <a:endParaRPr/>
          </a:p>
        </p:txBody>
      </p:sp>
      <p:sp>
        <p:nvSpPr>
          <p:cNvPr id="1772" name="Google Shape;1772;p199"/>
          <p:cNvSpPr txBox="1"/>
          <p:nvPr/>
        </p:nvSpPr>
        <p:spPr>
          <a:xfrm>
            <a:off x="3255818" y="465941"/>
            <a:ext cx="5399400" cy="9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773" name="Google Shape;1773;p199"/>
          <p:cNvCxnSpPr/>
          <p:nvPr/>
        </p:nvCxnSpPr>
        <p:spPr>
          <a:xfrm>
            <a:off x="482137" y="4689662"/>
            <a:ext cx="8179800" cy="0"/>
          </a:xfrm>
          <a:prstGeom prst="straightConnector1">
            <a:avLst/>
          </a:prstGeom>
          <a:noFill/>
          <a:ln w="9525" cap="flat" cmpd="sng">
            <a:solidFill>
              <a:schemeClr val="accent1"/>
            </a:solidFill>
            <a:prstDash val="solid"/>
            <a:round/>
            <a:headEnd type="none" w="sm" len="sm"/>
            <a:tailEnd type="none" w="sm" len="sm"/>
          </a:ln>
        </p:spPr>
      </p:cxnSp>
      <p:sp>
        <p:nvSpPr>
          <p:cNvPr id="1774" name="Google Shape;1774;p199"/>
          <p:cNvSpPr txBox="1"/>
          <p:nvPr/>
        </p:nvSpPr>
        <p:spPr>
          <a:xfrm>
            <a:off x="482137" y="465941"/>
            <a:ext cx="2758500" cy="90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dk1"/>
              </a:solidFill>
              <a:latin typeface="Arial"/>
              <a:ea typeface="Arial"/>
              <a:cs typeface="Arial"/>
              <a:sym typeface="Arial"/>
            </a:endParaRPr>
          </a:p>
        </p:txBody>
      </p:sp>
      <p:cxnSp>
        <p:nvCxnSpPr>
          <p:cNvPr id="1775" name="Google Shape;1775;p199"/>
          <p:cNvCxnSpPr/>
          <p:nvPr/>
        </p:nvCxnSpPr>
        <p:spPr>
          <a:xfrm rot="10800000" flipH="1">
            <a:off x="346364" y="617450"/>
            <a:ext cx="8312700" cy="95400"/>
          </a:xfrm>
          <a:prstGeom prst="bentConnector3">
            <a:avLst>
              <a:gd name="adj1" fmla="val 0"/>
            </a:avLst>
          </a:prstGeom>
          <a:noFill/>
          <a:ln w="9525" cap="flat" cmpd="sng">
            <a:solidFill>
              <a:schemeClr val="accent1"/>
            </a:solidFill>
            <a:prstDash val="solid"/>
            <a:round/>
            <a:headEnd type="none" w="sm" len="sm"/>
            <a:tailEnd type="none" w="sm" len="sm"/>
          </a:ln>
        </p:spPr>
      </p:cxnSp>
      <p:sp>
        <p:nvSpPr>
          <p:cNvPr id="1776" name="Google Shape;1776;p199"/>
          <p:cNvSpPr txBox="1">
            <a:spLocks noGrp="1"/>
          </p:cNvSpPr>
          <p:nvPr>
            <p:ph type="title"/>
          </p:nvPr>
        </p:nvSpPr>
        <p:spPr>
          <a:xfrm>
            <a:off x="484910" y="707988"/>
            <a:ext cx="8174100" cy="183300"/>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1"/>
              </a:buClr>
              <a:buSzPts val="1500"/>
              <a:buFont typeface="Georgia"/>
              <a:buNone/>
              <a:defRPr sz="1500" b="1" i="1"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1777" name="Google Shape;1777;p199"/>
          <p:cNvSpPr txBox="1"/>
          <p:nvPr/>
        </p:nvSpPr>
        <p:spPr>
          <a:xfrm>
            <a:off x="8379229" y="4084240"/>
            <a:ext cx="291000" cy="102900"/>
          </a:xfrm>
          <a:prstGeom prst="rect">
            <a:avLst/>
          </a:prstGeom>
          <a:noFill/>
          <a:ln>
            <a:noFill/>
          </a:ln>
        </p:spPr>
        <p:txBody>
          <a:bodyPr spcFirstLastPara="1" wrap="square" lIns="0" tIns="0" rIns="0" bIns="0" anchor="t" anchorCtr="0">
            <a:noAutofit/>
          </a:bodyPr>
          <a:lstStyle/>
          <a:p>
            <a:pPr marL="0" marR="0" lvl="0" indent="0" algn="r" rtl="0">
              <a:lnSpc>
                <a:spcPct val="90909"/>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778" name="Google Shape;1778;p199"/>
          <p:cNvSpPr txBox="1"/>
          <p:nvPr/>
        </p:nvSpPr>
        <p:spPr>
          <a:xfrm>
            <a:off x="482138" y="3961002"/>
            <a:ext cx="2635200" cy="1119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1779" name="Google Shape;1779;p199"/>
          <p:cNvSpPr txBox="1">
            <a:spLocks noGrp="1"/>
          </p:cNvSpPr>
          <p:nvPr>
            <p:ph type="sldNum" idx="12"/>
          </p:nvPr>
        </p:nvSpPr>
        <p:spPr>
          <a:xfrm>
            <a:off x="7135091" y="4840942"/>
            <a:ext cx="1524000" cy="1008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theme" Target="../theme/theme2.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3" Type="http://schemas.openxmlformats.org/officeDocument/2006/relationships/slideLayout" Target="../slideLayouts/slideLayout58.xml"/><Relationship Id="rId21" Type="http://schemas.openxmlformats.org/officeDocument/2006/relationships/theme" Target="../theme/theme3.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slideLayout" Target="../slideLayouts/slideLayout101.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29" Type="http://schemas.openxmlformats.org/officeDocument/2006/relationships/theme" Target="../theme/theme4.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 Type="http://schemas.openxmlformats.org/officeDocument/2006/relationships/slideLayout" Target="../slideLayouts/slideLayout106.xml"/><Relationship Id="rId21" Type="http://schemas.openxmlformats.org/officeDocument/2006/relationships/slideLayout" Target="../slideLayouts/slideLayout124.xml"/><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slideLayout" Target="../slideLayouts/slideLayout123.xml"/><Relationship Id="rId29" Type="http://schemas.openxmlformats.org/officeDocument/2006/relationships/theme" Target="../theme/theme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
        <p:cNvGrpSpPr/>
        <p:nvPr/>
      </p:nvGrpSpPr>
      <p:grpSpPr>
        <a:xfrm>
          <a:off x="0" y="0"/>
          <a:ext cx="0" cy="0"/>
          <a:chOff x="0" y="0"/>
          <a:chExt cx="0" cy="0"/>
        </a:xfrm>
      </p:grpSpPr>
      <p:sp>
        <p:nvSpPr>
          <p:cNvPr id="52" name="Google Shape;52;p14"/>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4"/>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14"/>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5" name="Google Shape;55;p14"/>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6" name="Google Shape;56;p14"/>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4"/>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3"/>
        <p:cNvGrpSpPr/>
        <p:nvPr/>
      </p:nvGrpSpPr>
      <p:grpSpPr>
        <a:xfrm>
          <a:off x="0" y="0"/>
          <a:ext cx="0" cy="0"/>
          <a:chOff x="0" y="0"/>
          <a:chExt cx="0" cy="0"/>
        </a:xfrm>
      </p:grpSpPr>
      <p:sp>
        <p:nvSpPr>
          <p:cNvPr id="334" name="Google Shape;334;p43"/>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43"/>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36" name="Google Shape;336;p43"/>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37" name="Google Shape;337;p43"/>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38" name="Google Shape;338;p43"/>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39" name="Google Shape;339;p43"/>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8"/>
        <p:cNvGrpSpPr/>
        <p:nvPr/>
      </p:nvGrpSpPr>
      <p:grpSpPr>
        <a:xfrm>
          <a:off x="0" y="0"/>
          <a:ext cx="0" cy="0"/>
          <a:chOff x="0" y="0"/>
          <a:chExt cx="0" cy="0"/>
        </a:xfrm>
      </p:grpSpPr>
      <p:sp>
        <p:nvSpPr>
          <p:cNvPr id="609" name="Google Shape;609;p71"/>
          <p:cNvSpPr/>
          <p:nvPr/>
        </p:nvSpPr>
        <p:spPr>
          <a:xfrm>
            <a:off x="1588" y="1588"/>
            <a:ext cx="1587" cy="1587"/>
          </a:xfrm>
          <a:prstGeom prst="rect">
            <a:avLst/>
          </a:prstGeom>
          <a:solidFill>
            <a:srgbClr val="FFFFFF"/>
          </a:solidFill>
          <a:ln>
            <a:noFill/>
          </a:ln>
        </p:spPr>
        <p:txBody>
          <a:bodyPr/>
          <a:lstStyle/>
          <a:p>
            <a:endParaRPr lang="en-US"/>
          </a:p>
        </p:txBody>
      </p:sp>
      <p:sp>
        <p:nvSpPr>
          <p:cNvPr id="610" name="Google Shape;610;p71"/>
          <p:cNvSpPr txBox="1">
            <a:spLocks noGrp="1"/>
          </p:cNvSpPr>
          <p:nvPr>
            <p:ph type="title"/>
          </p:nvPr>
        </p:nvSpPr>
        <p:spPr>
          <a:xfrm>
            <a:off x="309563" y="423815"/>
            <a:ext cx="8526463" cy="246221"/>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dk1"/>
              </a:buClr>
              <a:buSzPts val="1600"/>
              <a:buFont typeface="Georgia"/>
              <a:buNone/>
              <a:defRPr sz="1600" b="0" i="0" u="none" strike="noStrike" cap="none">
                <a:solidFill>
                  <a:schemeClr val="dk1"/>
                </a:solidFill>
                <a:latin typeface="Georgia"/>
                <a:ea typeface="Georgia"/>
                <a:cs typeface="Georgia"/>
                <a:sym typeface="Georgia"/>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a:endParaRPr/>
          </a:p>
        </p:txBody>
      </p:sp>
      <p:sp>
        <p:nvSpPr>
          <p:cNvPr id="611" name="Google Shape;611;p71"/>
          <p:cNvSpPr txBox="1">
            <a:spLocks noGrp="1"/>
          </p:cNvSpPr>
          <p:nvPr>
            <p:ph type="body" idx="1"/>
          </p:nvPr>
        </p:nvSpPr>
        <p:spPr>
          <a:xfrm>
            <a:off x="309563" y="1255153"/>
            <a:ext cx="8526463" cy="632481"/>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10"/>
              </a:spcBef>
              <a:spcAft>
                <a:spcPts val="0"/>
              </a:spcAft>
              <a:buClr>
                <a:schemeClr val="lt2"/>
              </a:buClr>
              <a:buSzPts val="1050"/>
              <a:buFont typeface="Arial"/>
              <a:buNone/>
              <a:defRPr sz="1050" b="0" i="0" u="none" strike="noStrike" cap="none">
                <a:solidFill>
                  <a:schemeClr val="lt2"/>
                </a:solidFill>
                <a:latin typeface="Georgia"/>
                <a:ea typeface="Georgia"/>
                <a:cs typeface="Georgia"/>
                <a:sym typeface="Georgia"/>
              </a:defRPr>
            </a:lvl1pPr>
            <a:lvl2pPr marL="914400" marR="0" lvl="1" indent="-276225" algn="l" rtl="0">
              <a:lnSpc>
                <a:spcPct val="100000"/>
              </a:lnSpc>
              <a:spcBef>
                <a:spcPts val="150"/>
              </a:spcBef>
              <a:spcAft>
                <a:spcPts val="0"/>
              </a:spcAft>
              <a:buClr>
                <a:schemeClr val="lt2"/>
              </a:buClr>
              <a:buSzPts val="750"/>
              <a:buFont typeface="Noto Sans Symbols"/>
              <a:buChar char="▪"/>
              <a:defRPr sz="750" b="0" i="0" u="none" strike="noStrike" cap="none">
                <a:solidFill>
                  <a:schemeClr val="lt2"/>
                </a:solidFill>
                <a:latin typeface="Arial"/>
                <a:ea typeface="Arial"/>
                <a:cs typeface="Arial"/>
                <a:sym typeface="Arial"/>
              </a:defRPr>
            </a:lvl2pPr>
            <a:lvl3pPr marL="1371600" marR="0" lvl="2" indent="-271462" algn="l" rtl="0">
              <a:lnSpc>
                <a:spcPct val="100000"/>
              </a:lnSpc>
              <a:spcBef>
                <a:spcPts val="135"/>
              </a:spcBef>
              <a:spcAft>
                <a:spcPts val="0"/>
              </a:spcAft>
              <a:buClr>
                <a:schemeClr val="lt2"/>
              </a:buClr>
              <a:buSzPts val="675"/>
              <a:buFont typeface="Arial"/>
              <a:buChar char="–"/>
              <a:defRPr sz="675" b="0" i="0" u="none" strike="noStrike" cap="none">
                <a:solidFill>
                  <a:schemeClr val="lt2"/>
                </a:solidFill>
                <a:latin typeface="Arial"/>
                <a:ea typeface="Arial"/>
                <a:cs typeface="Arial"/>
                <a:sym typeface="Arial"/>
              </a:defRPr>
            </a:lvl3pPr>
            <a:lvl4pPr marL="1828800" marR="0" lvl="3" indent="-266700" algn="l" rtl="0">
              <a:lnSpc>
                <a:spcPct val="100000"/>
              </a:lnSpc>
              <a:spcBef>
                <a:spcPts val="120"/>
              </a:spcBef>
              <a:spcAft>
                <a:spcPts val="0"/>
              </a:spcAft>
              <a:buClr>
                <a:schemeClr val="lt2"/>
              </a:buClr>
              <a:buSzPts val="600"/>
              <a:buFont typeface="Arial"/>
              <a:buChar char="•"/>
              <a:defRPr sz="600" b="0" i="0" u="none" strike="noStrike" cap="none">
                <a:solidFill>
                  <a:schemeClr val="lt2"/>
                </a:solidFill>
                <a:latin typeface="Arial"/>
                <a:ea typeface="Arial"/>
                <a:cs typeface="Arial"/>
                <a:sym typeface="Arial"/>
              </a:defRPr>
            </a:lvl4pPr>
            <a:lvl5pPr marL="2286000" marR="0" lvl="4" indent="-261937" algn="l" rtl="0">
              <a:lnSpc>
                <a:spcPct val="100000"/>
              </a:lnSpc>
              <a:spcBef>
                <a:spcPts val="105"/>
              </a:spcBef>
              <a:spcAft>
                <a:spcPts val="0"/>
              </a:spcAft>
              <a:buClr>
                <a:schemeClr val="lt2"/>
              </a:buClr>
              <a:buSzPts val="525"/>
              <a:buFont typeface="Arial"/>
              <a:buChar char="–"/>
              <a:defRPr sz="525" b="0" i="0" u="none" strike="noStrike" cap="none">
                <a:solidFill>
                  <a:schemeClr val="lt2"/>
                </a:solidFill>
                <a:latin typeface="Arial"/>
                <a:ea typeface="Arial"/>
                <a:cs typeface="Arial"/>
                <a:sym typeface="Arial"/>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2" name="Google Shape;612;p71"/>
          <p:cNvSpPr txBox="1">
            <a:spLocks noGrp="1"/>
          </p:cNvSpPr>
          <p:nvPr>
            <p:ph type="sldNum" idx="12"/>
          </p:nvPr>
        </p:nvSpPr>
        <p:spPr>
          <a:xfrm>
            <a:off x="6892031" y="4894676"/>
            <a:ext cx="2133600" cy="123111"/>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1pPr>
            <a:lvl2pPr marL="0" marR="0" lvl="1"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2pPr>
            <a:lvl3pPr marL="0" marR="0" lvl="2"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3pPr>
            <a:lvl4pPr marL="0" marR="0" lvl="3"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4pPr>
            <a:lvl5pPr marL="0" marR="0" lvl="4"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5pPr>
            <a:lvl6pPr marL="0" marR="0" lvl="5"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6pPr>
            <a:lvl7pPr marL="0" marR="0" lvl="6"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7pPr>
            <a:lvl8pPr marL="0" marR="0" lvl="7"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8pPr>
            <a:lvl9pPr marL="0" marR="0" lvl="8" indent="0" algn="r" rtl="0">
              <a:lnSpc>
                <a:spcPct val="100000"/>
              </a:lnSpc>
              <a:spcBef>
                <a:spcPts val="0"/>
              </a:spcBef>
              <a:spcAft>
                <a:spcPts val="0"/>
              </a:spcAft>
              <a:buNone/>
              <a:defRPr sz="800" b="0" i="0" u="none" strike="noStrike" cap="none">
                <a:solidFill>
                  <a:srgbClr val="595959"/>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613" name="Google Shape;613;p71"/>
          <p:cNvSpPr txBox="1"/>
          <p:nvPr/>
        </p:nvSpPr>
        <p:spPr>
          <a:xfrm>
            <a:off x="154003" y="4914556"/>
            <a:ext cx="2559843" cy="1077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595959"/>
                </a:solidFill>
                <a:latin typeface="Arial"/>
                <a:ea typeface="Arial"/>
                <a:cs typeface="Arial"/>
                <a:sym typeface="Arial"/>
              </a:rPr>
              <a:t>PwC | Transforming Intel’s Finance Function</a:t>
            </a:r>
            <a:endParaRPr/>
          </a:p>
        </p:txBody>
      </p:sp>
      <p:sp>
        <p:nvSpPr>
          <p:cNvPr id="614" name="Google Shape;614;p71"/>
          <p:cNvSpPr/>
          <p:nvPr/>
        </p:nvSpPr>
        <p:spPr>
          <a:xfrm>
            <a:off x="-3347" y="762532"/>
            <a:ext cx="9141568" cy="98425"/>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6"/>
        <p:cNvGrpSpPr/>
        <p:nvPr/>
      </p:nvGrpSpPr>
      <p:grpSpPr>
        <a:xfrm>
          <a:off x="0" y="0"/>
          <a:ext cx="0" cy="0"/>
          <a:chOff x="0" y="0"/>
          <a:chExt cx="0" cy="0"/>
        </a:xfrm>
      </p:grpSpPr>
      <p:sp>
        <p:nvSpPr>
          <p:cNvPr id="1217" name="Google Shape;1217;p142"/>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42"/>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9" name="Google Shape;1219;p142"/>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20" name="Google Shape;1220;p142"/>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21" name="Google Shape;1221;p142"/>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22" name="Google Shape;1222;p142"/>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 id="2147483810"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8"/>
        <p:cNvGrpSpPr/>
        <p:nvPr/>
      </p:nvGrpSpPr>
      <p:grpSpPr>
        <a:xfrm>
          <a:off x="0" y="0"/>
          <a:ext cx="0" cy="0"/>
          <a:chOff x="0" y="0"/>
          <a:chExt cx="0" cy="0"/>
        </a:xfrm>
      </p:grpSpPr>
      <p:sp>
        <p:nvSpPr>
          <p:cNvPr id="1499" name="Google Shape;1499;p171"/>
          <p:cNvSpPr/>
          <p:nvPr/>
        </p:nvSpPr>
        <p:spPr>
          <a:xfrm>
            <a:off x="1588" y="1588"/>
            <a:ext cx="1500" cy="1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171"/>
          <p:cNvSpPr txBox="1">
            <a:spLocks noGrp="1"/>
          </p:cNvSpPr>
          <p:nvPr>
            <p:ph type="title"/>
          </p:nvPr>
        </p:nvSpPr>
        <p:spPr>
          <a:xfrm>
            <a:off x="309562" y="257304"/>
            <a:ext cx="8526600" cy="307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400"/>
              <a:buFont typeface="Georgia"/>
              <a:buNone/>
              <a:defRPr sz="20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1" name="Google Shape;1501;p171"/>
          <p:cNvSpPr txBox="1">
            <a:spLocks noGrp="1"/>
          </p:cNvSpPr>
          <p:nvPr>
            <p:ph type="body" idx="1"/>
          </p:nvPr>
        </p:nvSpPr>
        <p:spPr>
          <a:xfrm>
            <a:off x="309562" y="1255153"/>
            <a:ext cx="8526600" cy="8433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chemeClr val="lt2"/>
              </a:buClr>
              <a:buSzPts val="1400"/>
              <a:buFont typeface="Arial"/>
              <a:buNone/>
              <a:defRPr sz="1400" b="0" i="0" u="none" strike="noStrike" cap="none">
                <a:solidFill>
                  <a:schemeClr val="lt2"/>
                </a:solidFill>
                <a:latin typeface="Georgia"/>
                <a:ea typeface="Georgia"/>
                <a:cs typeface="Georgia"/>
                <a:sym typeface="Georgia"/>
              </a:defRPr>
            </a:lvl1pPr>
            <a:lvl2pPr marL="914400" marR="0" lvl="1" indent="-292100" algn="l" rtl="0">
              <a:lnSpc>
                <a:spcPct val="100000"/>
              </a:lnSpc>
              <a:spcBef>
                <a:spcPts val="200"/>
              </a:spcBef>
              <a:spcAft>
                <a:spcPts val="0"/>
              </a:spcAft>
              <a:buClr>
                <a:schemeClr val="lt2"/>
              </a:buClr>
              <a:buSzPts val="1000"/>
              <a:buFont typeface="Noto Sans Symbols"/>
              <a:buChar char="▪"/>
              <a:defRPr sz="1000" b="0" i="0" u="none" strike="noStrike" cap="none">
                <a:solidFill>
                  <a:schemeClr val="lt2"/>
                </a:solidFill>
                <a:latin typeface="Arial"/>
                <a:ea typeface="Arial"/>
                <a:cs typeface="Arial"/>
                <a:sym typeface="Arial"/>
              </a:defRPr>
            </a:lvl2pPr>
            <a:lvl3pPr marL="1371600" marR="0" lvl="2" indent="-285750" algn="l" rtl="0">
              <a:lnSpc>
                <a:spcPct val="100000"/>
              </a:lnSpc>
              <a:spcBef>
                <a:spcPts val="180"/>
              </a:spcBef>
              <a:spcAft>
                <a:spcPts val="0"/>
              </a:spcAft>
              <a:buClr>
                <a:schemeClr val="lt2"/>
              </a:buClr>
              <a:buSzPts val="900"/>
              <a:buFont typeface="Arial"/>
              <a:buChar char="–"/>
              <a:defRPr sz="900" b="0" i="0" u="none" strike="noStrike" cap="none">
                <a:solidFill>
                  <a:schemeClr val="lt2"/>
                </a:solidFill>
                <a:latin typeface="Arial"/>
                <a:ea typeface="Arial"/>
                <a:cs typeface="Arial"/>
                <a:sym typeface="Arial"/>
              </a:defRPr>
            </a:lvl3pPr>
            <a:lvl4pPr marL="1828800" marR="0" lvl="3" indent="-279400" algn="l" rtl="0">
              <a:lnSpc>
                <a:spcPct val="100000"/>
              </a:lnSpc>
              <a:spcBef>
                <a:spcPts val="160"/>
              </a:spcBef>
              <a:spcAft>
                <a:spcPts val="0"/>
              </a:spcAft>
              <a:buClr>
                <a:schemeClr val="lt2"/>
              </a:buClr>
              <a:buSzPts val="800"/>
              <a:buFont typeface="Arial"/>
              <a:buChar char="•"/>
              <a:defRPr sz="800" b="0" i="0" u="none" strike="noStrike" cap="none">
                <a:solidFill>
                  <a:schemeClr val="lt2"/>
                </a:solidFill>
                <a:latin typeface="Arial"/>
                <a:ea typeface="Arial"/>
                <a:cs typeface="Arial"/>
                <a:sym typeface="Arial"/>
              </a:defRPr>
            </a:lvl4pPr>
            <a:lvl5pPr marL="2286000" marR="0" lvl="4" indent="-273050" algn="l" rtl="0">
              <a:lnSpc>
                <a:spcPct val="100000"/>
              </a:lnSpc>
              <a:spcBef>
                <a:spcPts val="140"/>
              </a:spcBef>
              <a:spcAft>
                <a:spcPts val="0"/>
              </a:spcAft>
              <a:buClr>
                <a:schemeClr val="lt2"/>
              </a:buClr>
              <a:buSzPts val="700"/>
              <a:buFont typeface="Arial"/>
              <a:buChar char="–"/>
              <a:defRPr sz="700" b="0" i="0" u="none" strike="noStrike" cap="none">
                <a:solidFill>
                  <a:schemeClr val="lt2"/>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02" name="Google Shape;1502;p171"/>
          <p:cNvSpPr txBox="1">
            <a:spLocks noGrp="1"/>
          </p:cNvSpPr>
          <p:nvPr>
            <p:ph type="dt" idx="10"/>
          </p:nvPr>
        </p:nvSpPr>
        <p:spPr>
          <a:xfrm>
            <a:off x="424074" y="5276021"/>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03" name="Google Shape;1503;p171"/>
          <p:cNvSpPr txBox="1">
            <a:spLocks noGrp="1"/>
          </p:cNvSpPr>
          <p:nvPr>
            <p:ph type="sldNum" idx="12"/>
          </p:nvPr>
        </p:nvSpPr>
        <p:spPr>
          <a:xfrm>
            <a:off x="6700842" y="4770008"/>
            <a:ext cx="2133600" cy="1230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04" name="Google Shape;1504;p171"/>
          <p:cNvSpPr/>
          <p:nvPr/>
        </p:nvSpPr>
        <p:spPr>
          <a:xfrm>
            <a:off x="-3347" y="674381"/>
            <a:ext cx="9141600" cy="98400"/>
          </a:xfrm>
          <a:custGeom>
            <a:avLst/>
            <a:gdLst/>
            <a:ahLst/>
            <a:cxnLst/>
            <a:rect l="l" t="t" r="r" b="b"/>
            <a:pathLst>
              <a:path w="120000" h="120000" extrusionOk="0">
                <a:moveTo>
                  <a:pt x="120000" y="0"/>
                </a:moveTo>
                <a:lnTo>
                  <a:pt x="15282" y="0"/>
                </a:lnTo>
                <a:cubicBezTo>
                  <a:pt x="14926" y="39996"/>
                  <a:pt x="14571" y="80004"/>
                  <a:pt x="14228" y="120000"/>
                </a:cubicBezTo>
                <a:cubicBezTo>
                  <a:pt x="13827" y="80004"/>
                  <a:pt x="13426" y="39996"/>
                  <a:pt x="13036" y="0"/>
                </a:cubicBezTo>
                <a:lnTo>
                  <a:pt x="0" y="0"/>
                </a:lnTo>
              </a:path>
            </a:pathLst>
          </a:custGeom>
          <a:noFill/>
          <a:ln w="9525" cap="rnd" cmpd="sng">
            <a:solidFill>
              <a:srgbClr val="E1301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 id="2147483832" r:id="rId22"/>
    <p:sldLayoutId id="2147483833" r:id="rId23"/>
    <p:sldLayoutId id="2147483834" r:id="rId24"/>
    <p:sldLayoutId id="2147483835" r:id="rId25"/>
    <p:sldLayoutId id="2147483836" r:id="rId26"/>
    <p:sldLayoutId id="2147483837" r:id="rId27"/>
    <p:sldLayoutId id="2147483838"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11.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consultingsource.pwcinternal.com/UnifiedSearch/PADetailsFull?paDocId=d1e13ad3-80b2-47b7-a726-e2861357c02d" TargetMode="External"/><Relationship Id="rId7" Type="http://schemas.openxmlformats.org/officeDocument/2006/relationships/hyperlink" Target="https://consultingsource.pwcinternal.com/UnifiedSearch/PADetailsFull?paDocId=9c4e3808-191d-460c-b363-89caeba97ac6" TargetMode="External"/><Relationship Id="rId12"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hyperlink" Target="https://consultingsource.pwcinternal.com/UnifiedSearch/PADetailsFull?paDocId=b4bd813b-ac40-4a4a-bd26-e2463f08c7b3" TargetMode="External"/><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4.xml"/></Relationships>
</file>

<file path=ppt/slides/_rels/slide13.xml.rels><?xml version="1.0" encoding="UTF-8" standalone="yes"?>
<Relationships xmlns="http://schemas.openxmlformats.org/package/2006/relationships"><Relationship Id="rId8" Type="http://schemas.openxmlformats.org/officeDocument/2006/relationships/hyperlink" Target="https://consultingsource.pwcinternal.com/Toolkit/SalesforceChangeandAdoption?t=overviewblock" TargetMode="External"/><Relationship Id="rId3" Type="http://schemas.openxmlformats.org/officeDocument/2006/relationships/image" Target="../media/image19.png"/><Relationship Id="rId7" Type="http://schemas.openxmlformats.org/officeDocument/2006/relationships/hyperlink" Target="https://consultingsource.pwcinternal.com/PracticeAids?Methodology=SalesforceChangeandAdoption&amp;Task=SalesforceChangeandAdoption&amp;ToolkitGroup=SalesforceCA_T" TargetMode="External"/><Relationship Id="rId2" Type="http://schemas.openxmlformats.org/officeDocument/2006/relationships/notesSlide" Target="../notesSlides/notesSlide13.xml"/><Relationship Id="rId1" Type="http://schemas.openxmlformats.org/officeDocument/2006/relationships/slideLayout" Target="../slideLayouts/slideLayout77.xml"/><Relationship Id="rId6" Type="http://schemas.openxmlformats.org/officeDocument/2006/relationships/hyperlink" Target="https://consultingsource.pwcinternal.com/PracticeAids?Methodology=SalesforceChangeandAdoption&amp;Task=SalesforceChangeandAdoption&amp;ToolkitGroup=SalesforceCA_S" TargetMode="External"/><Relationship Id="rId5" Type="http://schemas.openxmlformats.org/officeDocument/2006/relationships/hyperlink" Target="https://consultingsource.pwcinternal.com/PracticeAids?Methodology=SalesforceChangeandAdoption&amp;Task=SalesforceChangeandAdoption&amp;ToolkitGroup=SalesforceCA_C" TargetMode="External"/><Relationship Id="rId4" Type="http://schemas.openxmlformats.org/officeDocument/2006/relationships/hyperlink" Target="https://consultingsource.pwcinternal.com/PracticeAids?Methodology=SalesforceChangeandAdoption&amp;Task=SalesforceChangeandAdoption&amp;ToolkitGroup=SalesforceCA_R"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CS" TargetMode="External"/><Relationship Id="rId2" Type="http://schemas.openxmlformats.org/officeDocument/2006/relationships/notesSlide" Target="../notesSlides/notesSlide14.xml"/><Relationship Id="rId1" Type="http://schemas.openxmlformats.org/officeDocument/2006/relationships/slideLayout" Target="../slideLayouts/slideLayout77.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VD" TargetMode="External"/><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SA" TargetMode="External"/><Relationship Id="rId2" Type="http://schemas.openxmlformats.org/officeDocument/2006/relationships/notesSlide" Target="../notesSlides/notesSlide16.xml"/><Relationship Id="rId1" Type="http://schemas.openxmlformats.org/officeDocument/2006/relationships/slideLayout" Target="../slideLayouts/slideLayout77.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IA" TargetMode="External"/><Relationship Id="rId2" Type="http://schemas.openxmlformats.org/officeDocument/2006/relationships/notesSlide" Target="../notesSlides/notesSlide17.xml"/><Relationship Id="rId1" Type="http://schemas.openxmlformats.org/officeDocument/2006/relationships/slideLayout" Target="../slideLayouts/slideLayout104.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PJM" TargetMode="External"/><Relationship Id="rId2" Type="http://schemas.openxmlformats.org/officeDocument/2006/relationships/notesSlide" Target="../notesSlides/notesSlide18.xml"/><Relationship Id="rId1" Type="http://schemas.openxmlformats.org/officeDocument/2006/relationships/slideLayout" Target="../slideLayouts/slideLayout104.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CP" TargetMode="External"/><Relationship Id="rId2" Type="http://schemas.openxmlformats.org/officeDocument/2006/relationships/notesSlide" Target="../notesSlides/notesSlide19.xml"/><Relationship Id="rId1" Type="http://schemas.openxmlformats.org/officeDocument/2006/relationships/slideLayout" Target="../slideLayouts/slideLayout104.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CAN" TargetMode="External"/><Relationship Id="rId2" Type="http://schemas.openxmlformats.org/officeDocument/2006/relationships/notesSlide" Target="../notesSlides/notesSlide20.xml"/><Relationship Id="rId1" Type="http://schemas.openxmlformats.org/officeDocument/2006/relationships/slideLayout" Target="../slideLayouts/slideLayout77.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RR" TargetMode="External"/><Relationship Id="rId2" Type="http://schemas.openxmlformats.org/officeDocument/2006/relationships/notesSlide" Target="../notesSlides/notesSlide21.xml"/><Relationship Id="rId1" Type="http://schemas.openxmlformats.org/officeDocument/2006/relationships/slideLayout" Target="../slideLayouts/slideLayout104.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CRA" TargetMode="External"/><Relationship Id="rId2" Type="http://schemas.openxmlformats.org/officeDocument/2006/relationships/notesSlide" Target="../notesSlides/notesSlide22.xml"/><Relationship Id="rId1" Type="http://schemas.openxmlformats.org/officeDocument/2006/relationships/slideLayout" Target="../slideLayouts/slideLayout104.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R_GLA" TargetMode="External"/><Relationship Id="rId2" Type="http://schemas.openxmlformats.org/officeDocument/2006/relationships/notesSlide" Target="../notesSlides/notesSlide23.xml"/><Relationship Id="rId1" Type="http://schemas.openxmlformats.org/officeDocument/2006/relationships/slideLayout" Target="../slideLayouts/slideLayout104.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04.xml"/><Relationship Id="rId5" Type="http://schemas.openxmlformats.org/officeDocument/2006/relationships/image" Target="../media/image39.png"/><Relationship Id="rId4" Type="http://schemas.openxmlformats.org/officeDocument/2006/relationships/hyperlink" Target="https://consultingsource.pwcinternal.com/PracticeAids?Methodology=SalesforceChangeandAdoption&amp;Task=SalesforceChangeandAdoption&amp;ToolkitGroup=SalesforceCA_C_CS"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consultingsource.pwcinternal.com/PracticeAids?Methodology=SalesforceChangeandAdoption&amp;Task=SalesforceChangeandAdoption&amp;ToolkitGroup=SalesforceCA_C_CP" TargetMode="External"/><Relationship Id="rId2" Type="http://schemas.openxmlformats.org/officeDocument/2006/relationships/notesSlide" Target="../notesSlides/notesSlide25.xml"/><Relationship Id="rId1" Type="http://schemas.openxmlformats.org/officeDocument/2006/relationships/slideLayout" Target="../slideLayouts/slideLayout104.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pic>
        <p:nvPicPr>
          <p:cNvPr id="1785" name="Google Shape;1785;p200"/>
          <p:cNvPicPr preferRelativeResize="0"/>
          <p:nvPr/>
        </p:nvPicPr>
        <p:blipFill rotWithShape="1">
          <a:blip r:embed="rId3">
            <a:alphaModFix/>
          </a:blip>
          <a:srcRect b="15211"/>
          <a:stretch/>
        </p:blipFill>
        <p:spPr>
          <a:xfrm>
            <a:off x="0" y="0"/>
            <a:ext cx="9144003" cy="5167600"/>
          </a:xfrm>
          <a:prstGeom prst="rect">
            <a:avLst/>
          </a:prstGeom>
          <a:noFill/>
          <a:ln>
            <a:noFill/>
          </a:ln>
        </p:spPr>
      </p:pic>
      <p:sp>
        <p:nvSpPr>
          <p:cNvPr id="1786" name="Google Shape;1786;p200"/>
          <p:cNvSpPr/>
          <p:nvPr/>
        </p:nvSpPr>
        <p:spPr>
          <a:xfrm>
            <a:off x="0" y="0"/>
            <a:ext cx="9144000" cy="5167500"/>
          </a:xfrm>
          <a:prstGeom prst="rect">
            <a:avLst/>
          </a:prstGeom>
          <a:solidFill>
            <a:srgbClr val="000000">
              <a:alpha val="70200"/>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1800" b="0" i="0" u="none" strike="noStrike" cap="none">
              <a:solidFill>
                <a:srgbClr val="FFFFFF"/>
              </a:solidFill>
              <a:latin typeface="Georgia"/>
              <a:ea typeface="Georgia"/>
              <a:cs typeface="Georgia"/>
              <a:sym typeface="Georgia"/>
            </a:endParaRPr>
          </a:p>
        </p:txBody>
      </p:sp>
      <p:grpSp>
        <p:nvGrpSpPr>
          <p:cNvPr id="1787" name="Google Shape;1787;p200"/>
          <p:cNvGrpSpPr/>
          <p:nvPr/>
        </p:nvGrpSpPr>
        <p:grpSpPr>
          <a:xfrm>
            <a:off x="-25217" y="3057525"/>
            <a:ext cx="9194550" cy="102281"/>
            <a:chOff x="-25219" y="2600325"/>
            <a:chExt cx="9194550" cy="102281"/>
          </a:xfrm>
        </p:grpSpPr>
        <p:cxnSp>
          <p:nvCxnSpPr>
            <p:cNvPr id="1788" name="Google Shape;1788;p200"/>
            <p:cNvCxnSpPr/>
            <p:nvPr/>
          </p:nvCxnSpPr>
          <p:spPr>
            <a:xfrm>
              <a:off x="-25219" y="2602706"/>
              <a:ext cx="4510199" cy="0"/>
            </a:xfrm>
            <a:prstGeom prst="straightConnector1">
              <a:avLst/>
            </a:prstGeom>
            <a:noFill/>
            <a:ln w="9525" cap="flat" cmpd="sng">
              <a:solidFill>
                <a:schemeClr val="dk2"/>
              </a:solidFill>
              <a:prstDash val="solid"/>
              <a:round/>
              <a:headEnd type="none" w="sm" len="sm"/>
              <a:tailEnd type="none" w="sm" len="sm"/>
            </a:ln>
          </p:spPr>
        </p:cxnSp>
        <p:cxnSp>
          <p:nvCxnSpPr>
            <p:cNvPr id="1789" name="Google Shape;1789;p200"/>
            <p:cNvCxnSpPr/>
            <p:nvPr/>
          </p:nvCxnSpPr>
          <p:spPr>
            <a:xfrm>
              <a:off x="4659132" y="2602706"/>
              <a:ext cx="4510199" cy="0"/>
            </a:xfrm>
            <a:prstGeom prst="straightConnector1">
              <a:avLst/>
            </a:prstGeom>
            <a:noFill/>
            <a:ln w="9525" cap="flat" cmpd="sng">
              <a:solidFill>
                <a:schemeClr val="dk2"/>
              </a:solidFill>
              <a:prstDash val="solid"/>
              <a:round/>
              <a:headEnd type="none" w="sm" len="sm"/>
              <a:tailEnd type="none" w="sm" len="sm"/>
            </a:ln>
          </p:spPr>
        </p:cxnSp>
        <p:cxnSp>
          <p:nvCxnSpPr>
            <p:cNvPr id="1790" name="Google Shape;1790;p200"/>
            <p:cNvCxnSpPr/>
            <p:nvPr/>
          </p:nvCxnSpPr>
          <p:spPr>
            <a:xfrm flipH="1">
              <a:off x="4567105" y="2600325"/>
              <a:ext cx="92999" cy="99900"/>
            </a:xfrm>
            <a:prstGeom prst="straightConnector1">
              <a:avLst/>
            </a:prstGeom>
            <a:noFill/>
            <a:ln w="9525" cap="flat" cmpd="sng">
              <a:solidFill>
                <a:schemeClr val="dk2"/>
              </a:solidFill>
              <a:prstDash val="solid"/>
              <a:round/>
              <a:headEnd type="none" w="sm" len="sm"/>
              <a:tailEnd type="none" w="sm" len="sm"/>
            </a:ln>
          </p:spPr>
        </p:cxnSp>
        <p:cxnSp>
          <p:nvCxnSpPr>
            <p:cNvPr id="1791" name="Google Shape;1791;p200"/>
            <p:cNvCxnSpPr/>
            <p:nvPr/>
          </p:nvCxnSpPr>
          <p:spPr>
            <a:xfrm>
              <a:off x="4481512" y="2602706"/>
              <a:ext cx="88200" cy="99900"/>
            </a:xfrm>
            <a:prstGeom prst="straightConnector1">
              <a:avLst/>
            </a:prstGeom>
            <a:noFill/>
            <a:ln w="9525" cap="flat" cmpd="sng">
              <a:solidFill>
                <a:schemeClr val="dk2"/>
              </a:solidFill>
              <a:prstDash val="solid"/>
              <a:round/>
              <a:headEnd type="none" w="sm" len="sm"/>
              <a:tailEnd type="none" w="sm" len="sm"/>
            </a:ln>
          </p:spPr>
        </p:cxnSp>
      </p:grpSp>
      <p:sp>
        <p:nvSpPr>
          <p:cNvPr id="1792" name="Google Shape;1792;p200"/>
          <p:cNvSpPr txBox="1"/>
          <p:nvPr/>
        </p:nvSpPr>
        <p:spPr>
          <a:xfrm>
            <a:off x="-1" y="1159773"/>
            <a:ext cx="9144000" cy="5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875"/>
              <a:buFont typeface="Georgia"/>
              <a:buNone/>
            </a:pPr>
            <a:r>
              <a:rPr lang="en" sz="3500" b="0" i="0" u="none" strike="noStrike" cap="none">
                <a:solidFill>
                  <a:srgbClr val="FFFFFF"/>
                </a:solidFill>
                <a:latin typeface="Georgia"/>
                <a:ea typeface="Georgia"/>
                <a:cs typeface="Georgia"/>
                <a:sym typeface="Georgia"/>
              </a:rPr>
              <a:t>Salesforce</a:t>
            </a:r>
            <a:endParaRPr sz="3500">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FFFFFF"/>
              </a:buClr>
              <a:buSzPts val="875"/>
              <a:buFont typeface="Georgia"/>
              <a:buNone/>
            </a:pPr>
            <a:r>
              <a:rPr lang="en" sz="3500">
                <a:solidFill>
                  <a:srgbClr val="FFFFFF"/>
                </a:solidFill>
                <a:latin typeface="Georgia"/>
                <a:ea typeface="Georgia"/>
                <a:cs typeface="Georgia"/>
                <a:sym typeface="Georgia"/>
              </a:rPr>
              <a:t>“Change &amp; Adoption in a Box”</a:t>
            </a:r>
            <a:endParaRPr sz="3500">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FFFFFF"/>
              </a:buClr>
              <a:buSzPts val="875"/>
              <a:buFont typeface="Georgia"/>
              <a:buNone/>
            </a:pPr>
            <a:r>
              <a:rPr lang="en" sz="3500" b="0" i="0" u="none" strike="noStrike" cap="none">
                <a:solidFill>
                  <a:srgbClr val="FFFFFF"/>
                </a:solidFill>
                <a:latin typeface="Georgia"/>
                <a:ea typeface="Georgia"/>
                <a:cs typeface="Georgia"/>
                <a:sym typeface="Georgia"/>
              </a:rPr>
              <a:t>Playbook</a:t>
            </a:r>
            <a:endParaRPr sz="1400" b="0" i="0" u="none" strike="noStrike" cap="none">
              <a:solidFill>
                <a:srgbClr val="000000"/>
              </a:solidFill>
              <a:latin typeface="Arial"/>
              <a:ea typeface="Arial"/>
              <a:cs typeface="Arial"/>
              <a:sym typeface="Arial"/>
            </a:endParaRPr>
          </a:p>
        </p:txBody>
      </p:sp>
      <p:sp>
        <p:nvSpPr>
          <p:cNvPr id="1793" name="Google Shape;1793;p200"/>
          <p:cNvSpPr txBox="1"/>
          <p:nvPr/>
        </p:nvSpPr>
        <p:spPr>
          <a:xfrm>
            <a:off x="0" y="3344451"/>
            <a:ext cx="9144000" cy="346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E2A18"/>
              </a:buClr>
              <a:buSzPts val="500"/>
              <a:buFont typeface="Georgia"/>
              <a:buNone/>
            </a:pPr>
            <a:r>
              <a:rPr lang="en" sz="2000" i="1">
                <a:solidFill>
                  <a:schemeClr val="lt1"/>
                </a:solidFill>
                <a:latin typeface="Georgia"/>
                <a:ea typeface="Georgia"/>
                <a:cs typeface="Georgia"/>
                <a:sym typeface="Georgia"/>
              </a:rPr>
              <a:t>April</a:t>
            </a:r>
            <a:r>
              <a:rPr lang="en" sz="2000" b="0" i="1" u="none" strike="noStrike" cap="none">
                <a:solidFill>
                  <a:schemeClr val="lt1"/>
                </a:solidFill>
                <a:latin typeface="Georgia"/>
                <a:ea typeface="Georgia"/>
                <a:cs typeface="Georgia"/>
                <a:sym typeface="Georgia"/>
              </a:rPr>
              <a:t> 201</a:t>
            </a:r>
            <a:r>
              <a:rPr lang="en" sz="2000" i="1">
                <a:solidFill>
                  <a:schemeClr val="lt1"/>
                </a:solidFill>
                <a:latin typeface="Georgia"/>
                <a:ea typeface="Georgia"/>
                <a:cs typeface="Georgia"/>
                <a:sym typeface="Georgia"/>
              </a:rPr>
              <a:t>9</a:t>
            </a:r>
            <a:endParaRPr sz="1400" b="0" i="1" u="none" strike="noStrike" cap="none">
              <a:solidFill>
                <a:schemeClr val="lt1"/>
              </a:solidFill>
              <a:latin typeface="Arial"/>
              <a:ea typeface="Arial"/>
              <a:cs typeface="Arial"/>
              <a:sym typeface="Arial"/>
            </a:endParaRPr>
          </a:p>
        </p:txBody>
      </p:sp>
      <p:pic>
        <p:nvPicPr>
          <p:cNvPr id="1794" name="Google Shape;1794;p200" descr="C:\Users\jbaker005\Documents\branding\Logo\PwC_fl_wt_png\PwC_fl_30mmh_wt.png"/>
          <p:cNvPicPr preferRelativeResize="0"/>
          <p:nvPr/>
        </p:nvPicPr>
        <p:blipFill rotWithShape="1">
          <a:blip r:embed="rId4">
            <a:alphaModFix/>
          </a:blip>
          <a:srcRect/>
          <a:stretch/>
        </p:blipFill>
        <p:spPr>
          <a:xfrm>
            <a:off x="228609" y="4476751"/>
            <a:ext cx="576300" cy="437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8"/>
        <p:cNvGrpSpPr/>
        <p:nvPr/>
      </p:nvGrpSpPr>
      <p:grpSpPr>
        <a:xfrm>
          <a:off x="0" y="0"/>
          <a:ext cx="0" cy="0"/>
          <a:chOff x="0" y="0"/>
          <a:chExt cx="0" cy="0"/>
        </a:xfrm>
      </p:grpSpPr>
      <p:sp>
        <p:nvSpPr>
          <p:cNvPr id="1799" name="Google Shape;1799;p201"/>
          <p:cNvSpPr txBox="1">
            <a:spLocks noGrp="1"/>
          </p:cNvSpPr>
          <p:nvPr>
            <p:ph type="body" idx="1"/>
          </p:nvPr>
        </p:nvSpPr>
        <p:spPr>
          <a:xfrm>
            <a:off x="385750" y="1174750"/>
            <a:ext cx="8074800" cy="1929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a:solidFill>
                  <a:srgbClr val="434343"/>
                </a:solidFill>
              </a:rPr>
              <a:t>Today, many of the Sales Transformation efforts we manage for our clients are enabled by Salesforce.  Key to fully operationalizing those transformation efforts is</a:t>
            </a:r>
            <a:r>
              <a:rPr lang="en" sz="1200" b="1">
                <a:solidFill>
                  <a:srgbClr val="434343"/>
                </a:solidFill>
              </a:rPr>
              <a:t> effectively managing the end user adoption of Sales Cloud.</a:t>
            </a:r>
            <a:endParaRPr sz="1200" b="1">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b="1">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200">
                <a:solidFill>
                  <a:srgbClr val="434343"/>
                </a:solidFill>
              </a:rPr>
              <a:t>PwC’s People &amp; Organization practice has done this over and over again -</a:t>
            </a:r>
            <a:r>
              <a:rPr lang="en" sz="1200" b="1">
                <a:solidFill>
                  <a:srgbClr val="434343"/>
                </a:solidFill>
              </a:rPr>
              <a:t> for our clients, for the PwC network, and for Salesforce itself.</a:t>
            </a:r>
            <a:r>
              <a:rPr lang="en" sz="1200">
                <a:solidFill>
                  <a:srgbClr val="434343"/>
                </a:solidFill>
              </a:rPr>
              <a:t>  From 2016-2018, we were on the ground at Salesforce managing the internal adoption of Salesforce Lightning Experience and the retirement of Salesforce Classic.  </a:t>
            </a: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200">
                <a:solidFill>
                  <a:srgbClr val="434343"/>
                </a:solidFill>
              </a:rPr>
              <a:t>Based on those collective experiences, we’ve put together this playbook to make it easy for you to build</a:t>
            </a:r>
            <a:r>
              <a:rPr lang="en" sz="1200" b="1">
                <a:solidFill>
                  <a:srgbClr val="434343"/>
                </a:solidFill>
              </a:rPr>
              <a:t> </a:t>
            </a:r>
            <a:r>
              <a:rPr lang="en" sz="1200" b="1">
                <a:solidFill>
                  <a:srgbClr val="FF0000"/>
                </a:solidFill>
              </a:rPr>
              <a:t>a </a:t>
            </a:r>
            <a:r>
              <a:rPr lang="en" sz="1200" b="1">
                <a:solidFill>
                  <a:schemeClr val="dk2"/>
                </a:solidFill>
              </a:rPr>
              <a:t>Sales Cloud “Change &amp; Adoption in a Box” solution</a:t>
            </a:r>
            <a:r>
              <a:rPr lang="en" sz="1200">
                <a:solidFill>
                  <a:srgbClr val="434343"/>
                </a:solidFill>
              </a:rPr>
              <a:t> into your Sales Transformation proposal or engagement.   This playbook houses both a roadmap and example deliverables that you can leverage to build a customized change solution for your client.</a:t>
            </a: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2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200" b="1">
                <a:solidFill>
                  <a:srgbClr val="434343"/>
                </a:solidFill>
              </a:rPr>
              <a:t>The intended audience </a:t>
            </a:r>
            <a:r>
              <a:rPr lang="en" sz="1200">
                <a:solidFill>
                  <a:srgbClr val="434343"/>
                </a:solidFill>
              </a:rPr>
              <a:t>of this playbook are practitioners in the </a:t>
            </a:r>
            <a:r>
              <a:rPr lang="en" sz="1200" b="1">
                <a:solidFill>
                  <a:srgbClr val="434343"/>
                </a:solidFill>
              </a:rPr>
              <a:t>People &amp; Organization, Customer and Salesforce practices</a:t>
            </a:r>
            <a:r>
              <a:rPr lang="en" sz="1200">
                <a:solidFill>
                  <a:srgbClr val="434343"/>
                </a:solidFill>
              </a:rPr>
              <a:t>, as well as members of </a:t>
            </a:r>
            <a:r>
              <a:rPr lang="en" sz="1200" b="1">
                <a:solidFill>
                  <a:srgbClr val="434343"/>
                </a:solidFill>
              </a:rPr>
              <a:t>Sales and Marketing GTM teams.</a:t>
            </a:r>
            <a:endParaRPr sz="1200">
              <a:solidFill>
                <a:srgbClr val="434343"/>
              </a:solidFill>
            </a:endParaRPr>
          </a:p>
        </p:txBody>
      </p:sp>
      <p:sp>
        <p:nvSpPr>
          <p:cNvPr id="1800" name="Google Shape;1800;p20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a:t>
            </a:fld>
            <a:endParaRPr/>
          </a:p>
        </p:txBody>
      </p:sp>
      <p:sp>
        <p:nvSpPr>
          <p:cNvPr id="1801" name="Google Shape;1801;p201"/>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Purpose of this playbook</a:t>
            </a:r>
            <a:endParaRPr/>
          </a:p>
        </p:txBody>
      </p:sp>
      <p:cxnSp>
        <p:nvCxnSpPr>
          <p:cNvPr id="1802" name="Google Shape;1802;p201"/>
          <p:cNvCxnSpPr/>
          <p:nvPr/>
        </p:nvCxnSpPr>
        <p:spPr>
          <a:xfrm>
            <a:off x="452209" y="3619809"/>
            <a:ext cx="7877700" cy="0"/>
          </a:xfrm>
          <a:prstGeom prst="straightConnector1">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202"/>
          <p:cNvSpPr txBox="1">
            <a:spLocks noGrp="1"/>
          </p:cNvSpPr>
          <p:nvPr>
            <p:ph type="title"/>
          </p:nvPr>
        </p:nvSpPr>
        <p:spPr>
          <a:xfrm>
            <a:off x="309550" y="76199"/>
            <a:ext cx="8524800" cy="656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Georgia"/>
              <a:buNone/>
            </a:pPr>
            <a:r>
              <a:rPr lang="en"/>
              <a:t>Table of contents</a:t>
            </a:r>
            <a:endParaRPr/>
          </a:p>
        </p:txBody>
      </p:sp>
      <p:sp>
        <p:nvSpPr>
          <p:cNvPr id="1808" name="Google Shape;1808;p20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3</a:t>
            </a:fld>
            <a:endParaRPr/>
          </a:p>
        </p:txBody>
      </p:sp>
      <p:sp>
        <p:nvSpPr>
          <p:cNvPr id="1809" name="Google Shape;1809;p202"/>
          <p:cNvSpPr/>
          <p:nvPr/>
        </p:nvSpPr>
        <p:spPr>
          <a:xfrm>
            <a:off x="743875" y="1324125"/>
            <a:ext cx="2113200" cy="1441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02"/>
          <p:cNvSpPr txBox="1"/>
          <p:nvPr/>
        </p:nvSpPr>
        <p:spPr>
          <a:xfrm>
            <a:off x="609600" y="1317002"/>
            <a:ext cx="6768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2800" b="1" i="1" u="none" strike="noStrike" cap="none">
                <a:solidFill>
                  <a:schemeClr val="lt1"/>
                </a:solidFill>
                <a:latin typeface="Georgia"/>
                <a:ea typeface="Georgia"/>
                <a:cs typeface="Georgia"/>
                <a:sym typeface="Georgia"/>
              </a:rPr>
              <a:t>1</a:t>
            </a:r>
            <a:endParaRPr/>
          </a:p>
        </p:txBody>
      </p:sp>
      <p:sp>
        <p:nvSpPr>
          <p:cNvPr id="1811" name="Google Shape;1811;p202"/>
          <p:cNvSpPr txBox="1"/>
          <p:nvPr/>
        </p:nvSpPr>
        <p:spPr>
          <a:xfrm>
            <a:off x="799301" y="1797902"/>
            <a:ext cx="1999800" cy="640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1800" i="1" u="sng">
                <a:solidFill>
                  <a:schemeClr val="tx1"/>
                </a:solidFill>
                <a:latin typeface="Georgia"/>
                <a:ea typeface="Georgia"/>
                <a:cs typeface="Georgia"/>
                <a:sym typeface="Georgia"/>
                <a:hlinkClick r:id="rId3" action="ppaction://hlinksldjump">
                  <a:extLst>
                    <a:ext uri="{A12FA001-AC4F-418D-AE19-62706E023703}">
                      <ahyp:hlinkClr xmlns:ahyp="http://schemas.microsoft.com/office/drawing/2018/hyperlinkcolor" val="tx"/>
                    </a:ext>
                  </a:extLst>
                </a:hlinkClick>
              </a:rPr>
              <a:t>High Level Roadmap</a:t>
            </a:r>
            <a:endParaRPr sz="1800" b="0" i="1" u="none" strike="noStrike" cap="none">
              <a:solidFill>
                <a:schemeClr val="tx1"/>
              </a:solidFill>
              <a:latin typeface="Georgia"/>
              <a:ea typeface="Georgia"/>
              <a:cs typeface="Georgia"/>
              <a:sym typeface="Georgia"/>
            </a:endParaRPr>
          </a:p>
        </p:txBody>
      </p:sp>
      <p:sp>
        <p:nvSpPr>
          <p:cNvPr id="1812" name="Google Shape;1812;p202"/>
          <p:cNvSpPr/>
          <p:nvPr/>
        </p:nvSpPr>
        <p:spPr>
          <a:xfrm>
            <a:off x="3403663" y="1327688"/>
            <a:ext cx="2113200" cy="1441200"/>
          </a:xfrm>
          <a:prstGeom prst="roundRect">
            <a:avLst>
              <a:gd name="adj" fmla="val 16667"/>
            </a:avLst>
          </a:prstGeom>
          <a:solidFill>
            <a:srgbClr val="98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02"/>
          <p:cNvSpPr txBox="1"/>
          <p:nvPr/>
        </p:nvSpPr>
        <p:spPr>
          <a:xfrm>
            <a:off x="3269387" y="1320565"/>
            <a:ext cx="6768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2800" b="1" i="1">
                <a:solidFill>
                  <a:schemeClr val="lt1"/>
                </a:solidFill>
                <a:latin typeface="Georgia"/>
                <a:ea typeface="Georgia"/>
                <a:cs typeface="Georgia"/>
                <a:sym typeface="Georgia"/>
              </a:rPr>
              <a:t>2</a:t>
            </a:r>
            <a:endParaRPr/>
          </a:p>
        </p:txBody>
      </p:sp>
      <p:sp>
        <p:nvSpPr>
          <p:cNvPr id="1814" name="Google Shape;1814;p202"/>
          <p:cNvSpPr txBox="1"/>
          <p:nvPr/>
        </p:nvSpPr>
        <p:spPr>
          <a:xfrm>
            <a:off x="3459088" y="1801465"/>
            <a:ext cx="1999800" cy="640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rId4" action="ppaction://hlinksldjump"/>
              </a:rPr>
              <a:t>Guiding Principles &amp; Best Practices</a:t>
            </a:r>
            <a:endParaRPr sz="1800" i="1">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chemeClr val="lt1"/>
              </a:buClr>
              <a:buFont typeface="Georgia"/>
              <a:buNone/>
            </a:pPr>
            <a:endParaRPr sz="1800" i="1">
              <a:solidFill>
                <a:srgbClr val="FFFFFF"/>
              </a:solidFill>
              <a:latin typeface="Georgia"/>
              <a:ea typeface="Georgia"/>
              <a:cs typeface="Georgia"/>
              <a:sym typeface="Georgia"/>
            </a:endParaRPr>
          </a:p>
        </p:txBody>
      </p:sp>
      <p:sp>
        <p:nvSpPr>
          <p:cNvPr id="1815" name="Google Shape;1815;p202"/>
          <p:cNvSpPr/>
          <p:nvPr/>
        </p:nvSpPr>
        <p:spPr>
          <a:xfrm>
            <a:off x="6109725" y="1327688"/>
            <a:ext cx="2113200" cy="1441200"/>
          </a:xfrm>
          <a:prstGeom prst="roundRect">
            <a:avLst>
              <a:gd name="adj" fmla="val 16667"/>
            </a:avLst>
          </a:pr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02"/>
          <p:cNvSpPr txBox="1"/>
          <p:nvPr/>
        </p:nvSpPr>
        <p:spPr>
          <a:xfrm>
            <a:off x="5975450" y="1320565"/>
            <a:ext cx="6768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2800" b="1" i="1">
                <a:solidFill>
                  <a:schemeClr val="lt1"/>
                </a:solidFill>
                <a:latin typeface="Georgia"/>
                <a:ea typeface="Georgia"/>
                <a:cs typeface="Georgia"/>
                <a:sym typeface="Georgia"/>
              </a:rPr>
              <a:t>3</a:t>
            </a:r>
            <a:endParaRPr/>
          </a:p>
        </p:txBody>
      </p:sp>
      <p:sp>
        <p:nvSpPr>
          <p:cNvPr id="1817" name="Google Shape;1817;p202"/>
          <p:cNvSpPr txBox="1"/>
          <p:nvPr/>
        </p:nvSpPr>
        <p:spPr>
          <a:xfrm>
            <a:off x="6165151" y="1801465"/>
            <a:ext cx="1999800" cy="64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rId5" action="ppaction://hlinksldjump"/>
              </a:rPr>
              <a:t>Planning &amp; Execution</a:t>
            </a:r>
            <a:endParaRPr sz="1800" b="0" i="1" u="none" strike="noStrike" cap="none">
              <a:solidFill>
                <a:srgbClr val="FFFFFF"/>
              </a:solidFill>
              <a:latin typeface="Georgia"/>
              <a:ea typeface="Georgia"/>
              <a:cs typeface="Georgia"/>
              <a:sym typeface="Georgia"/>
            </a:endParaRPr>
          </a:p>
        </p:txBody>
      </p:sp>
      <p:sp>
        <p:nvSpPr>
          <p:cNvPr id="1818" name="Google Shape;1818;p202"/>
          <p:cNvSpPr/>
          <p:nvPr/>
        </p:nvSpPr>
        <p:spPr>
          <a:xfrm>
            <a:off x="2148400" y="3105400"/>
            <a:ext cx="2113200" cy="1441200"/>
          </a:xfrm>
          <a:prstGeom prst="roundRect">
            <a:avLst>
              <a:gd name="adj" fmla="val 16667"/>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02"/>
          <p:cNvSpPr txBox="1"/>
          <p:nvPr/>
        </p:nvSpPr>
        <p:spPr>
          <a:xfrm>
            <a:off x="2014125" y="3098277"/>
            <a:ext cx="6768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2800" b="1" i="1">
                <a:solidFill>
                  <a:schemeClr val="lt1"/>
                </a:solidFill>
                <a:latin typeface="Georgia"/>
                <a:ea typeface="Georgia"/>
                <a:cs typeface="Georgia"/>
                <a:sym typeface="Georgia"/>
              </a:rPr>
              <a:t>4</a:t>
            </a:r>
            <a:endParaRPr/>
          </a:p>
        </p:txBody>
      </p:sp>
      <p:sp>
        <p:nvSpPr>
          <p:cNvPr id="1820" name="Google Shape;1820;p202"/>
          <p:cNvSpPr txBox="1"/>
          <p:nvPr/>
        </p:nvSpPr>
        <p:spPr>
          <a:xfrm>
            <a:off x="2203826" y="3579177"/>
            <a:ext cx="1999800" cy="640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 action="ppaction://noaction"/>
              </a:rPr>
              <a:t>Change </a:t>
            </a:r>
            <a:endParaRPr sz="1800" i="1">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 action="ppaction://noaction"/>
              </a:rPr>
              <a:t>Enablers</a:t>
            </a:r>
            <a:endParaRPr sz="1800" b="0" i="1" u="none" strike="noStrike" cap="none">
              <a:solidFill>
                <a:srgbClr val="FFFFFF"/>
              </a:solidFill>
              <a:latin typeface="Georgia"/>
              <a:ea typeface="Georgia"/>
              <a:cs typeface="Georgia"/>
              <a:sym typeface="Georgia"/>
            </a:endParaRPr>
          </a:p>
        </p:txBody>
      </p:sp>
      <p:sp>
        <p:nvSpPr>
          <p:cNvPr id="1821" name="Google Shape;1821;p202"/>
          <p:cNvSpPr/>
          <p:nvPr/>
        </p:nvSpPr>
        <p:spPr>
          <a:xfrm>
            <a:off x="4858058" y="3081213"/>
            <a:ext cx="2113200" cy="1441200"/>
          </a:xfrm>
          <a:prstGeom prst="roundRect">
            <a:avLst>
              <a:gd name="adj" fmla="val 16667"/>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02"/>
          <p:cNvSpPr txBox="1"/>
          <p:nvPr/>
        </p:nvSpPr>
        <p:spPr>
          <a:xfrm>
            <a:off x="4697575" y="3101840"/>
            <a:ext cx="676800" cy="65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2800" b="1" i="1">
                <a:solidFill>
                  <a:schemeClr val="lt1"/>
                </a:solidFill>
                <a:latin typeface="Georgia"/>
                <a:ea typeface="Georgia"/>
                <a:cs typeface="Georgia"/>
                <a:sym typeface="Georgia"/>
              </a:rPr>
              <a:t>5</a:t>
            </a:r>
            <a:endParaRPr/>
          </a:p>
        </p:txBody>
      </p:sp>
      <p:sp>
        <p:nvSpPr>
          <p:cNvPr id="1823" name="Google Shape;1823;p202"/>
          <p:cNvSpPr txBox="1"/>
          <p:nvPr/>
        </p:nvSpPr>
        <p:spPr>
          <a:xfrm>
            <a:off x="4837999" y="3397095"/>
            <a:ext cx="2133600" cy="640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 action="ppaction://noaction"/>
              </a:rPr>
              <a:t>Sample</a:t>
            </a:r>
            <a:endParaRPr/>
          </a:p>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 action="ppaction://noaction"/>
              </a:rPr>
              <a:t>Engagement</a:t>
            </a:r>
            <a:endParaRPr/>
          </a:p>
          <a:p>
            <a:pPr marL="0" marR="0" lvl="0" indent="0" algn="ctr" rtl="0">
              <a:lnSpc>
                <a:spcPct val="100000"/>
              </a:lnSpc>
              <a:spcBef>
                <a:spcPts val="0"/>
              </a:spcBef>
              <a:spcAft>
                <a:spcPts val="0"/>
              </a:spcAft>
              <a:buClr>
                <a:schemeClr val="lt1"/>
              </a:buClr>
              <a:buFont typeface="Georgia"/>
              <a:buNone/>
            </a:pPr>
            <a:r>
              <a:rPr lang="en" sz="1800" i="1" u="sng">
                <a:solidFill>
                  <a:srgbClr val="FFFFFF"/>
                </a:solidFill>
                <a:latin typeface="Georgia"/>
                <a:ea typeface="Georgia"/>
                <a:cs typeface="Georgia"/>
                <a:sym typeface="Georgia"/>
                <a:hlinkClick r:id="" action="ppaction://noaction"/>
              </a:rPr>
              <a:t>Models</a:t>
            </a:r>
            <a:endParaRPr sz="1800" i="1">
              <a:solidFill>
                <a:srgbClr val="FFFFFF"/>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pic>
        <p:nvPicPr>
          <p:cNvPr id="1828" name="Google Shape;1828;p203"/>
          <p:cNvPicPr preferRelativeResize="0"/>
          <p:nvPr/>
        </p:nvPicPr>
        <p:blipFill rotWithShape="1">
          <a:blip r:embed="rId3">
            <a:alphaModFix/>
          </a:blip>
          <a:srcRect t="7152" r="24902" b="28521"/>
          <a:stretch/>
        </p:blipFill>
        <p:spPr>
          <a:xfrm>
            <a:off x="0" y="0"/>
            <a:ext cx="9144000" cy="5148072"/>
          </a:xfrm>
          <a:prstGeom prst="rect">
            <a:avLst/>
          </a:prstGeom>
          <a:noFill/>
          <a:ln>
            <a:noFill/>
          </a:ln>
        </p:spPr>
      </p:pic>
      <p:sp>
        <p:nvSpPr>
          <p:cNvPr id="1829" name="Google Shape;1829;p203"/>
          <p:cNvSpPr txBox="1"/>
          <p:nvPr/>
        </p:nvSpPr>
        <p:spPr>
          <a:xfrm>
            <a:off x="310775" y="2327963"/>
            <a:ext cx="6086400" cy="60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800"/>
              </a:spcBef>
              <a:spcAft>
                <a:spcPts val="0"/>
              </a:spcAft>
              <a:buClr>
                <a:srgbClr val="000000"/>
              </a:buClr>
              <a:buSzPts val="3600"/>
              <a:buFont typeface="Arial"/>
              <a:buNone/>
            </a:pPr>
            <a:r>
              <a:rPr lang="en" sz="3600" b="1" i="1">
                <a:solidFill>
                  <a:srgbClr val="FFFFFF"/>
                </a:solidFill>
                <a:latin typeface="Georgia"/>
                <a:ea typeface="Georgia"/>
                <a:cs typeface="Georgia"/>
                <a:sym typeface="Georgia"/>
              </a:rPr>
              <a:t>1</a:t>
            </a:r>
            <a:r>
              <a:rPr lang="en" sz="3600" b="1" i="1" u="none" strike="noStrike" cap="none">
                <a:solidFill>
                  <a:srgbClr val="FFFFFF"/>
                </a:solidFill>
                <a:latin typeface="Georgia"/>
                <a:ea typeface="Georgia"/>
                <a:cs typeface="Georgia"/>
                <a:sym typeface="Georgia"/>
              </a:rPr>
              <a:t> – </a:t>
            </a:r>
            <a:r>
              <a:rPr lang="en" sz="3600">
                <a:solidFill>
                  <a:srgbClr val="FFFFFF"/>
                </a:solidFill>
                <a:latin typeface="Georgia"/>
                <a:ea typeface="Georgia"/>
                <a:cs typeface="Georgia"/>
                <a:sym typeface="Georgia"/>
              </a:rPr>
              <a:t>High Level Roadmap</a:t>
            </a:r>
            <a:endParaRPr sz="3600" b="0" i="0" u="none" strike="noStrike" cap="none">
              <a:solidFill>
                <a:srgbClr val="FFFFFF"/>
              </a:solidFill>
              <a:latin typeface="Georgia"/>
              <a:ea typeface="Georgia"/>
              <a:cs typeface="Georgia"/>
              <a:sym typeface="Georgia"/>
            </a:endParaRPr>
          </a:p>
        </p:txBody>
      </p:sp>
      <p:sp>
        <p:nvSpPr>
          <p:cNvPr id="1830" name="Google Shape;1830;p203"/>
          <p:cNvSpPr/>
          <p:nvPr/>
        </p:nvSpPr>
        <p:spPr>
          <a:xfrm>
            <a:off x="2000" y="3335188"/>
            <a:ext cx="9136500" cy="131225"/>
          </a:xfrm>
          <a:custGeom>
            <a:avLst/>
            <a:gdLst/>
            <a:ahLst/>
            <a:cxnLst/>
            <a:rect l="l" t="t" r="r" b="b"/>
            <a:pathLst>
              <a:path w="10000" h="10000" extrusionOk="0">
                <a:moveTo>
                  <a:pt x="10000" y="0"/>
                </a:moveTo>
                <a:lnTo>
                  <a:pt x="1695" y="0"/>
                </a:lnTo>
                <a:cubicBezTo>
                  <a:pt x="1655" y="3333"/>
                  <a:pt x="1616" y="6667"/>
                  <a:pt x="1578" y="10000"/>
                </a:cubicBezTo>
                <a:cubicBezTo>
                  <a:pt x="1533" y="6667"/>
                  <a:pt x="1489" y="3333"/>
                  <a:pt x="1446" y="0"/>
                </a:cubicBezTo>
                <a:lnTo>
                  <a:pt x="0" y="0"/>
                </a:lnTo>
              </a:path>
            </a:pathLst>
          </a:custGeom>
          <a:noFill/>
          <a:ln w="9525" cap="rnd" cmpd="sng">
            <a:solidFill>
              <a:srgbClr val="82141E"/>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831" name="Google Shape;1831;p203"/>
          <p:cNvSpPr txBox="1"/>
          <p:nvPr/>
        </p:nvSpPr>
        <p:spPr>
          <a:xfrm>
            <a:off x="6274538" y="4800785"/>
            <a:ext cx="25599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 sz="600" b="0" i="0" u="none" strike="noStrike" cap="none">
                <a:solidFill>
                  <a:srgbClr val="FFFFFF"/>
                </a:solidFill>
                <a:latin typeface="Arial"/>
                <a:ea typeface="Arial"/>
                <a:cs typeface="Arial"/>
                <a:sym typeface="Arial"/>
              </a:rPr>
              <a:t>4</a:t>
            </a:fld>
            <a:endParaRPr sz="600" b="0" i="0" u="none" strike="noStrike" cap="non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204"/>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High-level roadmap: Salesforce “Change &amp; Adoption in a Box”</a:t>
            </a:r>
            <a:endParaRPr/>
          </a:p>
        </p:txBody>
      </p:sp>
      <p:sp>
        <p:nvSpPr>
          <p:cNvPr id="1837" name="Google Shape;1837;p204"/>
          <p:cNvSpPr txBox="1">
            <a:spLocks noGrp="1"/>
          </p:cNvSpPr>
          <p:nvPr>
            <p:ph type="sldNum" idx="12"/>
          </p:nvPr>
        </p:nvSpPr>
        <p:spPr>
          <a:xfrm>
            <a:off x="6691138" y="4759032"/>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5</a:t>
            </a:fld>
            <a:endParaRPr/>
          </a:p>
        </p:txBody>
      </p:sp>
      <p:sp>
        <p:nvSpPr>
          <p:cNvPr id="1838" name="Google Shape;1838;p204"/>
          <p:cNvSpPr/>
          <p:nvPr/>
        </p:nvSpPr>
        <p:spPr>
          <a:xfrm rot="10800000" flipH="1">
            <a:off x="7537497" y="3697149"/>
            <a:ext cx="14100" cy="11700"/>
          </a:xfrm>
          <a:prstGeom prst="ellipse">
            <a:avLst/>
          </a:prstGeom>
          <a:solidFill>
            <a:srgbClr val="FFFFFF"/>
          </a:solidFill>
          <a:ln>
            <a:noFill/>
          </a:ln>
        </p:spPr>
        <p:txBody>
          <a:bodyPr spcFirstLastPara="1" wrap="square" lIns="82925" tIns="41450" rIns="82925" bIns="4145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602320"/>
              </a:solidFill>
              <a:latin typeface="Arial"/>
              <a:ea typeface="Arial"/>
              <a:cs typeface="Arial"/>
              <a:sym typeface="Arial"/>
            </a:endParaRPr>
          </a:p>
        </p:txBody>
      </p:sp>
      <p:cxnSp>
        <p:nvCxnSpPr>
          <p:cNvPr id="1839" name="Google Shape;1839;p204"/>
          <p:cNvCxnSpPr/>
          <p:nvPr/>
        </p:nvCxnSpPr>
        <p:spPr>
          <a:xfrm>
            <a:off x="686790" y="3668650"/>
            <a:ext cx="2198100" cy="0"/>
          </a:xfrm>
          <a:prstGeom prst="straightConnector1">
            <a:avLst/>
          </a:prstGeom>
          <a:noFill/>
          <a:ln w="165100" cap="flat" cmpd="sng">
            <a:solidFill>
              <a:schemeClr val="dk2"/>
            </a:solidFill>
            <a:prstDash val="solid"/>
            <a:round/>
            <a:headEnd type="none" w="sm" len="sm"/>
            <a:tailEnd type="none" w="sm" len="sm"/>
          </a:ln>
        </p:spPr>
      </p:cxnSp>
      <p:sp>
        <p:nvSpPr>
          <p:cNvPr id="1840" name="Google Shape;1840;p204"/>
          <p:cNvSpPr/>
          <p:nvPr/>
        </p:nvSpPr>
        <p:spPr>
          <a:xfrm rot="5400000">
            <a:off x="3470205" y="3090109"/>
            <a:ext cx="529200" cy="627900"/>
          </a:xfrm>
          <a:prstGeom prst="arc">
            <a:avLst>
              <a:gd name="adj1" fmla="val 16200000"/>
              <a:gd name="adj2" fmla="val 0"/>
            </a:avLst>
          </a:prstGeom>
          <a:noFill/>
          <a:ln w="165100" cap="flat" cmpd="sng">
            <a:solidFill>
              <a:srgbClr val="98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a:p>
        </p:txBody>
      </p:sp>
      <p:cxnSp>
        <p:nvCxnSpPr>
          <p:cNvPr id="1841" name="Google Shape;1841;p204"/>
          <p:cNvCxnSpPr/>
          <p:nvPr/>
        </p:nvCxnSpPr>
        <p:spPr>
          <a:xfrm>
            <a:off x="4048758" y="2570184"/>
            <a:ext cx="0" cy="840300"/>
          </a:xfrm>
          <a:prstGeom prst="straightConnector1">
            <a:avLst/>
          </a:prstGeom>
          <a:noFill/>
          <a:ln w="165100" cap="flat" cmpd="sng">
            <a:solidFill>
              <a:srgbClr val="980000"/>
            </a:solidFill>
            <a:prstDash val="solid"/>
            <a:round/>
            <a:headEnd type="none" w="sm" len="sm"/>
            <a:tailEnd type="none" w="sm" len="sm"/>
          </a:ln>
        </p:spPr>
      </p:cxnSp>
      <p:sp>
        <p:nvSpPr>
          <p:cNvPr id="1842" name="Google Shape;1842;p204"/>
          <p:cNvSpPr/>
          <p:nvPr/>
        </p:nvSpPr>
        <p:spPr>
          <a:xfrm rot="-5400000">
            <a:off x="4195308" y="1643018"/>
            <a:ext cx="1566900" cy="1860000"/>
          </a:xfrm>
          <a:prstGeom prst="arc">
            <a:avLst>
              <a:gd name="adj1" fmla="val 16200000"/>
              <a:gd name="adj2" fmla="val 87034"/>
            </a:avLst>
          </a:prstGeom>
          <a:noFill/>
          <a:ln w="165100" cap="flat" cmpd="sng">
            <a:solidFill>
              <a:srgbClr val="98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sp>
        <p:nvSpPr>
          <p:cNvPr id="1843" name="Google Shape;1843;p204"/>
          <p:cNvSpPr/>
          <p:nvPr/>
        </p:nvSpPr>
        <p:spPr>
          <a:xfrm>
            <a:off x="4048758" y="1789568"/>
            <a:ext cx="1860000" cy="1566900"/>
          </a:xfrm>
          <a:prstGeom prst="arc">
            <a:avLst>
              <a:gd name="adj1" fmla="val 16200000"/>
              <a:gd name="adj2" fmla="val 0"/>
            </a:avLst>
          </a:prstGeom>
          <a:noFill/>
          <a:ln w="165100" cap="flat" cmpd="sng">
            <a:solidFill>
              <a:srgbClr val="5B0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sp>
        <p:nvSpPr>
          <p:cNvPr id="1844" name="Google Shape;1844;p204"/>
          <p:cNvSpPr/>
          <p:nvPr/>
        </p:nvSpPr>
        <p:spPr>
          <a:xfrm rot="10800000">
            <a:off x="5901672" y="2992507"/>
            <a:ext cx="627900" cy="529200"/>
          </a:xfrm>
          <a:prstGeom prst="arc">
            <a:avLst>
              <a:gd name="adj1" fmla="val 16200000"/>
              <a:gd name="adj2" fmla="val 0"/>
            </a:avLst>
          </a:prstGeom>
          <a:noFill/>
          <a:ln w="165100" cap="flat" cmpd="sng">
            <a:solidFill>
              <a:srgbClr val="5B0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cxnSp>
        <p:nvCxnSpPr>
          <p:cNvPr id="1845" name="Google Shape;1845;p204"/>
          <p:cNvCxnSpPr/>
          <p:nvPr/>
        </p:nvCxnSpPr>
        <p:spPr>
          <a:xfrm>
            <a:off x="6202234" y="3521708"/>
            <a:ext cx="567300" cy="0"/>
          </a:xfrm>
          <a:prstGeom prst="straightConnector1">
            <a:avLst/>
          </a:prstGeom>
          <a:noFill/>
          <a:ln w="165100" cap="flat" cmpd="sng">
            <a:solidFill>
              <a:srgbClr val="5B0F00"/>
            </a:solidFill>
            <a:prstDash val="solid"/>
            <a:round/>
            <a:headEnd type="none" w="sm" len="sm"/>
            <a:tailEnd type="none" w="sm" len="sm"/>
          </a:ln>
        </p:spPr>
      </p:cxnSp>
      <p:grpSp>
        <p:nvGrpSpPr>
          <p:cNvPr id="1846" name="Google Shape;1846;p204"/>
          <p:cNvGrpSpPr/>
          <p:nvPr/>
        </p:nvGrpSpPr>
        <p:grpSpPr>
          <a:xfrm rot="10800000">
            <a:off x="6975052" y="3325283"/>
            <a:ext cx="896748" cy="755420"/>
            <a:chOff x="3233397" y="4638675"/>
            <a:chExt cx="2395800" cy="2395878"/>
          </a:xfrm>
        </p:grpSpPr>
        <p:sp>
          <p:nvSpPr>
            <p:cNvPr id="1847" name="Google Shape;1847;p204"/>
            <p:cNvSpPr/>
            <p:nvPr/>
          </p:nvSpPr>
          <p:spPr>
            <a:xfrm rot="-5400000">
              <a:off x="3233397" y="4638753"/>
              <a:ext cx="2395800" cy="2395800"/>
            </a:xfrm>
            <a:prstGeom prst="arc">
              <a:avLst>
                <a:gd name="adj1" fmla="val 16200000"/>
                <a:gd name="adj2" fmla="val 0"/>
              </a:avLst>
            </a:prstGeom>
            <a:noFill/>
            <a:ln w="165100" cap="flat" cmpd="sng">
              <a:solidFill>
                <a:srgbClr val="6666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sp>
          <p:nvSpPr>
            <p:cNvPr id="1848" name="Google Shape;1848;p204"/>
            <p:cNvSpPr/>
            <p:nvPr/>
          </p:nvSpPr>
          <p:spPr>
            <a:xfrm>
              <a:off x="3233397" y="4638675"/>
              <a:ext cx="2395800" cy="2395800"/>
            </a:xfrm>
            <a:prstGeom prst="arc">
              <a:avLst>
                <a:gd name="adj1" fmla="val 16071089"/>
                <a:gd name="adj2" fmla="val 0"/>
              </a:avLst>
            </a:prstGeom>
            <a:noFill/>
            <a:ln w="165100" cap="flat" cmpd="sng">
              <a:solidFill>
                <a:srgbClr val="6666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grpSp>
      <p:cxnSp>
        <p:nvCxnSpPr>
          <p:cNvPr id="1849" name="Google Shape;1849;p204"/>
          <p:cNvCxnSpPr/>
          <p:nvPr/>
        </p:nvCxnSpPr>
        <p:spPr>
          <a:xfrm flipH="1">
            <a:off x="5901404" y="2562212"/>
            <a:ext cx="7500" cy="703200"/>
          </a:xfrm>
          <a:prstGeom prst="straightConnector1">
            <a:avLst/>
          </a:prstGeom>
          <a:noFill/>
          <a:ln w="165100" cap="flat" cmpd="sng">
            <a:solidFill>
              <a:srgbClr val="602320"/>
            </a:solidFill>
            <a:prstDash val="solid"/>
            <a:round/>
            <a:headEnd type="none" w="sm" len="sm"/>
            <a:tailEnd type="none" w="sm" len="sm"/>
          </a:ln>
        </p:spPr>
      </p:cxnSp>
      <p:sp>
        <p:nvSpPr>
          <p:cNvPr id="1850" name="Google Shape;1850;p204"/>
          <p:cNvSpPr/>
          <p:nvPr/>
        </p:nvSpPr>
        <p:spPr>
          <a:xfrm>
            <a:off x="6538153" y="3522564"/>
            <a:ext cx="432900" cy="364500"/>
          </a:xfrm>
          <a:prstGeom prst="arc">
            <a:avLst>
              <a:gd name="adj1" fmla="val 16200000"/>
              <a:gd name="adj2" fmla="val 229608"/>
            </a:avLst>
          </a:prstGeom>
          <a:noFill/>
          <a:ln w="165100" cap="flat" cmpd="sng">
            <a:solidFill>
              <a:srgbClr val="5B0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816" b="0" i="0" u="none" strike="noStrike" cap="none">
              <a:solidFill>
                <a:srgbClr val="000000"/>
              </a:solidFill>
              <a:latin typeface="Arial"/>
              <a:ea typeface="Arial"/>
              <a:cs typeface="Arial"/>
              <a:sym typeface="Arial"/>
            </a:endParaRPr>
          </a:p>
        </p:txBody>
      </p:sp>
      <p:sp>
        <p:nvSpPr>
          <p:cNvPr id="1851" name="Google Shape;1851;p204"/>
          <p:cNvSpPr/>
          <p:nvPr/>
        </p:nvSpPr>
        <p:spPr>
          <a:xfrm>
            <a:off x="796947" y="3554565"/>
            <a:ext cx="740400" cy="488100"/>
          </a:xfrm>
          <a:prstGeom prst="rect">
            <a:avLst/>
          </a:prstGeom>
          <a:solidFill>
            <a:srgbClr val="FFFFFF">
              <a:alpha val="80000"/>
            </a:srgbClr>
          </a:solidFill>
          <a:ln>
            <a:noFill/>
          </a:ln>
        </p:spPr>
        <p:txBody>
          <a:bodyPr spcFirstLastPara="1" wrap="square" lIns="0" tIns="0" rIns="0" bIns="0" anchor="t" anchorCtr="0">
            <a:noAutofit/>
          </a:bodyPr>
          <a:lstStyle/>
          <a:p>
            <a:pPr marL="38100" marR="0" lvl="0" indent="0" algn="ctr" rtl="0">
              <a:lnSpc>
                <a:spcPct val="100000"/>
              </a:lnSpc>
              <a:spcBef>
                <a:spcPts val="200"/>
              </a:spcBef>
              <a:spcAft>
                <a:spcPts val="0"/>
              </a:spcAft>
              <a:buClr>
                <a:srgbClr val="000000"/>
              </a:buClr>
              <a:buFont typeface="Georgia"/>
              <a:buNone/>
            </a:pPr>
            <a:r>
              <a:rPr lang="en" sz="1000" b="1">
                <a:solidFill>
                  <a:schemeClr val="dk2"/>
                </a:solidFill>
                <a:latin typeface="Georgia"/>
                <a:ea typeface="Georgia"/>
                <a:cs typeface="Georgia"/>
                <a:sym typeface="Georgia"/>
              </a:rPr>
              <a:t>Vision &amp; Change Strategy</a:t>
            </a:r>
            <a:endParaRPr sz="1000" i="0" u="none" strike="noStrike" cap="none">
              <a:solidFill>
                <a:schemeClr val="dk2"/>
              </a:solidFill>
              <a:latin typeface="Georgia"/>
              <a:ea typeface="Georgia"/>
              <a:cs typeface="Georgia"/>
              <a:sym typeface="Georgia"/>
            </a:endParaRPr>
          </a:p>
        </p:txBody>
      </p:sp>
      <p:sp>
        <p:nvSpPr>
          <p:cNvPr id="1852" name="Google Shape;1852;p204"/>
          <p:cNvSpPr/>
          <p:nvPr/>
        </p:nvSpPr>
        <p:spPr>
          <a:xfrm rot="10800000" flipH="1">
            <a:off x="3716890" y="2240989"/>
            <a:ext cx="14700" cy="11700"/>
          </a:xfrm>
          <a:prstGeom prst="ellipse">
            <a:avLst/>
          </a:prstGeom>
          <a:solidFill>
            <a:srgbClr val="FFFFFF"/>
          </a:solidFill>
          <a:ln>
            <a:noFill/>
          </a:ln>
        </p:spPr>
        <p:txBody>
          <a:bodyPr spcFirstLastPara="1" wrap="square" lIns="82925" tIns="41450" rIns="82925" bIns="41450" anchor="ctr" anchorCtr="0">
            <a:noAutofit/>
          </a:bodyPr>
          <a:lstStyle/>
          <a:p>
            <a:pPr marL="0" marR="0" lvl="0" indent="0" algn="ctr" rtl="0">
              <a:lnSpc>
                <a:spcPct val="100000"/>
              </a:lnSpc>
              <a:spcBef>
                <a:spcPts val="0"/>
              </a:spcBef>
              <a:spcAft>
                <a:spcPts val="0"/>
              </a:spcAft>
              <a:buClr>
                <a:srgbClr val="000000"/>
              </a:buClr>
              <a:buFont typeface="Arial"/>
              <a:buNone/>
            </a:pPr>
            <a:endParaRPr sz="800" b="0" i="0" u="none" strike="noStrike" cap="none">
              <a:solidFill>
                <a:srgbClr val="D32E4A"/>
              </a:solidFill>
              <a:latin typeface="Arial"/>
              <a:ea typeface="Arial"/>
              <a:cs typeface="Arial"/>
              <a:sym typeface="Arial"/>
            </a:endParaRPr>
          </a:p>
        </p:txBody>
      </p:sp>
      <p:sp>
        <p:nvSpPr>
          <p:cNvPr id="1853" name="Google Shape;1853;p204"/>
          <p:cNvSpPr/>
          <p:nvPr/>
        </p:nvSpPr>
        <p:spPr>
          <a:xfrm rot="10800000" flipH="1">
            <a:off x="7827088" y="4045919"/>
            <a:ext cx="14100" cy="11700"/>
          </a:xfrm>
          <a:prstGeom prst="ellipse">
            <a:avLst/>
          </a:prstGeom>
          <a:solidFill>
            <a:srgbClr val="FFFFFF"/>
          </a:solidFill>
          <a:ln>
            <a:noFill/>
          </a:ln>
        </p:spPr>
        <p:txBody>
          <a:bodyPr spcFirstLastPara="1" wrap="square" lIns="82925" tIns="41450" rIns="82925" bIns="41450" anchor="ctr" anchorCtr="0">
            <a:noAutofit/>
          </a:bodyPr>
          <a:lstStyle/>
          <a:p>
            <a:pPr marL="0" marR="0" lvl="0" indent="0" algn="ctr" rtl="0">
              <a:lnSpc>
                <a:spcPct val="100000"/>
              </a:lnSpc>
              <a:spcBef>
                <a:spcPts val="0"/>
              </a:spcBef>
              <a:spcAft>
                <a:spcPts val="0"/>
              </a:spcAft>
              <a:buClr>
                <a:srgbClr val="000000"/>
              </a:buClr>
              <a:buFont typeface="Arial"/>
              <a:buNone/>
            </a:pPr>
            <a:endParaRPr sz="800" b="0" i="0" u="none" strike="noStrike" cap="none">
              <a:solidFill>
                <a:srgbClr val="602320"/>
              </a:solidFill>
              <a:latin typeface="Arial"/>
              <a:ea typeface="Arial"/>
              <a:cs typeface="Arial"/>
              <a:sym typeface="Arial"/>
            </a:endParaRPr>
          </a:p>
        </p:txBody>
      </p:sp>
      <p:sp>
        <p:nvSpPr>
          <p:cNvPr id="1854" name="Google Shape;1854;p204"/>
          <p:cNvSpPr/>
          <p:nvPr/>
        </p:nvSpPr>
        <p:spPr>
          <a:xfrm>
            <a:off x="4218975" y="1656425"/>
            <a:ext cx="1030200" cy="622200"/>
          </a:xfrm>
          <a:prstGeom prst="rect">
            <a:avLst/>
          </a:prstGeom>
          <a:solidFill>
            <a:srgbClr val="FFFFFF">
              <a:alpha val="80000"/>
            </a:srgbClr>
          </a:solidFill>
          <a:ln>
            <a:noFill/>
          </a:ln>
        </p:spPr>
        <p:txBody>
          <a:bodyPr spcFirstLastPara="1" wrap="square" lIns="0" tIns="0" rIns="0" bIns="0" anchor="t" anchorCtr="0">
            <a:noAutofit/>
          </a:bodyPr>
          <a:lstStyle/>
          <a:p>
            <a:pPr marL="45720" lvl="0" indent="-7619" algn="ctr" rtl="0">
              <a:spcBef>
                <a:spcPts val="0"/>
              </a:spcBef>
              <a:spcAft>
                <a:spcPts val="0"/>
              </a:spcAft>
              <a:buClr>
                <a:srgbClr val="D32E4A"/>
              </a:buClr>
              <a:buFont typeface="Georgia"/>
              <a:buNone/>
            </a:pPr>
            <a:r>
              <a:rPr lang="en" sz="1000" b="1">
                <a:solidFill>
                  <a:srgbClr val="980000"/>
                </a:solidFill>
                <a:latin typeface="Georgia"/>
                <a:ea typeface="Georgia"/>
                <a:cs typeface="Georgia"/>
                <a:sym typeface="Georgia"/>
              </a:rPr>
              <a:t>Leadership Comms, End User Comms &amp; Pulse Surveys</a:t>
            </a:r>
            <a:endParaRPr sz="1000">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D32E4A"/>
              </a:buClr>
              <a:buFont typeface="Georgia"/>
              <a:buNone/>
            </a:pPr>
            <a:endParaRPr sz="1000" b="1">
              <a:solidFill>
                <a:srgbClr val="980000"/>
              </a:solidFill>
              <a:latin typeface="Georgia"/>
              <a:ea typeface="Georgia"/>
              <a:cs typeface="Georgia"/>
              <a:sym typeface="Georgia"/>
            </a:endParaRPr>
          </a:p>
          <a:p>
            <a:pPr marL="45720" marR="0" lvl="0" indent="-7619" algn="ctr" rtl="0">
              <a:lnSpc>
                <a:spcPct val="100000"/>
              </a:lnSpc>
              <a:spcBef>
                <a:spcPts val="0"/>
              </a:spcBef>
              <a:spcAft>
                <a:spcPts val="0"/>
              </a:spcAft>
              <a:buClr>
                <a:srgbClr val="000000"/>
              </a:buClr>
              <a:buFont typeface="Georgia"/>
              <a:buNone/>
            </a:pPr>
            <a:endParaRPr sz="1000">
              <a:solidFill>
                <a:srgbClr val="980000"/>
              </a:solidFill>
              <a:latin typeface="Georgia"/>
              <a:ea typeface="Georgia"/>
              <a:cs typeface="Georgia"/>
              <a:sym typeface="Georgia"/>
            </a:endParaRPr>
          </a:p>
        </p:txBody>
      </p:sp>
      <p:sp>
        <p:nvSpPr>
          <p:cNvPr id="1855" name="Google Shape;1855;p204"/>
          <p:cNvSpPr/>
          <p:nvPr/>
        </p:nvSpPr>
        <p:spPr>
          <a:xfrm rot="8145968">
            <a:off x="1983914" y="2876295"/>
            <a:ext cx="440559" cy="44636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56" name="Google Shape;1856;p204"/>
          <p:cNvSpPr/>
          <p:nvPr/>
        </p:nvSpPr>
        <p:spPr>
          <a:xfrm rot="8145968">
            <a:off x="966562" y="2898140"/>
            <a:ext cx="440559" cy="44636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grpSp>
        <p:nvGrpSpPr>
          <p:cNvPr id="1857" name="Google Shape;1857;p204"/>
          <p:cNvGrpSpPr/>
          <p:nvPr/>
        </p:nvGrpSpPr>
        <p:grpSpPr>
          <a:xfrm>
            <a:off x="4273096" y="975487"/>
            <a:ext cx="632065" cy="622181"/>
            <a:chOff x="2924995" y="493069"/>
            <a:chExt cx="1017000" cy="1017300"/>
          </a:xfrm>
        </p:grpSpPr>
        <p:sp>
          <p:nvSpPr>
            <p:cNvPr id="1858" name="Google Shape;1858;p204"/>
            <p:cNvSpPr/>
            <p:nvPr/>
          </p:nvSpPr>
          <p:spPr>
            <a:xfrm rot="8118373">
              <a:off x="3076259" y="639711"/>
              <a:ext cx="714471" cy="72401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59" name="Google Shape;1859;p204"/>
            <p:cNvSpPr/>
            <p:nvPr/>
          </p:nvSpPr>
          <p:spPr>
            <a:xfrm>
              <a:off x="3115791" y="683329"/>
              <a:ext cx="612000" cy="612000"/>
            </a:xfrm>
            <a:prstGeom prst="ellipse">
              <a:avLst/>
            </a:prstGeom>
            <a:solidFill>
              <a:srgbClr val="602320"/>
            </a:solidFill>
            <a:ln w="9525" cap="flat" cmpd="sng">
              <a:solidFill>
                <a:srgbClr val="6023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grpSp>
      <p:sp>
        <p:nvSpPr>
          <p:cNvPr id="1860" name="Google Shape;1860;p204"/>
          <p:cNvSpPr/>
          <p:nvPr/>
        </p:nvSpPr>
        <p:spPr>
          <a:xfrm rot="9211946">
            <a:off x="7832681" y="2209415"/>
            <a:ext cx="440570" cy="44634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61" name="Google Shape;1861;p204"/>
          <p:cNvSpPr/>
          <p:nvPr/>
        </p:nvSpPr>
        <p:spPr>
          <a:xfrm rot="9870935">
            <a:off x="5966197" y="1570340"/>
            <a:ext cx="440488" cy="446461"/>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62" name="Google Shape;1862;p204"/>
          <p:cNvSpPr/>
          <p:nvPr/>
        </p:nvSpPr>
        <p:spPr>
          <a:xfrm rot="9333101">
            <a:off x="6203972" y="2714839"/>
            <a:ext cx="440538" cy="446384"/>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63" name="Google Shape;1863;p204"/>
          <p:cNvSpPr/>
          <p:nvPr/>
        </p:nvSpPr>
        <p:spPr>
          <a:xfrm>
            <a:off x="4439907" y="1158149"/>
            <a:ext cx="279300" cy="222900"/>
          </a:xfrm>
          <a:custGeom>
            <a:avLst/>
            <a:gdLst/>
            <a:ahLst/>
            <a:cxnLst/>
            <a:rect l="l" t="t" r="r" b="b"/>
            <a:pathLst>
              <a:path w="120000" h="120000" extrusionOk="0">
                <a:moveTo>
                  <a:pt x="120000" y="108750"/>
                </a:moveTo>
                <a:cubicBezTo>
                  <a:pt x="106363" y="41250"/>
                  <a:pt x="106363" y="41250"/>
                  <a:pt x="106363" y="41250"/>
                </a:cubicBezTo>
                <a:cubicBezTo>
                  <a:pt x="106363" y="37500"/>
                  <a:pt x="103636" y="33750"/>
                  <a:pt x="98181" y="33750"/>
                </a:cubicBezTo>
                <a:cubicBezTo>
                  <a:pt x="90000" y="33750"/>
                  <a:pt x="90000" y="33750"/>
                  <a:pt x="90000" y="33750"/>
                </a:cubicBezTo>
                <a:cubicBezTo>
                  <a:pt x="79090" y="56250"/>
                  <a:pt x="79090" y="56250"/>
                  <a:pt x="79090" y="56250"/>
                </a:cubicBezTo>
                <a:cubicBezTo>
                  <a:pt x="92727" y="56250"/>
                  <a:pt x="92727" y="56250"/>
                  <a:pt x="92727" y="56250"/>
                </a:cubicBezTo>
                <a:cubicBezTo>
                  <a:pt x="100909" y="97500"/>
                  <a:pt x="100909" y="97500"/>
                  <a:pt x="100909" y="97500"/>
                </a:cubicBezTo>
                <a:cubicBezTo>
                  <a:pt x="19090" y="97500"/>
                  <a:pt x="19090" y="97500"/>
                  <a:pt x="19090" y="97500"/>
                </a:cubicBezTo>
                <a:cubicBezTo>
                  <a:pt x="27272" y="56250"/>
                  <a:pt x="27272" y="56250"/>
                  <a:pt x="27272" y="56250"/>
                </a:cubicBezTo>
                <a:cubicBezTo>
                  <a:pt x="40909" y="56250"/>
                  <a:pt x="40909" y="56250"/>
                  <a:pt x="40909" y="56250"/>
                </a:cubicBezTo>
                <a:cubicBezTo>
                  <a:pt x="30000" y="33750"/>
                  <a:pt x="30000" y="33750"/>
                  <a:pt x="30000" y="33750"/>
                </a:cubicBezTo>
                <a:cubicBezTo>
                  <a:pt x="21818" y="33750"/>
                  <a:pt x="21818" y="33750"/>
                  <a:pt x="21818" y="33750"/>
                </a:cubicBezTo>
                <a:cubicBezTo>
                  <a:pt x="19090" y="33750"/>
                  <a:pt x="13636" y="37500"/>
                  <a:pt x="13636" y="41250"/>
                </a:cubicBezTo>
                <a:cubicBezTo>
                  <a:pt x="2727" y="108750"/>
                  <a:pt x="2727" y="108750"/>
                  <a:pt x="2727" y="108750"/>
                </a:cubicBezTo>
                <a:cubicBezTo>
                  <a:pt x="0" y="108750"/>
                  <a:pt x="2727" y="112500"/>
                  <a:pt x="2727" y="116250"/>
                </a:cubicBezTo>
                <a:cubicBezTo>
                  <a:pt x="5454" y="120000"/>
                  <a:pt x="8181" y="120000"/>
                  <a:pt x="10909" y="120000"/>
                </a:cubicBezTo>
                <a:cubicBezTo>
                  <a:pt x="111818" y="120000"/>
                  <a:pt x="111818" y="120000"/>
                  <a:pt x="111818" y="120000"/>
                </a:cubicBezTo>
                <a:cubicBezTo>
                  <a:pt x="114545" y="120000"/>
                  <a:pt x="117272" y="120000"/>
                  <a:pt x="117272" y="116250"/>
                </a:cubicBezTo>
                <a:cubicBezTo>
                  <a:pt x="120000" y="112500"/>
                  <a:pt x="120000" y="108750"/>
                  <a:pt x="120000" y="108750"/>
                </a:cubicBezTo>
                <a:close/>
                <a:moveTo>
                  <a:pt x="95454" y="0"/>
                </a:moveTo>
                <a:cubicBezTo>
                  <a:pt x="60000" y="78750"/>
                  <a:pt x="60000" y="78750"/>
                  <a:pt x="60000" y="78750"/>
                </a:cubicBezTo>
                <a:cubicBezTo>
                  <a:pt x="24545" y="0"/>
                  <a:pt x="24545" y="0"/>
                  <a:pt x="24545" y="0"/>
                </a:cubicBezTo>
                <a:cubicBezTo>
                  <a:pt x="95454" y="0"/>
                  <a:pt x="95454" y="0"/>
                  <a:pt x="95454" y="0"/>
                </a:cubicBezTo>
              </a:path>
            </a:pathLst>
          </a:custGeom>
          <a:solidFill>
            <a:srgbClr val="FFFFFF"/>
          </a:solidFill>
          <a:ln>
            <a:noFill/>
          </a:ln>
        </p:spPr>
        <p:txBody>
          <a:bodyPr spcFirstLastPara="1" wrap="square" lIns="100800" tIns="50400" rIns="100800" bIns="50400" anchor="t" anchorCtr="0">
            <a:noAutofit/>
          </a:bodyPr>
          <a:lstStyle/>
          <a:p>
            <a:pPr marL="0" marR="0" lvl="0" indent="0" algn="l" rtl="0">
              <a:lnSpc>
                <a:spcPct val="100000"/>
              </a:lnSpc>
              <a:spcBef>
                <a:spcPts val="0"/>
              </a:spcBef>
              <a:spcAft>
                <a:spcPts val="0"/>
              </a:spcAft>
              <a:buClr>
                <a:srgbClr val="000000"/>
              </a:buClr>
              <a:buFont typeface="Arial"/>
              <a:buNone/>
            </a:pPr>
            <a:endParaRPr sz="2205" b="0" i="0" u="none" strike="noStrike" cap="none">
              <a:solidFill>
                <a:srgbClr val="000000"/>
              </a:solidFill>
              <a:latin typeface="Arial"/>
              <a:ea typeface="Arial"/>
              <a:cs typeface="Arial"/>
              <a:sym typeface="Arial"/>
            </a:endParaRPr>
          </a:p>
        </p:txBody>
      </p:sp>
      <p:sp>
        <p:nvSpPr>
          <p:cNvPr id="1864" name="Google Shape;1864;p204"/>
          <p:cNvSpPr/>
          <p:nvPr/>
        </p:nvSpPr>
        <p:spPr>
          <a:xfrm>
            <a:off x="5812350" y="3356225"/>
            <a:ext cx="740400" cy="4881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D32E4A"/>
              </a:buClr>
              <a:buFont typeface="Georgia"/>
              <a:buNone/>
            </a:pPr>
            <a:r>
              <a:rPr lang="en" sz="1000" b="1">
                <a:solidFill>
                  <a:srgbClr val="5B0F00"/>
                </a:solidFill>
                <a:latin typeface="Georgia"/>
                <a:ea typeface="Georgia"/>
                <a:cs typeface="Georgia"/>
                <a:sym typeface="Georgia"/>
              </a:rPr>
              <a:t>Training Plan &amp; Materials</a:t>
            </a:r>
            <a:endParaRPr sz="1000">
              <a:solidFill>
                <a:srgbClr val="5B0F00"/>
              </a:solidFill>
              <a:latin typeface="Georgia"/>
              <a:ea typeface="Georgia"/>
              <a:cs typeface="Georgia"/>
              <a:sym typeface="Georgia"/>
            </a:endParaRPr>
          </a:p>
        </p:txBody>
      </p:sp>
      <p:sp>
        <p:nvSpPr>
          <p:cNvPr id="1865" name="Google Shape;1865;p204"/>
          <p:cNvSpPr/>
          <p:nvPr/>
        </p:nvSpPr>
        <p:spPr>
          <a:xfrm>
            <a:off x="5987798" y="1613824"/>
            <a:ext cx="380400" cy="374400"/>
          </a:xfrm>
          <a:prstGeom prst="ellipse">
            <a:avLst/>
          </a:prstGeom>
          <a:solidFill>
            <a:srgbClr val="602320"/>
          </a:solidFill>
          <a:ln w="9525" cap="flat" cmpd="sng">
            <a:solidFill>
              <a:srgbClr val="6023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66" name="Google Shape;1866;p204"/>
          <p:cNvSpPr/>
          <p:nvPr/>
        </p:nvSpPr>
        <p:spPr>
          <a:xfrm>
            <a:off x="5357187" y="2146600"/>
            <a:ext cx="1099800" cy="354000"/>
          </a:xfrm>
          <a:prstGeom prst="rect">
            <a:avLst/>
          </a:prstGeom>
          <a:solidFill>
            <a:srgbClr val="FFFFFF">
              <a:alpha val="80000"/>
            </a:srgbClr>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32E4A"/>
              </a:buClr>
              <a:buFont typeface="Georgia"/>
              <a:buNone/>
            </a:pPr>
            <a:r>
              <a:rPr lang="en" sz="1000" b="1">
                <a:solidFill>
                  <a:srgbClr val="5B0F00"/>
                </a:solidFill>
                <a:latin typeface="Georgia"/>
                <a:ea typeface="Georgia"/>
                <a:cs typeface="Georgia"/>
                <a:sym typeface="Georgia"/>
              </a:rPr>
              <a:t>Training Needs Assessment</a:t>
            </a:r>
            <a:endParaRPr sz="1000">
              <a:solidFill>
                <a:srgbClr val="5B0F00"/>
              </a:solidFill>
              <a:latin typeface="Georgia"/>
              <a:ea typeface="Georgia"/>
              <a:cs typeface="Georgia"/>
              <a:sym typeface="Georgia"/>
            </a:endParaRPr>
          </a:p>
        </p:txBody>
      </p:sp>
      <p:sp>
        <p:nvSpPr>
          <p:cNvPr id="1867" name="Google Shape;1867;p204"/>
          <p:cNvSpPr/>
          <p:nvPr/>
        </p:nvSpPr>
        <p:spPr>
          <a:xfrm rot="5808316">
            <a:off x="3305267" y="2396477"/>
            <a:ext cx="440580" cy="446415"/>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68" name="Google Shape;1868;p204"/>
          <p:cNvSpPr/>
          <p:nvPr/>
        </p:nvSpPr>
        <p:spPr>
          <a:xfrm rot="1725512">
            <a:off x="6045605" y="1696120"/>
            <a:ext cx="259395" cy="182060"/>
          </a:xfrm>
          <a:custGeom>
            <a:avLst/>
            <a:gdLst/>
            <a:ahLst/>
            <a:cxnLst/>
            <a:rect l="l" t="t" r="r" b="b"/>
            <a:pathLst>
              <a:path w="120000" h="120000" extrusionOk="0">
                <a:moveTo>
                  <a:pt x="89702" y="77446"/>
                </a:moveTo>
                <a:cubicBezTo>
                  <a:pt x="89702" y="42553"/>
                  <a:pt x="89702" y="42553"/>
                  <a:pt x="89702" y="42553"/>
                </a:cubicBezTo>
                <a:cubicBezTo>
                  <a:pt x="108118" y="59574"/>
                  <a:pt x="108118" y="59574"/>
                  <a:pt x="108118" y="59574"/>
                </a:cubicBezTo>
                <a:lnTo>
                  <a:pt x="89702" y="77446"/>
                </a:lnTo>
                <a:close/>
                <a:moveTo>
                  <a:pt x="72475" y="43404"/>
                </a:moveTo>
                <a:cubicBezTo>
                  <a:pt x="63564" y="43404"/>
                  <a:pt x="63564" y="43404"/>
                  <a:pt x="63564" y="43404"/>
                </a:cubicBezTo>
                <a:cubicBezTo>
                  <a:pt x="60594" y="43404"/>
                  <a:pt x="58811" y="40851"/>
                  <a:pt x="58811" y="36595"/>
                </a:cubicBezTo>
                <a:cubicBezTo>
                  <a:pt x="58811" y="33191"/>
                  <a:pt x="60594" y="30638"/>
                  <a:pt x="63564" y="30638"/>
                </a:cubicBezTo>
                <a:cubicBezTo>
                  <a:pt x="72475" y="30638"/>
                  <a:pt x="72475" y="30638"/>
                  <a:pt x="72475" y="30638"/>
                </a:cubicBezTo>
                <a:cubicBezTo>
                  <a:pt x="75445" y="30638"/>
                  <a:pt x="77227" y="33191"/>
                  <a:pt x="77227" y="36595"/>
                </a:cubicBezTo>
                <a:cubicBezTo>
                  <a:pt x="77227" y="40851"/>
                  <a:pt x="75445" y="43404"/>
                  <a:pt x="72475" y="43404"/>
                </a:cubicBezTo>
                <a:close/>
                <a:moveTo>
                  <a:pt x="71881" y="107234"/>
                </a:moveTo>
                <a:cubicBezTo>
                  <a:pt x="64158" y="107234"/>
                  <a:pt x="64158" y="107234"/>
                  <a:pt x="64158" y="107234"/>
                </a:cubicBezTo>
                <a:cubicBezTo>
                  <a:pt x="64158" y="51063"/>
                  <a:pt x="64158" y="51063"/>
                  <a:pt x="64158" y="51063"/>
                </a:cubicBezTo>
                <a:cubicBezTo>
                  <a:pt x="71881" y="51063"/>
                  <a:pt x="71881" y="51063"/>
                  <a:pt x="71881" y="51063"/>
                </a:cubicBezTo>
                <a:lnTo>
                  <a:pt x="71881" y="107234"/>
                </a:lnTo>
                <a:close/>
                <a:moveTo>
                  <a:pt x="48712" y="88510"/>
                </a:moveTo>
                <a:cubicBezTo>
                  <a:pt x="39801" y="88510"/>
                  <a:pt x="39801" y="88510"/>
                  <a:pt x="39801" y="88510"/>
                </a:cubicBezTo>
                <a:cubicBezTo>
                  <a:pt x="36831" y="88510"/>
                  <a:pt x="35049" y="85957"/>
                  <a:pt x="35049" y="82553"/>
                </a:cubicBezTo>
                <a:cubicBezTo>
                  <a:pt x="35049" y="79148"/>
                  <a:pt x="36831" y="75744"/>
                  <a:pt x="39801" y="75744"/>
                </a:cubicBezTo>
                <a:cubicBezTo>
                  <a:pt x="48712" y="75744"/>
                  <a:pt x="48712" y="75744"/>
                  <a:pt x="48712" y="75744"/>
                </a:cubicBezTo>
                <a:cubicBezTo>
                  <a:pt x="51683" y="75744"/>
                  <a:pt x="53465" y="79148"/>
                  <a:pt x="53465" y="82553"/>
                </a:cubicBezTo>
                <a:cubicBezTo>
                  <a:pt x="53465" y="85957"/>
                  <a:pt x="51683" y="88510"/>
                  <a:pt x="48712" y="88510"/>
                </a:cubicBezTo>
                <a:close/>
                <a:moveTo>
                  <a:pt x="48118" y="107234"/>
                </a:moveTo>
                <a:cubicBezTo>
                  <a:pt x="40396" y="107234"/>
                  <a:pt x="40396" y="107234"/>
                  <a:pt x="40396" y="107234"/>
                </a:cubicBezTo>
                <a:cubicBezTo>
                  <a:pt x="40396" y="96170"/>
                  <a:pt x="40396" y="96170"/>
                  <a:pt x="40396" y="96170"/>
                </a:cubicBezTo>
                <a:cubicBezTo>
                  <a:pt x="48118" y="96170"/>
                  <a:pt x="48118" y="96170"/>
                  <a:pt x="48118" y="96170"/>
                </a:cubicBezTo>
                <a:lnTo>
                  <a:pt x="48118" y="107234"/>
                </a:lnTo>
                <a:close/>
                <a:moveTo>
                  <a:pt x="24950" y="66382"/>
                </a:moveTo>
                <a:cubicBezTo>
                  <a:pt x="15445" y="66382"/>
                  <a:pt x="15445" y="66382"/>
                  <a:pt x="15445" y="66382"/>
                </a:cubicBezTo>
                <a:cubicBezTo>
                  <a:pt x="13069" y="66382"/>
                  <a:pt x="11287" y="63829"/>
                  <a:pt x="11287" y="59574"/>
                </a:cubicBezTo>
                <a:cubicBezTo>
                  <a:pt x="11287" y="56170"/>
                  <a:pt x="13069" y="53617"/>
                  <a:pt x="15445" y="53617"/>
                </a:cubicBezTo>
                <a:cubicBezTo>
                  <a:pt x="24950" y="53617"/>
                  <a:pt x="24950" y="53617"/>
                  <a:pt x="24950" y="53617"/>
                </a:cubicBezTo>
                <a:cubicBezTo>
                  <a:pt x="27326" y="53617"/>
                  <a:pt x="29702" y="56170"/>
                  <a:pt x="29702" y="59574"/>
                </a:cubicBezTo>
                <a:cubicBezTo>
                  <a:pt x="29702" y="63829"/>
                  <a:pt x="27326" y="66382"/>
                  <a:pt x="24950" y="66382"/>
                </a:cubicBezTo>
                <a:close/>
                <a:moveTo>
                  <a:pt x="24356" y="107234"/>
                </a:moveTo>
                <a:cubicBezTo>
                  <a:pt x="16633" y="107234"/>
                  <a:pt x="16633" y="107234"/>
                  <a:pt x="16633" y="107234"/>
                </a:cubicBezTo>
                <a:cubicBezTo>
                  <a:pt x="16633" y="74042"/>
                  <a:pt x="16633" y="74042"/>
                  <a:pt x="16633" y="74042"/>
                </a:cubicBezTo>
                <a:cubicBezTo>
                  <a:pt x="24356" y="74042"/>
                  <a:pt x="24356" y="74042"/>
                  <a:pt x="24356" y="74042"/>
                </a:cubicBezTo>
                <a:lnTo>
                  <a:pt x="24356" y="107234"/>
                </a:lnTo>
                <a:close/>
                <a:moveTo>
                  <a:pt x="16633" y="12765"/>
                </a:moveTo>
                <a:cubicBezTo>
                  <a:pt x="24356" y="12765"/>
                  <a:pt x="24356" y="12765"/>
                  <a:pt x="24356" y="12765"/>
                </a:cubicBezTo>
                <a:cubicBezTo>
                  <a:pt x="24356" y="45957"/>
                  <a:pt x="24356" y="45957"/>
                  <a:pt x="24356" y="45957"/>
                </a:cubicBezTo>
                <a:cubicBezTo>
                  <a:pt x="16633" y="45957"/>
                  <a:pt x="16633" y="45957"/>
                  <a:pt x="16633" y="45957"/>
                </a:cubicBezTo>
                <a:lnTo>
                  <a:pt x="16633" y="12765"/>
                </a:lnTo>
                <a:close/>
                <a:moveTo>
                  <a:pt x="40396" y="12765"/>
                </a:moveTo>
                <a:cubicBezTo>
                  <a:pt x="48118" y="12765"/>
                  <a:pt x="48118" y="12765"/>
                  <a:pt x="48118" y="12765"/>
                </a:cubicBezTo>
                <a:cubicBezTo>
                  <a:pt x="48118" y="68085"/>
                  <a:pt x="48118" y="68085"/>
                  <a:pt x="48118" y="68085"/>
                </a:cubicBezTo>
                <a:cubicBezTo>
                  <a:pt x="40396" y="68085"/>
                  <a:pt x="40396" y="68085"/>
                  <a:pt x="40396" y="68085"/>
                </a:cubicBezTo>
                <a:lnTo>
                  <a:pt x="40396" y="12765"/>
                </a:lnTo>
                <a:close/>
                <a:moveTo>
                  <a:pt x="64158" y="12765"/>
                </a:moveTo>
                <a:cubicBezTo>
                  <a:pt x="71881" y="12765"/>
                  <a:pt x="71881" y="12765"/>
                  <a:pt x="71881" y="12765"/>
                </a:cubicBezTo>
                <a:cubicBezTo>
                  <a:pt x="71881" y="22978"/>
                  <a:pt x="71881" y="22978"/>
                  <a:pt x="71881" y="22978"/>
                </a:cubicBezTo>
                <a:cubicBezTo>
                  <a:pt x="64158" y="22978"/>
                  <a:pt x="64158" y="22978"/>
                  <a:pt x="64158" y="22978"/>
                </a:cubicBezTo>
                <a:lnTo>
                  <a:pt x="64158" y="12765"/>
                </a:lnTo>
                <a:close/>
                <a:moveTo>
                  <a:pt x="114059" y="0"/>
                </a:moveTo>
                <a:cubicBezTo>
                  <a:pt x="5940" y="0"/>
                  <a:pt x="5940" y="0"/>
                  <a:pt x="5940" y="0"/>
                </a:cubicBezTo>
                <a:cubicBezTo>
                  <a:pt x="2970" y="0"/>
                  <a:pt x="0" y="3404"/>
                  <a:pt x="0" y="8510"/>
                </a:cubicBezTo>
                <a:cubicBezTo>
                  <a:pt x="0" y="111489"/>
                  <a:pt x="0" y="111489"/>
                  <a:pt x="0" y="111489"/>
                </a:cubicBezTo>
                <a:cubicBezTo>
                  <a:pt x="0" y="116595"/>
                  <a:pt x="2970" y="120000"/>
                  <a:pt x="5940" y="120000"/>
                </a:cubicBezTo>
                <a:cubicBezTo>
                  <a:pt x="114059" y="120000"/>
                  <a:pt x="114059" y="120000"/>
                  <a:pt x="114059" y="120000"/>
                </a:cubicBezTo>
                <a:cubicBezTo>
                  <a:pt x="117623" y="120000"/>
                  <a:pt x="120000" y="116595"/>
                  <a:pt x="120000" y="111489"/>
                </a:cubicBezTo>
                <a:cubicBezTo>
                  <a:pt x="120000" y="8510"/>
                  <a:pt x="120000" y="8510"/>
                  <a:pt x="120000" y="8510"/>
                </a:cubicBezTo>
                <a:cubicBezTo>
                  <a:pt x="120000" y="3404"/>
                  <a:pt x="117623" y="0"/>
                  <a:pt x="114059" y="0"/>
                </a:cubicBezTo>
                <a:close/>
              </a:path>
            </a:pathLst>
          </a:custGeom>
          <a:solidFill>
            <a:srgbClr val="FFFFFF"/>
          </a:solidFill>
          <a:ln>
            <a:noFill/>
          </a:ln>
        </p:spPr>
        <p:txBody>
          <a:bodyPr spcFirstLastPara="1" wrap="square" lIns="100800" tIns="50400" rIns="100800" bIns="50400" anchor="t" anchorCtr="0">
            <a:noAutofit/>
          </a:bodyPr>
          <a:lstStyle/>
          <a:p>
            <a:pPr marL="0" marR="0" lvl="0" indent="0" algn="l" rtl="0">
              <a:lnSpc>
                <a:spcPct val="100000"/>
              </a:lnSpc>
              <a:spcBef>
                <a:spcPts val="0"/>
              </a:spcBef>
              <a:spcAft>
                <a:spcPts val="0"/>
              </a:spcAft>
              <a:buClr>
                <a:srgbClr val="000000"/>
              </a:buClr>
              <a:buFont typeface="Arial"/>
              <a:buNone/>
            </a:pPr>
            <a:endParaRPr sz="2205" b="0" i="0" u="none" strike="noStrike" cap="none">
              <a:solidFill>
                <a:srgbClr val="000000"/>
              </a:solidFill>
              <a:latin typeface="Arial"/>
              <a:ea typeface="Arial"/>
              <a:cs typeface="Arial"/>
              <a:sym typeface="Arial"/>
            </a:endParaRPr>
          </a:p>
        </p:txBody>
      </p:sp>
      <p:sp>
        <p:nvSpPr>
          <p:cNvPr id="1869" name="Google Shape;1869;p204"/>
          <p:cNvSpPr/>
          <p:nvPr/>
        </p:nvSpPr>
        <p:spPr>
          <a:xfrm>
            <a:off x="598867" y="4441221"/>
            <a:ext cx="1860000" cy="262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Georgia"/>
                <a:ea typeface="Georgia"/>
                <a:cs typeface="Georgia"/>
                <a:sym typeface="Georgia"/>
              </a:rPr>
              <a:t>Readiness</a:t>
            </a:r>
            <a:endParaRPr>
              <a:solidFill>
                <a:srgbClr val="FFFFFF"/>
              </a:solidFill>
              <a:latin typeface="Georgia"/>
              <a:ea typeface="Georgia"/>
              <a:cs typeface="Georgia"/>
              <a:sym typeface="Georgia"/>
            </a:endParaRPr>
          </a:p>
        </p:txBody>
      </p:sp>
      <p:sp>
        <p:nvSpPr>
          <p:cNvPr id="1870" name="Google Shape;1870;p204"/>
          <p:cNvSpPr/>
          <p:nvPr/>
        </p:nvSpPr>
        <p:spPr>
          <a:xfrm>
            <a:off x="2560242" y="4441221"/>
            <a:ext cx="1860000" cy="262800"/>
          </a:xfrm>
          <a:prstGeom prst="rect">
            <a:avLst/>
          </a:prstGeom>
          <a:solidFill>
            <a:srgbClr val="98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Georgia"/>
                <a:ea typeface="Georgia"/>
                <a:cs typeface="Georgia"/>
                <a:sym typeface="Georgia"/>
              </a:rPr>
              <a:t>Communications</a:t>
            </a:r>
            <a:endParaRPr>
              <a:solidFill>
                <a:srgbClr val="FFFFFF"/>
              </a:solidFill>
              <a:latin typeface="Georgia"/>
              <a:ea typeface="Georgia"/>
              <a:cs typeface="Georgia"/>
              <a:sym typeface="Georgia"/>
            </a:endParaRPr>
          </a:p>
        </p:txBody>
      </p:sp>
      <p:sp>
        <p:nvSpPr>
          <p:cNvPr id="1871" name="Google Shape;1871;p204"/>
          <p:cNvSpPr/>
          <p:nvPr/>
        </p:nvSpPr>
        <p:spPr>
          <a:xfrm>
            <a:off x="4521617" y="4441221"/>
            <a:ext cx="1860000" cy="262800"/>
          </a:xfrm>
          <a:prstGeom prst="rect">
            <a:avLst/>
          </a:prstGeom>
          <a:solidFill>
            <a:srgbClr val="5B0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Georgia"/>
                <a:ea typeface="Georgia"/>
                <a:cs typeface="Georgia"/>
                <a:sym typeface="Georgia"/>
              </a:rPr>
              <a:t>Training</a:t>
            </a:r>
            <a:endParaRPr>
              <a:solidFill>
                <a:srgbClr val="FFFFFF"/>
              </a:solidFill>
              <a:latin typeface="Georgia"/>
              <a:ea typeface="Georgia"/>
              <a:cs typeface="Georgia"/>
              <a:sym typeface="Georgia"/>
            </a:endParaRPr>
          </a:p>
        </p:txBody>
      </p:sp>
      <p:sp>
        <p:nvSpPr>
          <p:cNvPr id="1872" name="Google Shape;1872;p204"/>
          <p:cNvSpPr/>
          <p:nvPr/>
        </p:nvSpPr>
        <p:spPr>
          <a:xfrm>
            <a:off x="6888665" y="3966558"/>
            <a:ext cx="1030200" cy="3282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D32E4A"/>
              </a:buClr>
              <a:buFont typeface="Georgia"/>
              <a:buNone/>
            </a:pPr>
            <a:r>
              <a:rPr lang="en" sz="1000" b="1">
                <a:solidFill>
                  <a:srgbClr val="666666"/>
                </a:solidFill>
                <a:latin typeface="Georgia"/>
                <a:ea typeface="Georgia"/>
                <a:cs typeface="Georgia"/>
                <a:sym typeface="Georgia"/>
              </a:rPr>
              <a:t>Go-Live Support Plan</a:t>
            </a:r>
            <a:endParaRPr sz="1000">
              <a:solidFill>
                <a:srgbClr val="666666"/>
              </a:solidFill>
              <a:latin typeface="Georgia"/>
              <a:ea typeface="Georgia"/>
              <a:cs typeface="Georgia"/>
              <a:sym typeface="Georgia"/>
            </a:endParaRPr>
          </a:p>
        </p:txBody>
      </p:sp>
      <p:cxnSp>
        <p:nvCxnSpPr>
          <p:cNvPr id="1873" name="Google Shape;1873;p204"/>
          <p:cNvCxnSpPr/>
          <p:nvPr/>
        </p:nvCxnSpPr>
        <p:spPr>
          <a:xfrm flipH="1">
            <a:off x="7866844" y="3071825"/>
            <a:ext cx="25800" cy="741600"/>
          </a:xfrm>
          <a:prstGeom prst="straightConnector1">
            <a:avLst/>
          </a:prstGeom>
          <a:noFill/>
          <a:ln w="165100" cap="flat" cmpd="sng">
            <a:solidFill>
              <a:srgbClr val="666666"/>
            </a:solidFill>
            <a:prstDash val="solid"/>
            <a:round/>
            <a:headEnd type="none" w="sm" len="sm"/>
            <a:tailEnd type="none" w="sm" len="sm"/>
          </a:ln>
        </p:spPr>
      </p:cxnSp>
      <p:grpSp>
        <p:nvGrpSpPr>
          <p:cNvPr id="1874" name="Google Shape;1874;p204"/>
          <p:cNvGrpSpPr/>
          <p:nvPr/>
        </p:nvGrpSpPr>
        <p:grpSpPr>
          <a:xfrm rot="-424208">
            <a:off x="7019631" y="3146753"/>
            <a:ext cx="632092" cy="622133"/>
            <a:chOff x="2924991" y="493067"/>
            <a:chExt cx="1017000" cy="1017300"/>
          </a:xfrm>
        </p:grpSpPr>
        <p:sp>
          <p:nvSpPr>
            <p:cNvPr id="1875" name="Google Shape;1875;p204"/>
            <p:cNvSpPr/>
            <p:nvPr/>
          </p:nvSpPr>
          <p:spPr>
            <a:xfrm rot="8118373">
              <a:off x="3076255" y="639708"/>
              <a:ext cx="714471" cy="72401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76" name="Google Shape;1876;p204"/>
            <p:cNvSpPr/>
            <p:nvPr/>
          </p:nvSpPr>
          <p:spPr>
            <a:xfrm>
              <a:off x="3115791" y="683329"/>
              <a:ext cx="612000" cy="612000"/>
            </a:xfrm>
            <a:prstGeom prst="ellipse">
              <a:avLst/>
            </a:prstGeom>
            <a:solidFill>
              <a:srgbClr val="DB536A"/>
            </a:solidFill>
            <a:ln w="9525" cap="flat" cmpd="sng">
              <a:solidFill>
                <a:srgbClr val="DB536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grpSp>
      <p:sp>
        <p:nvSpPr>
          <p:cNvPr id="1877" name="Google Shape;1877;p204"/>
          <p:cNvSpPr/>
          <p:nvPr/>
        </p:nvSpPr>
        <p:spPr>
          <a:xfrm rot="-1491095">
            <a:off x="7186824" y="3328980"/>
            <a:ext cx="251268" cy="222813"/>
          </a:xfrm>
          <a:custGeom>
            <a:avLst/>
            <a:gdLst/>
            <a:ahLst/>
            <a:cxnLst/>
            <a:rect l="l" t="t" r="r" b="b"/>
            <a:pathLst>
              <a:path w="120000" h="120000" extrusionOk="0">
                <a:moveTo>
                  <a:pt x="114146" y="92571"/>
                </a:moveTo>
                <a:cubicBezTo>
                  <a:pt x="99512" y="92571"/>
                  <a:pt x="99512" y="92571"/>
                  <a:pt x="99512" y="92571"/>
                </a:cubicBezTo>
                <a:cubicBezTo>
                  <a:pt x="96585" y="92571"/>
                  <a:pt x="93658" y="89142"/>
                  <a:pt x="93658" y="89142"/>
                </a:cubicBezTo>
                <a:cubicBezTo>
                  <a:pt x="93658" y="85714"/>
                  <a:pt x="96585" y="85714"/>
                  <a:pt x="99512" y="85714"/>
                </a:cubicBezTo>
                <a:cubicBezTo>
                  <a:pt x="114146" y="85714"/>
                  <a:pt x="114146" y="85714"/>
                  <a:pt x="114146" y="85714"/>
                </a:cubicBezTo>
                <a:cubicBezTo>
                  <a:pt x="114146" y="85714"/>
                  <a:pt x="117073" y="85714"/>
                  <a:pt x="117073" y="89142"/>
                </a:cubicBezTo>
                <a:cubicBezTo>
                  <a:pt x="117073" y="89142"/>
                  <a:pt x="114146" y="92571"/>
                  <a:pt x="114146" y="92571"/>
                </a:cubicBezTo>
                <a:close/>
                <a:moveTo>
                  <a:pt x="114146" y="106285"/>
                </a:moveTo>
                <a:cubicBezTo>
                  <a:pt x="99512" y="106285"/>
                  <a:pt x="99512" y="106285"/>
                  <a:pt x="99512" y="106285"/>
                </a:cubicBezTo>
                <a:cubicBezTo>
                  <a:pt x="96585" y="106285"/>
                  <a:pt x="93658" y="106285"/>
                  <a:pt x="93658" y="102857"/>
                </a:cubicBezTo>
                <a:cubicBezTo>
                  <a:pt x="93658" y="99428"/>
                  <a:pt x="96585" y="99428"/>
                  <a:pt x="99512" y="99428"/>
                </a:cubicBezTo>
                <a:cubicBezTo>
                  <a:pt x="114146" y="99428"/>
                  <a:pt x="114146" y="99428"/>
                  <a:pt x="114146" y="99428"/>
                </a:cubicBezTo>
                <a:cubicBezTo>
                  <a:pt x="114146" y="99428"/>
                  <a:pt x="117073" y="99428"/>
                  <a:pt x="117073" y="102857"/>
                </a:cubicBezTo>
                <a:cubicBezTo>
                  <a:pt x="117073" y="106285"/>
                  <a:pt x="114146" y="106285"/>
                  <a:pt x="114146" y="106285"/>
                </a:cubicBezTo>
                <a:close/>
                <a:moveTo>
                  <a:pt x="117073" y="6857"/>
                </a:moveTo>
                <a:cubicBezTo>
                  <a:pt x="93658" y="6857"/>
                  <a:pt x="93658" y="6857"/>
                  <a:pt x="93658" y="6857"/>
                </a:cubicBezTo>
                <a:cubicBezTo>
                  <a:pt x="90731" y="6857"/>
                  <a:pt x="90731" y="10285"/>
                  <a:pt x="90731" y="13714"/>
                </a:cubicBezTo>
                <a:cubicBezTo>
                  <a:pt x="90731" y="116571"/>
                  <a:pt x="90731" y="116571"/>
                  <a:pt x="90731" y="116571"/>
                </a:cubicBezTo>
                <a:cubicBezTo>
                  <a:pt x="90731" y="120000"/>
                  <a:pt x="90731" y="120000"/>
                  <a:pt x="93658" y="120000"/>
                </a:cubicBezTo>
                <a:cubicBezTo>
                  <a:pt x="117073" y="120000"/>
                  <a:pt x="117073" y="120000"/>
                  <a:pt x="117073" y="120000"/>
                </a:cubicBezTo>
                <a:cubicBezTo>
                  <a:pt x="120000" y="120000"/>
                  <a:pt x="120000" y="120000"/>
                  <a:pt x="120000" y="116571"/>
                </a:cubicBezTo>
                <a:cubicBezTo>
                  <a:pt x="120000" y="13714"/>
                  <a:pt x="120000" y="13714"/>
                  <a:pt x="120000" y="13714"/>
                </a:cubicBezTo>
                <a:cubicBezTo>
                  <a:pt x="120000" y="10285"/>
                  <a:pt x="120000" y="6857"/>
                  <a:pt x="117073" y="6857"/>
                </a:cubicBezTo>
                <a:close/>
                <a:moveTo>
                  <a:pt x="76097" y="34285"/>
                </a:moveTo>
                <a:cubicBezTo>
                  <a:pt x="61463" y="34285"/>
                  <a:pt x="61463" y="34285"/>
                  <a:pt x="61463" y="34285"/>
                </a:cubicBezTo>
                <a:cubicBezTo>
                  <a:pt x="58536" y="34285"/>
                  <a:pt x="58536" y="34285"/>
                  <a:pt x="58536" y="30857"/>
                </a:cubicBezTo>
                <a:cubicBezTo>
                  <a:pt x="58536" y="30857"/>
                  <a:pt x="58536" y="27428"/>
                  <a:pt x="61463" y="27428"/>
                </a:cubicBezTo>
                <a:cubicBezTo>
                  <a:pt x="76097" y="27428"/>
                  <a:pt x="76097" y="27428"/>
                  <a:pt x="76097" y="27428"/>
                </a:cubicBezTo>
                <a:cubicBezTo>
                  <a:pt x="76097" y="27428"/>
                  <a:pt x="79024" y="30857"/>
                  <a:pt x="79024" y="30857"/>
                </a:cubicBezTo>
                <a:cubicBezTo>
                  <a:pt x="79024" y="34285"/>
                  <a:pt x="76097" y="34285"/>
                  <a:pt x="76097" y="34285"/>
                </a:cubicBezTo>
                <a:close/>
                <a:moveTo>
                  <a:pt x="76097" y="106285"/>
                </a:moveTo>
                <a:cubicBezTo>
                  <a:pt x="61463" y="106285"/>
                  <a:pt x="61463" y="106285"/>
                  <a:pt x="61463" y="106285"/>
                </a:cubicBezTo>
                <a:cubicBezTo>
                  <a:pt x="58536" y="106285"/>
                  <a:pt x="58536" y="106285"/>
                  <a:pt x="58536" y="102857"/>
                </a:cubicBezTo>
                <a:cubicBezTo>
                  <a:pt x="58536" y="99428"/>
                  <a:pt x="58536" y="99428"/>
                  <a:pt x="61463" y="99428"/>
                </a:cubicBezTo>
                <a:cubicBezTo>
                  <a:pt x="76097" y="99428"/>
                  <a:pt x="76097" y="99428"/>
                  <a:pt x="76097" y="99428"/>
                </a:cubicBezTo>
                <a:cubicBezTo>
                  <a:pt x="76097" y="99428"/>
                  <a:pt x="79024" y="99428"/>
                  <a:pt x="79024" y="102857"/>
                </a:cubicBezTo>
                <a:cubicBezTo>
                  <a:pt x="79024" y="106285"/>
                  <a:pt x="76097" y="106285"/>
                  <a:pt x="76097" y="106285"/>
                </a:cubicBezTo>
                <a:close/>
                <a:moveTo>
                  <a:pt x="46829" y="24000"/>
                </a:moveTo>
                <a:cubicBezTo>
                  <a:pt x="46829" y="24000"/>
                  <a:pt x="43902" y="24000"/>
                  <a:pt x="43902" y="24000"/>
                </a:cubicBezTo>
                <a:cubicBezTo>
                  <a:pt x="43902" y="24000"/>
                  <a:pt x="43902" y="24000"/>
                  <a:pt x="43902" y="24000"/>
                </a:cubicBezTo>
                <a:cubicBezTo>
                  <a:pt x="29268" y="20571"/>
                  <a:pt x="29268" y="20571"/>
                  <a:pt x="29268" y="20571"/>
                </a:cubicBezTo>
                <a:cubicBezTo>
                  <a:pt x="26341" y="20571"/>
                  <a:pt x="26341" y="17142"/>
                  <a:pt x="26341" y="17142"/>
                </a:cubicBezTo>
                <a:cubicBezTo>
                  <a:pt x="26341" y="13714"/>
                  <a:pt x="29268" y="13714"/>
                  <a:pt x="29268" y="13714"/>
                </a:cubicBezTo>
                <a:cubicBezTo>
                  <a:pt x="43902" y="17142"/>
                  <a:pt x="43902" y="17142"/>
                  <a:pt x="43902" y="17142"/>
                </a:cubicBezTo>
                <a:cubicBezTo>
                  <a:pt x="46829" y="20571"/>
                  <a:pt x="46829" y="20571"/>
                  <a:pt x="46829" y="24000"/>
                </a:cubicBezTo>
                <a:close/>
                <a:moveTo>
                  <a:pt x="29268" y="92571"/>
                </a:moveTo>
                <a:cubicBezTo>
                  <a:pt x="11707" y="85714"/>
                  <a:pt x="11707" y="85714"/>
                  <a:pt x="11707" y="85714"/>
                </a:cubicBezTo>
                <a:cubicBezTo>
                  <a:pt x="23414" y="27428"/>
                  <a:pt x="23414" y="27428"/>
                  <a:pt x="23414" y="27428"/>
                </a:cubicBezTo>
                <a:cubicBezTo>
                  <a:pt x="43902" y="34285"/>
                  <a:pt x="43902" y="34285"/>
                  <a:pt x="43902" y="34285"/>
                </a:cubicBezTo>
                <a:lnTo>
                  <a:pt x="29268" y="92571"/>
                </a:lnTo>
                <a:close/>
                <a:moveTo>
                  <a:pt x="29268" y="102857"/>
                </a:moveTo>
                <a:cubicBezTo>
                  <a:pt x="29268" y="102857"/>
                  <a:pt x="26341" y="106285"/>
                  <a:pt x="26341" y="106285"/>
                </a:cubicBezTo>
                <a:cubicBezTo>
                  <a:pt x="26341" y="106285"/>
                  <a:pt x="26341" y="106285"/>
                  <a:pt x="23414" y="106285"/>
                </a:cubicBezTo>
                <a:cubicBezTo>
                  <a:pt x="11707" y="99428"/>
                  <a:pt x="11707" y="99428"/>
                  <a:pt x="11707" y="99428"/>
                </a:cubicBezTo>
                <a:cubicBezTo>
                  <a:pt x="8780" y="99428"/>
                  <a:pt x="8780" y="99428"/>
                  <a:pt x="8780" y="96000"/>
                </a:cubicBezTo>
                <a:cubicBezTo>
                  <a:pt x="8780" y="96000"/>
                  <a:pt x="8780" y="92571"/>
                  <a:pt x="11707" y="92571"/>
                </a:cubicBezTo>
                <a:cubicBezTo>
                  <a:pt x="26341" y="99428"/>
                  <a:pt x="26341" y="99428"/>
                  <a:pt x="26341" y="99428"/>
                </a:cubicBezTo>
                <a:cubicBezTo>
                  <a:pt x="26341" y="99428"/>
                  <a:pt x="29268" y="99428"/>
                  <a:pt x="29268" y="102857"/>
                </a:cubicBezTo>
                <a:close/>
                <a:moveTo>
                  <a:pt x="79024" y="13714"/>
                </a:moveTo>
                <a:cubicBezTo>
                  <a:pt x="55609" y="13714"/>
                  <a:pt x="55609" y="13714"/>
                  <a:pt x="55609" y="13714"/>
                </a:cubicBezTo>
                <a:cubicBezTo>
                  <a:pt x="55609" y="13714"/>
                  <a:pt x="55609" y="13714"/>
                  <a:pt x="52682" y="13714"/>
                </a:cubicBezTo>
                <a:cubicBezTo>
                  <a:pt x="55609" y="10285"/>
                  <a:pt x="55609" y="10285"/>
                  <a:pt x="55609" y="10285"/>
                </a:cubicBezTo>
                <a:cubicBezTo>
                  <a:pt x="55609" y="10285"/>
                  <a:pt x="52682" y="6857"/>
                  <a:pt x="49756" y="6857"/>
                </a:cubicBezTo>
                <a:cubicBezTo>
                  <a:pt x="29268" y="0"/>
                  <a:pt x="29268" y="0"/>
                  <a:pt x="29268" y="0"/>
                </a:cubicBezTo>
                <a:cubicBezTo>
                  <a:pt x="29268" y="0"/>
                  <a:pt x="26341" y="0"/>
                  <a:pt x="26341" y="0"/>
                </a:cubicBezTo>
                <a:cubicBezTo>
                  <a:pt x="26341" y="0"/>
                  <a:pt x="23414" y="0"/>
                  <a:pt x="23414" y="3428"/>
                </a:cubicBezTo>
                <a:cubicBezTo>
                  <a:pt x="0" y="106285"/>
                  <a:pt x="0" y="106285"/>
                  <a:pt x="0" y="106285"/>
                </a:cubicBezTo>
                <a:cubicBezTo>
                  <a:pt x="0" y="109714"/>
                  <a:pt x="0" y="109714"/>
                  <a:pt x="0" y="113142"/>
                </a:cubicBezTo>
                <a:cubicBezTo>
                  <a:pt x="0" y="113142"/>
                  <a:pt x="2926" y="113142"/>
                  <a:pt x="2926" y="113142"/>
                </a:cubicBezTo>
                <a:cubicBezTo>
                  <a:pt x="23414" y="120000"/>
                  <a:pt x="23414" y="120000"/>
                  <a:pt x="23414" y="120000"/>
                </a:cubicBezTo>
                <a:cubicBezTo>
                  <a:pt x="26341" y="120000"/>
                  <a:pt x="26341" y="120000"/>
                  <a:pt x="26341" y="120000"/>
                </a:cubicBezTo>
                <a:cubicBezTo>
                  <a:pt x="29268" y="120000"/>
                  <a:pt x="29268" y="120000"/>
                  <a:pt x="29268" y="116571"/>
                </a:cubicBezTo>
                <a:cubicBezTo>
                  <a:pt x="52682" y="20571"/>
                  <a:pt x="52682" y="20571"/>
                  <a:pt x="52682" y="20571"/>
                </a:cubicBezTo>
                <a:cubicBezTo>
                  <a:pt x="52682" y="116571"/>
                  <a:pt x="52682" y="116571"/>
                  <a:pt x="52682" y="116571"/>
                </a:cubicBezTo>
                <a:cubicBezTo>
                  <a:pt x="52682" y="120000"/>
                  <a:pt x="55609" y="120000"/>
                  <a:pt x="55609" y="120000"/>
                </a:cubicBezTo>
                <a:cubicBezTo>
                  <a:pt x="79024" y="120000"/>
                  <a:pt x="79024" y="120000"/>
                  <a:pt x="79024" y="120000"/>
                </a:cubicBezTo>
                <a:cubicBezTo>
                  <a:pt x="81951" y="120000"/>
                  <a:pt x="84878" y="120000"/>
                  <a:pt x="84878" y="116571"/>
                </a:cubicBezTo>
                <a:cubicBezTo>
                  <a:pt x="84878" y="17142"/>
                  <a:pt x="84878" y="17142"/>
                  <a:pt x="84878" y="17142"/>
                </a:cubicBezTo>
                <a:cubicBezTo>
                  <a:pt x="84878" y="17142"/>
                  <a:pt x="81951" y="13714"/>
                  <a:pt x="79024" y="13714"/>
                </a:cubicBezTo>
                <a:close/>
              </a:path>
            </a:pathLst>
          </a:custGeom>
          <a:solidFill>
            <a:srgbClr val="FFFFFF"/>
          </a:solidFill>
          <a:ln>
            <a:noFill/>
          </a:ln>
        </p:spPr>
        <p:txBody>
          <a:bodyPr spcFirstLastPara="1" wrap="square" lIns="87950" tIns="43975" rIns="87950" bIns="43975"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rgbClr val="000000"/>
              </a:solidFill>
              <a:latin typeface="Arial"/>
              <a:ea typeface="Arial"/>
              <a:cs typeface="Arial"/>
              <a:sym typeface="Arial"/>
            </a:endParaRPr>
          </a:p>
        </p:txBody>
      </p:sp>
      <p:sp>
        <p:nvSpPr>
          <p:cNvPr id="1878" name="Google Shape;1878;p204"/>
          <p:cNvSpPr/>
          <p:nvPr/>
        </p:nvSpPr>
        <p:spPr>
          <a:xfrm>
            <a:off x="6482992" y="4441221"/>
            <a:ext cx="1860000" cy="262800"/>
          </a:xfrm>
          <a:prstGeom prst="rect">
            <a:avLst/>
          </a:prstGeom>
          <a:solidFill>
            <a:srgbClr val="6666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Georgia"/>
                <a:ea typeface="Georgia"/>
                <a:cs typeface="Georgia"/>
                <a:sym typeface="Georgia"/>
              </a:rPr>
              <a:t>Support</a:t>
            </a:r>
            <a:endParaRPr>
              <a:solidFill>
                <a:srgbClr val="FFFFFF"/>
              </a:solidFill>
              <a:latin typeface="Georgia"/>
              <a:ea typeface="Georgia"/>
              <a:cs typeface="Georgia"/>
              <a:sym typeface="Georgia"/>
            </a:endParaRPr>
          </a:p>
        </p:txBody>
      </p:sp>
      <p:sp>
        <p:nvSpPr>
          <p:cNvPr id="1879" name="Google Shape;1879;p204"/>
          <p:cNvSpPr txBox="1"/>
          <p:nvPr/>
        </p:nvSpPr>
        <p:spPr>
          <a:xfrm>
            <a:off x="476550" y="997475"/>
            <a:ext cx="2884500" cy="927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i="1">
                <a:latin typeface="Georgia"/>
                <a:ea typeface="Georgia"/>
                <a:cs typeface="Georgia"/>
                <a:sym typeface="Georgia"/>
              </a:rPr>
              <a:t>This roadmap outlines key activities and deliverables that will allow you to gain leadership support and deliver the enablement activities necessary for end users to take full advantage of the Salesforce platform.</a:t>
            </a:r>
            <a:endParaRPr sz="1000" i="1">
              <a:latin typeface="Georgia"/>
              <a:ea typeface="Georgia"/>
              <a:cs typeface="Georgia"/>
              <a:sym typeface="Georgia"/>
            </a:endParaRPr>
          </a:p>
        </p:txBody>
      </p:sp>
      <p:cxnSp>
        <p:nvCxnSpPr>
          <p:cNvPr id="1880" name="Google Shape;1880;p204"/>
          <p:cNvCxnSpPr/>
          <p:nvPr/>
        </p:nvCxnSpPr>
        <p:spPr>
          <a:xfrm>
            <a:off x="2871002" y="3668650"/>
            <a:ext cx="860700" cy="0"/>
          </a:xfrm>
          <a:prstGeom prst="straightConnector1">
            <a:avLst/>
          </a:prstGeom>
          <a:noFill/>
          <a:ln w="165100" cap="flat" cmpd="sng">
            <a:solidFill>
              <a:srgbClr val="980000"/>
            </a:solidFill>
            <a:prstDash val="solid"/>
            <a:round/>
            <a:headEnd type="none" w="sm" len="sm"/>
            <a:tailEnd type="none" w="sm" len="sm"/>
          </a:ln>
        </p:spPr>
      </p:cxnSp>
      <p:sp>
        <p:nvSpPr>
          <p:cNvPr id="1881" name="Google Shape;1881;p204"/>
          <p:cNvSpPr/>
          <p:nvPr/>
        </p:nvSpPr>
        <p:spPr>
          <a:xfrm>
            <a:off x="1654292" y="3554565"/>
            <a:ext cx="1099800" cy="6222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EB8C00"/>
              </a:buClr>
              <a:buFont typeface="Georgia"/>
              <a:buNone/>
            </a:pPr>
            <a:r>
              <a:rPr lang="en" sz="1000" b="1">
                <a:solidFill>
                  <a:schemeClr val="dk2"/>
                </a:solidFill>
                <a:latin typeface="Georgia"/>
                <a:ea typeface="Georgia"/>
                <a:cs typeface="Georgia"/>
                <a:sym typeface="Georgia"/>
              </a:rPr>
              <a:t>Stakeholder Analysis &amp; Change Impact Assessment</a:t>
            </a:r>
            <a:endParaRPr sz="1000">
              <a:solidFill>
                <a:schemeClr val="dk2"/>
              </a:solidFill>
              <a:latin typeface="Georgia"/>
              <a:ea typeface="Georgia"/>
              <a:cs typeface="Georgia"/>
              <a:sym typeface="Georgia"/>
            </a:endParaRPr>
          </a:p>
        </p:txBody>
      </p:sp>
      <p:sp>
        <p:nvSpPr>
          <p:cNvPr id="1882" name="Google Shape;1882;p204"/>
          <p:cNvSpPr/>
          <p:nvPr/>
        </p:nvSpPr>
        <p:spPr>
          <a:xfrm>
            <a:off x="7356123" y="2908550"/>
            <a:ext cx="1030200" cy="3282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D32E4A"/>
              </a:buClr>
              <a:buFont typeface="Georgia"/>
              <a:buNone/>
            </a:pPr>
            <a:r>
              <a:rPr lang="en" sz="1000" b="1">
                <a:solidFill>
                  <a:srgbClr val="666666"/>
                </a:solidFill>
                <a:latin typeface="Georgia"/>
                <a:ea typeface="Georgia"/>
                <a:cs typeface="Georgia"/>
                <a:sym typeface="Georgia"/>
              </a:rPr>
              <a:t>Post Go-Live Assessment</a:t>
            </a:r>
            <a:endParaRPr sz="1000">
              <a:solidFill>
                <a:srgbClr val="666666"/>
              </a:solidFill>
              <a:latin typeface="Georgia"/>
              <a:ea typeface="Georgia"/>
              <a:cs typeface="Georgia"/>
              <a:sym typeface="Georgia"/>
            </a:endParaRPr>
          </a:p>
          <a:p>
            <a:pPr marL="38100" marR="0" lvl="0" indent="0" algn="ctr" rtl="0">
              <a:lnSpc>
                <a:spcPct val="100000"/>
              </a:lnSpc>
              <a:spcBef>
                <a:spcPts val="0"/>
              </a:spcBef>
              <a:spcAft>
                <a:spcPts val="0"/>
              </a:spcAft>
              <a:buClr>
                <a:srgbClr val="000000"/>
              </a:buClr>
              <a:buFont typeface="Georgia"/>
              <a:buNone/>
            </a:pPr>
            <a:endParaRPr sz="1000">
              <a:solidFill>
                <a:srgbClr val="666666"/>
              </a:solidFill>
              <a:latin typeface="Georgia"/>
              <a:ea typeface="Georgia"/>
              <a:cs typeface="Georgia"/>
              <a:sym typeface="Georgia"/>
            </a:endParaRPr>
          </a:p>
        </p:txBody>
      </p:sp>
      <p:sp>
        <p:nvSpPr>
          <p:cNvPr id="1883" name="Google Shape;1883;p204"/>
          <p:cNvSpPr/>
          <p:nvPr/>
        </p:nvSpPr>
        <p:spPr>
          <a:xfrm>
            <a:off x="3692640" y="2972747"/>
            <a:ext cx="703800" cy="4881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D32E4A"/>
              </a:buClr>
              <a:buFont typeface="Georgia"/>
              <a:buNone/>
            </a:pPr>
            <a:r>
              <a:rPr lang="en" sz="1000" b="1">
                <a:solidFill>
                  <a:srgbClr val="980000"/>
                </a:solidFill>
                <a:latin typeface="Georgia"/>
                <a:ea typeface="Georgia"/>
                <a:cs typeface="Georgia"/>
                <a:sym typeface="Georgia"/>
              </a:rPr>
              <a:t>Comms Strategy &amp; Plan</a:t>
            </a:r>
            <a:endParaRPr sz="1000">
              <a:solidFill>
                <a:srgbClr val="980000"/>
              </a:solidFill>
              <a:latin typeface="Georgia"/>
              <a:ea typeface="Georgia"/>
              <a:cs typeface="Georgia"/>
              <a:sym typeface="Georgia"/>
            </a:endParaRPr>
          </a:p>
          <a:p>
            <a:pPr marL="45720" marR="0" lvl="0" indent="-7619" algn="ctr" rtl="0">
              <a:lnSpc>
                <a:spcPct val="100000"/>
              </a:lnSpc>
              <a:spcBef>
                <a:spcPts val="0"/>
              </a:spcBef>
              <a:spcAft>
                <a:spcPts val="0"/>
              </a:spcAft>
              <a:buClr>
                <a:srgbClr val="000000"/>
              </a:buClr>
              <a:buFont typeface="Georgia"/>
              <a:buNone/>
            </a:pPr>
            <a:endParaRPr sz="1000">
              <a:solidFill>
                <a:srgbClr val="980000"/>
              </a:solidFill>
              <a:latin typeface="Georgia"/>
              <a:ea typeface="Georgia"/>
              <a:cs typeface="Georgia"/>
              <a:sym typeface="Georgia"/>
            </a:endParaRPr>
          </a:p>
        </p:txBody>
      </p:sp>
      <p:sp>
        <p:nvSpPr>
          <p:cNvPr id="1884" name="Google Shape;1884;p204"/>
          <p:cNvSpPr/>
          <p:nvPr/>
        </p:nvSpPr>
        <p:spPr>
          <a:xfrm rot="8145968">
            <a:off x="3002241" y="2876295"/>
            <a:ext cx="440559" cy="446368"/>
          </a:xfrm>
          <a:prstGeom prst="teardrop">
            <a:avLst>
              <a:gd name="adj" fmla="val 147252"/>
            </a:avLst>
          </a:prstGeom>
          <a:solidFill>
            <a:srgbClr val="EAE8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85" name="Google Shape;1885;p204"/>
          <p:cNvSpPr/>
          <p:nvPr/>
        </p:nvSpPr>
        <p:spPr>
          <a:xfrm>
            <a:off x="2859619" y="3554575"/>
            <a:ext cx="805200" cy="488100"/>
          </a:xfrm>
          <a:prstGeom prst="rect">
            <a:avLst/>
          </a:prstGeom>
          <a:solidFill>
            <a:srgbClr val="FFFFFF">
              <a:alpha val="80000"/>
            </a:srgbClr>
          </a:solidFill>
          <a:ln>
            <a:noFill/>
          </a:ln>
        </p:spPr>
        <p:txBody>
          <a:bodyPr spcFirstLastPara="1" wrap="square" lIns="0" tIns="0" rIns="0" bIns="0" anchor="t" anchorCtr="0">
            <a:noAutofit/>
          </a:bodyPr>
          <a:lstStyle/>
          <a:p>
            <a:pPr marL="45720" marR="0" lvl="0" indent="-7619" algn="ctr" rtl="0">
              <a:lnSpc>
                <a:spcPct val="100000"/>
              </a:lnSpc>
              <a:spcBef>
                <a:spcPts val="0"/>
              </a:spcBef>
              <a:spcAft>
                <a:spcPts val="0"/>
              </a:spcAft>
              <a:buClr>
                <a:srgbClr val="EB8C00"/>
              </a:buClr>
              <a:buFont typeface="Georgia"/>
              <a:buNone/>
            </a:pPr>
            <a:r>
              <a:rPr lang="en" sz="1000" b="1">
                <a:solidFill>
                  <a:schemeClr val="dk2"/>
                </a:solidFill>
                <a:latin typeface="Georgia"/>
                <a:ea typeface="Georgia"/>
                <a:cs typeface="Georgia"/>
                <a:sym typeface="Georgia"/>
              </a:rPr>
              <a:t>Personas</a:t>
            </a:r>
            <a:endParaRPr sz="1000" b="1">
              <a:solidFill>
                <a:schemeClr val="dk2"/>
              </a:solidFill>
              <a:latin typeface="Georgia"/>
              <a:ea typeface="Georgia"/>
              <a:cs typeface="Georgia"/>
              <a:sym typeface="Georgia"/>
            </a:endParaRPr>
          </a:p>
          <a:p>
            <a:pPr marL="45720" marR="0" lvl="0" indent="-7619" algn="ctr" rtl="0">
              <a:lnSpc>
                <a:spcPct val="100000"/>
              </a:lnSpc>
              <a:spcBef>
                <a:spcPts val="0"/>
              </a:spcBef>
              <a:spcAft>
                <a:spcPts val="0"/>
              </a:spcAft>
              <a:buClr>
                <a:srgbClr val="EB8C00"/>
              </a:buClr>
              <a:buFont typeface="Georgia"/>
              <a:buNone/>
            </a:pPr>
            <a:r>
              <a:rPr lang="en" sz="1000" b="1">
                <a:solidFill>
                  <a:schemeClr val="dk2"/>
                </a:solidFill>
                <a:latin typeface="Georgia"/>
                <a:ea typeface="Georgia"/>
                <a:cs typeface="Georgia"/>
                <a:sym typeface="Georgia"/>
              </a:rPr>
              <a:t>&amp; Journey Maps</a:t>
            </a:r>
            <a:endParaRPr sz="1000">
              <a:solidFill>
                <a:schemeClr val="dk2"/>
              </a:solidFill>
              <a:latin typeface="Georgia"/>
              <a:ea typeface="Georgia"/>
              <a:cs typeface="Georgia"/>
              <a:sym typeface="Georgia"/>
            </a:endParaRPr>
          </a:p>
        </p:txBody>
      </p:sp>
      <p:sp>
        <p:nvSpPr>
          <p:cNvPr id="1886" name="Google Shape;1886;p204"/>
          <p:cNvSpPr/>
          <p:nvPr/>
        </p:nvSpPr>
        <p:spPr>
          <a:xfrm>
            <a:off x="3335346" y="2439417"/>
            <a:ext cx="380400" cy="380400"/>
          </a:xfrm>
          <a:custGeom>
            <a:avLst/>
            <a:gdLst/>
            <a:ahLst/>
            <a:cxnLst/>
            <a:rect l="l" t="t" r="r" b="b"/>
            <a:pathLst>
              <a:path w="120000" h="120000" extrusionOk="0">
                <a:moveTo>
                  <a:pt x="55555" y="64074"/>
                </a:moveTo>
                <a:cubicBezTo>
                  <a:pt x="55555" y="58518"/>
                  <a:pt x="59259" y="50370"/>
                  <a:pt x="69259" y="50370"/>
                </a:cubicBezTo>
                <a:cubicBezTo>
                  <a:pt x="88888" y="50370"/>
                  <a:pt x="88888" y="50370"/>
                  <a:pt x="88888" y="50370"/>
                </a:cubicBezTo>
                <a:cubicBezTo>
                  <a:pt x="89629" y="50370"/>
                  <a:pt x="90000" y="50370"/>
                  <a:pt x="90740" y="50370"/>
                </a:cubicBezTo>
                <a:cubicBezTo>
                  <a:pt x="90740" y="40740"/>
                  <a:pt x="90740" y="40740"/>
                  <a:pt x="90740" y="40740"/>
                </a:cubicBezTo>
                <a:cubicBezTo>
                  <a:pt x="90740" y="40740"/>
                  <a:pt x="90740" y="28148"/>
                  <a:pt x="78148" y="28148"/>
                </a:cubicBezTo>
                <a:cubicBezTo>
                  <a:pt x="34074" y="28148"/>
                  <a:pt x="34074" y="28148"/>
                  <a:pt x="34074" y="28148"/>
                </a:cubicBezTo>
                <a:cubicBezTo>
                  <a:pt x="34074" y="28148"/>
                  <a:pt x="21851" y="28148"/>
                  <a:pt x="21851" y="40740"/>
                </a:cubicBezTo>
                <a:cubicBezTo>
                  <a:pt x="21851" y="55185"/>
                  <a:pt x="21851" y="55185"/>
                  <a:pt x="21851" y="55185"/>
                </a:cubicBezTo>
                <a:cubicBezTo>
                  <a:pt x="21851" y="55185"/>
                  <a:pt x="21851" y="67407"/>
                  <a:pt x="34074" y="67407"/>
                </a:cubicBezTo>
                <a:cubicBezTo>
                  <a:pt x="37037" y="67407"/>
                  <a:pt x="37037" y="67407"/>
                  <a:pt x="37037" y="67407"/>
                </a:cubicBezTo>
                <a:cubicBezTo>
                  <a:pt x="36296" y="73333"/>
                  <a:pt x="34444" y="81481"/>
                  <a:pt x="28888" y="86296"/>
                </a:cubicBezTo>
                <a:cubicBezTo>
                  <a:pt x="28888" y="86296"/>
                  <a:pt x="43703" y="80740"/>
                  <a:pt x="48148" y="67407"/>
                </a:cubicBezTo>
                <a:cubicBezTo>
                  <a:pt x="55555" y="67407"/>
                  <a:pt x="55555" y="67407"/>
                  <a:pt x="55555" y="67407"/>
                </a:cubicBezTo>
                <a:lnTo>
                  <a:pt x="55555" y="64074"/>
                </a:lnTo>
                <a:close/>
                <a:moveTo>
                  <a:pt x="88888" y="54814"/>
                </a:moveTo>
                <a:cubicBezTo>
                  <a:pt x="88888" y="54814"/>
                  <a:pt x="98148" y="54814"/>
                  <a:pt x="98148" y="64074"/>
                </a:cubicBezTo>
                <a:cubicBezTo>
                  <a:pt x="98148" y="74814"/>
                  <a:pt x="98148" y="74814"/>
                  <a:pt x="98148" y="74814"/>
                </a:cubicBezTo>
                <a:cubicBezTo>
                  <a:pt x="98148" y="74814"/>
                  <a:pt x="98148" y="84074"/>
                  <a:pt x="88888" y="84074"/>
                </a:cubicBezTo>
                <a:cubicBezTo>
                  <a:pt x="82222" y="84074"/>
                  <a:pt x="82222" y="84074"/>
                  <a:pt x="82222" y="84074"/>
                </a:cubicBezTo>
                <a:cubicBezTo>
                  <a:pt x="82592" y="88518"/>
                  <a:pt x="84074" y="94444"/>
                  <a:pt x="88148" y="97777"/>
                </a:cubicBezTo>
                <a:cubicBezTo>
                  <a:pt x="88148" y="97777"/>
                  <a:pt x="77407" y="93703"/>
                  <a:pt x="74074" y="84074"/>
                </a:cubicBezTo>
                <a:cubicBezTo>
                  <a:pt x="69259" y="84074"/>
                  <a:pt x="69259" y="84074"/>
                  <a:pt x="69259" y="84074"/>
                </a:cubicBezTo>
                <a:cubicBezTo>
                  <a:pt x="69259" y="84074"/>
                  <a:pt x="60000" y="84074"/>
                  <a:pt x="60000" y="74814"/>
                </a:cubicBezTo>
                <a:cubicBezTo>
                  <a:pt x="60000" y="64074"/>
                  <a:pt x="60000" y="64074"/>
                  <a:pt x="60000" y="64074"/>
                </a:cubicBezTo>
                <a:cubicBezTo>
                  <a:pt x="60000" y="64074"/>
                  <a:pt x="60000" y="54814"/>
                  <a:pt x="69259" y="54814"/>
                </a:cubicBezTo>
                <a:cubicBezTo>
                  <a:pt x="88888" y="54814"/>
                  <a:pt x="88888" y="54814"/>
                  <a:pt x="88888" y="54814"/>
                </a:cubicBezTo>
                <a:moveTo>
                  <a:pt x="60000" y="0"/>
                </a:moveTo>
                <a:cubicBezTo>
                  <a:pt x="27037" y="0"/>
                  <a:pt x="0" y="27037"/>
                  <a:pt x="0" y="60000"/>
                </a:cubicBezTo>
                <a:cubicBezTo>
                  <a:pt x="0" y="93333"/>
                  <a:pt x="27037" y="120000"/>
                  <a:pt x="60000" y="120000"/>
                </a:cubicBezTo>
                <a:cubicBezTo>
                  <a:pt x="92962" y="120000"/>
                  <a:pt x="120000" y="93333"/>
                  <a:pt x="120000" y="60000"/>
                </a:cubicBezTo>
                <a:cubicBezTo>
                  <a:pt x="120000" y="27037"/>
                  <a:pt x="92962" y="0"/>
                  <a:pt x="60000" y="0"/>
                </a:cubicBezTo>
                <a:close/>
              </a:path>
            </a:pathLst>
          </a:custGeom>
          <a:solidFill>
            <a:srgbClr val="A3202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87" name="Google Shape;1887;p204"/>
          <p:cNvSpPr/>
          <p:nvPr/>
        </p:nvSpPr>
        <p:spPr>
          <a:xfrm>
            <a:off x="6230699" y="2752450"/>
            <a:ext cx="380400" cy="374400"/>
          </a:xfrm>
          <a:prstGeom prst="ellipse">
            <a:avLst/>
          </a:prstGeom>
          <a:solidFill>
            <a:srgbClr val="602320"/>
          </a:solidFill>
          <a:ln w="9525" cap="flat" cmpd="sng">
            <a:solidFill>
              <a:srgbClr val="6023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Georgia"/>
              <a:ea typeface="Georgia"/>
              <a:cs typeface="Georgia"/>
              <a:sym typeface="Georgia"/>
            </a:endParaRPr>
          </a:p>
        </p:txBody>
      </p:sp>
      <p:sp>
        <p:nvSpPr>
          <p:cNvPr id="1888" name="Google Shape;1888;p204"/>
          <p:cNvSpPr/>
          <p:nvPr/>
        </p:nvSpPr>
        <p:spPr>
          <a:xfrm>
            <a:off x="6275731" y="2825713"/>
            <a:ext cx="288900" cy="222300"/>
          </a:xfrm>
          <a:custGeom>
            <a:avLst/>
            <a:gdLst/>
            <a:ahLst/>
            <a:cxnLst/>
            <a:rect l="l" t="t" r="r" b="b"/>
            <a:pathLst>
              <a:path w="120000" h="120000" extrusionOk="0">
                <a:moveTo>
                  <a:pt x="120000" y="45123"/>
                </a:moveTo>
                <a:cubicBezTo>
                  <a:pt x="120000" y="56033"/>
                  <a:pt x="114823" y="65950"/>
                  <a:pt x="106823" y="71404"/>
                </a:cubicBezTo>
                <a:cubicBezTo>
                  <a:pt x="106823" y="72396"/>
                  <a:pt x="106823" y="72892"/>
                  <a:pt x="106823" y="73388"/>
                </a:cubicBezTo>
                <a:cubicBezTo>
                  <a:pt x="106823" y="84297"/>
                  <a:pt x="100705" y="93719"/>
                  <a:pt x="91764" y="97685"/>
                </a:cubicBezTo>
                <a:cubicBezTo>
                  <a:pt x="91764" y="116528"/>
                  <a:pt x="91764" y="116528"/>
                  <a:pt x="91764" y="116528"/>
                </a:cubicBezTo>
                <a:cubicBezTo>
                  <a:pt x="91764" y="118512"/>
                  <a:pt x="89882" y="120000"/>
                  <a:pt x="88000" y="120000"/>
                </a:cubicBezTo>
                <a:cubicBezTo>
                  <a:pt x="84235" y="120000"/>
                  <a:pt x="84235" y="120000"/>
                  <a:pt x="84235" y="120000"/>
                </a:cubicBezTo>
                <a:cubicBezTo>
                  <a:pt x="84235" y="95206"/>
                  <a:pt x="84235" y="95206"/>
                  <a:pt x="84235" y="95206"/>
                </a:cubicBezTo>
                <a:cubicBezTo>
                  <a:pt x="84235" y="95206"/>
                  <a:pt x="83764" y="95206"/>
                  <a:pt x="83764" y="94710"/>
                </a:cubicBezTo>
                <a:cubicBezTo>
                  <a:pt x="84235" y="94710"/>
                  <a:pt x="84235" y="94710"/>
                  <a:pt x="84235" y="94710"/>
                </a:cubicBezTo>
                <a:cubicBezTo>
                  <a:pt x="84235" y="87768"/>
                  <a:pt x="89411" y="81818"/>
                  <a:pt x="96000" y="81818"/>
                </a:cubicBezTo>
                <a:cubicBezTo>
                  <a:pt x="97882" y="81818"/>
                  <a:pt x="99294" y="80330"/>
                  <a:pt x="99294" y="78842"/>
                </a:cubicBezTo>
                <a:cubicBezTo>
                  <a:pt x="99294" y="76859"/>
                  <a:pt x="97882" y="75371"/>
                  <a:pt x="96000" y="75371"/>
                </a:cubicBezTo>
                <a:cubicBezTo>
                  <a:pt x="94588" y="75371"/>
                  <a:pt x="93176" y="75867"/>
                  <a:pt x="91764" y="76363"/>
                </a:cubicBezTo>
                <a:cubicBezTo>
                  <a:pt x="91764" y="62975"/>
                  <a:pt x="91764" y="62975"/>
                  <a:pt x="91764" y="62975"/>
                </a:cubicBezTo>
                <a:cubicBezTo>
                  <a:pt x="96000" y="62975"/>
                  <a:pt x="96000" y="62975"/>
                  <a:pt x="96000" y="62975"/>
                </a:cubicBezTo>
                <a:cubicBezTo>
                  <a:pt x="96000" y="62975"/>
                  <a:pt x="96000" y="62975"/>
                  <a:pt x="96000" y="62975"/>
                </a:cubicBezTo>
                <a:cubicBezTo>
                  <a:pt x="104470" y="62975"/>
                  <a:pt x="111058" y="56033"/>
                  <a:pt x="111058" y="47107"/>
                </a:cubicBezTo>
                <a:cubicBezTo>
                  <a:pt x="111058" y="45123"/>
                  <a:pt x="110117" y="43636"/>
                  <a:pt x="108235" y="43636"/>
                </a:cubicBezTo>
                <a:cubicBezTo>
                  <a:pt x="106823" y="43636"/>
                  <a:pt x="105411" y="45123"/>
                  <a:pt x="105411" y="47107"/>
                </a:cubicBezTo>
                <a:cubicBezTo>
                  <a:pt x="105411" y="52066"/>
                  <a:pt x="101176" y="56528"/>
                  <a:pt x="96000" y="56528"/>
                </a:cubicBezTo>
                <a:cubicBezTo>
                  <a:pt x="91764" y="56528"/>
                  <a:pt x="91764" y="56528"/>
                  <a:pt x="91764" y="56528"/>
                </a:cubicBezTo>
                <a:cubicBezTo>
                  <a:pt x="91764" y="53553"/>
                  <a:pt x="91764" y="53553"/>
                  <a:pt x="91764" y="53553"/>
                </a:cubicBezTo>
                <a:cubicBezTo>
                  <a:pt x="91764" y="44132"/>
                  <a:pt x="99294" y="36198"/>
                  <a:pt x="108235" y="36198"/>
                </a:cubicBezTo>
                <a:cubicBezTo>
                  <a:pt x="110117" y="36198"/>
                  <a:pt x="111058" y="34710"/>
                  <a:pt x="111058" y="32727"/>
                </a:cubicBezTo>
                <a:cubicBezTo>
                  <a:pt x="111058" y="31239"/>
                  <a:pt x="110117" y="29752"/>
                  <a:pt x="108235" y="29752"/>
                </a:cubicBezTo>
                <a:cubicBezTo>
                  <a:pt x="105882" y="29752"/>
                  <a:pt x="104000" y="30247"/>
                  <a:pt x="101647" y="30743"/>
                </a:cubicBezTo>
                <a:cubicBezTo>
                  <a:pt x="100235" y="25289"/>
                  <a:pt x="95529" y="20826"/>
                  <a:pt x="89882" y="20826"/>
                </a:cubicBezTo>
                <a:cubicBezTo>
                  <a:pt x="88000" y="20826"/>
                  <a:pt x="86588" y="22314"/>
                  <a:pt x="86588" y="24297"/>
                </a:cubicBezTo>
                <a:cubicBezTo>
                  <a:pt x="86588" y="26280"/>
                  <a:pt x="88000" y="27768"/>
                  <a:pt x="89882" y="27768"/>
                </a:cubicBezTo>
                <a:cubicBezTo>
                  <a:pt x="93176" y="27768"/>
                  <a:pt x="95529" y="30247"/>
                  <a:pt x="96000" y="33719"/>
                </a:cubicBezTo>
                <a:cubicBezTo>
                  <a:pt x="93176" y="35702"/>
                  <a:pt x="90823" y="38181"/>
                  <a:pt x="89411" y="40661"/>
                </a:cubicBezTo>
                <a:cubicBezTo>
                  <a:pt x="84705" y="29256"/>
                  <a:pt x="73411" y="21322"/>
                  <a:pt x="61176" y="21322"/>
                </a:cubicBezTo>
                <a:cubicBezTo>
                  <a:pt x="58352" y="21322"/>
                  <a:pt x="58352" y="21322"/>
                  <a:pt x="58352" y="21322"/>
                </a:cubicBezTo>
                <a:cubicBezTo>
                  <a:pt x="58352" y="19338"/>
                  <a:pt x="58352" y="19338"/>
                  <a:pt x="58352" y="19338"/>
                </a:cubicBezTo>
                <a:cubicBezTo>
                  <a:pt x="58352" y="16363"/>
                  <a:pt x="60705" y="13388"/>
                  <a:pt x="64000" y="13388"/>
                </a:cubicBezTo>
                <a:cubicBezTo>
                  <a:pt x="65411" y="13388"/>
                  <a:pt x="66823" y="12396"/>
                  <a:pt x="66823" y="10413"/>
                </a:cubicBezTo>
                <a:cubicBezTo>
                  <a:pt x="66823" y="7933"/>
                  <a:pt x="65411" y="6942"/>
                  <a:pt x="64000" y="6942"/>
                </a:cubicBezTo>
                <a:cubicBezTo>
                  <a:pt x="57411" y="6942"/>
                  <a:pt x="52235" y="12892"/>
                  <a:pt x="52235" y="19338"/>
                </a:cubicBezTo>
                <a:cubicBezTo>
                  <a:pt x="52235" y="21322"/>
                  <a:pt x="52235" y="21322"/>
                  <a:pt x="52235" y="21322"/>
                </a:cubicBezTo>
                <a:cubicBezTo>
                  <a:pt x="45176" y="21322"/>
                  <a:pt x="45176" y="21322"/>
                  <a:pt x="45176" y="21322"/>
                </a:cubicBezTo>
                <a:cubicBezTo>
                  <a:pt x="45176" y="21322"/>
                  <a:pt x="45176" y="21322"/>
                  <a:pt x="45176" y="21322"/>
                </a:cubicBezTo>
                <a:cubicBezTo>
                  <a:pt x="37647" y="21322"/>
                  <a:pt x="31058" y="25289"/>
                  <a:pt x="27294" y="31735"/>
                </a:cubicBezTo>
                <a:cubicBezTo>
                  <a:pt x="24000" y="31239"/>
                  <a:pt x="21647" y="28264"/>
                  <a:pt x="21647" y="25289"/>
                </a:cubicBezTo>
                <a:cubicBezTo>
                  <a:pt x="21647" y="23305"/>
                  <a:pt x="20705" y="21818"/>
                  <a:pt x="18823" y="21818"/>
                </a:cubicBezTo>
                <a:cubicBezTo>
                  <a:pt x="16941" y="21818"/>
                  <a:pt x="16000" y="23305"/>
                  <a:pt x="16000" y="25289"/>
                </a:cubicBezTo>
                <a:cubicBezTo>
                  <a:pt x="16000" y="30743"/>
                  <a:pt x="19294" y="35702"/>
                  <a:pt x="24470" y="37685"/>
                </a:cubicBezTo>
                <a:cubicBezTo>
                  <a:pt x="24000" y="39669"/>
                  <a:pt x="23529" y="42148"/>
                  <a:pt x="23529" y="44132"/>
                </a:cubicBezTo>
                <a:cubicBezTo>
                  <a:pt x="23529" y="46115"/>
                  <a:pt x="24941" y="47603"/>
                  <a:pt x="26352" y="47603"/>
                </a:cubicBezTo>
                <a:cubicBezTo>
                  <a:pt x="28235" y="47603"/>
                  <a:pt x="29647" y="46115"/>
                  <a:pt x="29647" y="44132"/>
                </a:cubicBezTo>
                <a:cubicBezTo>
                  <a:pt x="29647" y="39669"/>
                  <a:pt x="31529" y="35702"/>
                  <a:pt x="34352" y="32727"/>
                </a:cubicBezTo>
                <a:cubicBezTo>
                  <a:pt x="36235" y="38677"/>
                  <a:pt x="41411" y="43140"/>
                  <a:pt x="47529" y="43140"/>
                </a:cubicBezTo>
                <a:cubicBezTo>
                  <a:pt x="49411" y="43140"/>
                  <a:pt x="50823" y="41652"/>
                  <a:pt x="50823" y="39669"/>
                </a:cubicBezTo>
                <a:cubicBezTo>
                  <a:pt x="50823" y="38181"/>
                  <a:pt x="49411" y="36694"/>
                  <a:pt x="47529" y="36694"/>
                </a:cubicBezTo>
                <a:cubicBezTo>
                  <a:pt x="43294" y="36694"/>
                  <a:pt x="40000" y="33223"/>
                  <a:pt x="39529" y="28760"/>
                </a:cubicBezTo>
                <a:cubicBezTo>
                  <a:pt x="41411" y="28264"/>
                  <a:pt x="43294" y="27768"/>
                  <a:pt x="45176" y="27768"/>
                </a:cubicBezTo>
                <a:cubicBezTo>
                  <a:pt x="61176" y="27768"/>
                  <a:pt x="61176" y="27768"/>
                  <a:pt x="61176" y="27768"/>
                </a:cubicBezTo>
                <a:cubicBezTo>
                  <a:pt x="65882" y="27768"/>
                  <a:pt x="70588" y="29256"/>
                  <a:pt x="74352" y="32231"/>
                </a:cubicBezTo>
                <a:cubicBezTo>
                  <a:pt x="62117" y="34214"/>
                  <a:pt x="52235" y="42644"/>
                  <a:pt x="47058" y="54049"/>
                </a:cubicBezTo>
                <a:cubicBezTo>
                  <a:pt x="36235" y="54049"/>
                  <a:pt x="36235" y="54049"/>
                  <a:pt x="36235" y="54049"/>
                </a:cubicBezTo>
                <a:cubicBezTo>
                  <a:pt x="36235" y="54049"/>
                  <a:pt x="36235" y="54049"/>
                  <a:pt x="36235" y="54049"/>
                </a:cubicBezTo>
                <a:cubicBezTo>
                  <a:pt x="35764" y="54049"/>
                  <a:pt x="35764" y="54049"/>
                  <a:pt x="35764" y="54049"/>
                </a:cubicBezTo>
                <a:cubicBezTo>
                  <a:pt x="35764" y="54049"/>
                  <a:pt x="35764" y="54049"/>
                  <a:pt x="35764" y="54049"/>
                </a:cubicBezTo>
                <a:cubicBezTo>
                  <a:pt x="23529" y="54049"/>
                  <a:pt x="23529" y="54049"/>
                  <a:pt x="23529" y="54049"/>
                </a:cubicBezTo>
                <a:cubicBezTo>
                  <a:pt x="17411" y="54049"/>
                  <a:pt x="12235" y="49090"/>
                  <a:pt x="12235" y="42148"/>
                </a:cubicBezTo>
                <a:cubicBezTo>
                  <a:pt x="12235" y="40661"/>
                  <a:pt x="10823" y="39173"/>
                  <a:pt x="9411" y="39173"/>
                </a:cubicBezTo>
                <a:cubicBezTo>
                  <a:pt x="7529" y="39173"/>
                  <a:pt x="6117" y="40661"/>
                  <a:pt x="6117" y="42148"/>
                </a:cubicBezTo>
                <a:cubicBezTo>
                  <a:pt x="6117" y="52561"/>
                  <a:pt x="14117" y="60495"/>
                  <a:pt x="23529" y="60495"/>
                </a:cubicBezTo>
                <a:cubicBezTo>
                  <a:pt x="24470" y="60495"/>
                  <a:pt x="24470" y="60495"/>
                  <a:pt x="24470" y="60495"/>
                </a:cubicBezTo>
                <a:cubicBezTo>
                  <a:pt x="22588" y="62975"/>
                  <a:pt x="21647" y="65950"/>
                  <a:pt x="21647" y="69421"/>
                </a:cubicBezTo>
                <a:cubicBezTo>
                  <a:pt x="21647" y="70909"/>
                  <a:pt x="23058" y="72396"/>
                  <a:pt x="24941" y="72396"/>
                </a:cubicBezTo>
                <a:cubicBezTo>
                  <a:pt x="26352" y="72396"/>
                  <a:pt x="27764" y="70909"/>
                  <a:pt x="27764" y="69421"/>
                </a:cubicBezTo>
                <a:cubicBezTo>
                  <a:pt x="27764" y="64462"/>
                  <a:pt x="31529" y="60495"/>
                  <a:pt x="36235" y="60495"/>
                </a:cubicBezTo>
                <a:cubicBezTo>
                  <a:pt x="36235" y="60495"/>
                  <a:pt x="36235" y="60495"/>
                  <a:pt x="36235" y="60495"/>
                </a:cubicBezTo>
                <a:cubicBezTo>
                  <a:pt x="45176" y="60495"/>
                  <a:pt x="45176" y="60495"/>
                  <a:pt x="45176" y="60495"/>
                </a:cubicBezTo>
                <a:cubicBezTo>
                  <a:pt x="44235" y="63966"/>
                  <a:pt x="43764" y="67438"/>
                  <a:pt x="43764" y="70909"/>
                </a:cubicBezTo>
                <a:cubicBezTo>
                  <a:pt x="43764" y="72892"/>
                  <a:pt x="45176" y="73884"/>
                  <a:pt x="46588" y="73884"/>
                </a:cubicBezTo>
                <a:cubicBezTo>
                  <a:pt x="48470" y="73884"/>
                  <a:pt x="49882" y="72892"/>
                  <a:pt x="49882" y="70909"/>
                </a:cubicBezTo>
                <a:cubicBezTo>
                  <a:pt x="49882" y="61983"/>
                  <a:pt x="53176" y="53553"/>
                  <a:pt x="58823" y="47603"/>
                </a:cubicBezTo>
                <a:cubicBezTo>
                  <a:pt x="66352" y="48099"/>
                  <a:pt x="72000" y="54545"/>
                  <a:pt x="72000" y="62479"/>
                </a:cubicBezTo>
                <a:cubicBezTo>
                  <a:pt x="72000" y="64462"/>
                  <a:pt x="73411" y="65950"/>
                  <a:pt x="75294" y="65950"/>
                </a:cubicBezTo>
                <a:cubicBezTo>
                  <a:pt x="76705" y="65950"/>
                  <a:pt x="78117" y="64462"/>
                  <a:pt x="78117" y="62479"/>
                </a:cubicBezTo>
                <a:cubicBezTo>
                  <a:pt x="78117" y="53553"/>
                  <a:pt x="72470" y="45619"/>
                  <a:pt x="64941" y="42644"/>
                </a:cubicBezTo>
                <a:cubicBezTo>
                  <a:pt x="69176" y="39669"/>
                  <a:pt x="74352" y="37685"/>
                  <a:pt x="80470" y="37685"/>
                </a:cubicBezTo>
                <a:cubicBezTo>
                  <a:pt x="83764" y="42148"/>
                  <a:pt x="85647" y="47107"/>
                  <a:pt x="85647" y="53057"/>
                </a:cubicBezTo>
                <a:cubicBezTo>
                  <a:pt x="85647" y="79338"/>
                  <a:pt x="85647" y="79338"/>
                  <a:pt x="85647" y="79338"/>
                </a:cubicBezTo>
                <a:cubicBezTo>
                  <a:pt x="84235" y="80330"/>
                  <a:pt x="82823" y="81818"/>
                  <a:pt x="81882" y="83305"/>
                </a:cubicBezTo>
                <a:cubicBezTo>
                  <a:pt x="72941" y="82314"/>
                  <a:pt x="66823" y="74876"/>
                  <a:pt x="66823" y="66446"/>
                </a:cubicBezTo>
                <a:cubicBezTo>
                  <a:pt x="66823" y="64462"/>
                  <a:pt x="65411" y="62975"/>
                  <a:pt x="63529" y="62975"/>
                </a:cubicBezTo>
                <a:cubicBezTo>
                  <a:pt x="62117" y="62975"/>
                  <a:pt x="60705" y="64462"/>
                  <a:pt x="60705" y="66446"/>
                </a:cubicBezTo>
                <a:cubicBezTo>
                  <a:pt x="60705" y="77355"/>
                  <a:pt x="68235" y="86776"/>
                  <a:pt x="78117" y="89256"/>
                </a:cubicBezTo>
                <a:cubicBezTo>
                  <a:pt x="77647" y="90743"/>
                  <a:pt x="77647" y="92727"/>
                  <a:pt x="77647" y="94710"/>
                </a:cubicBezTo>
                <a:cubicBezTo>
                  <a:pt x="77647" y="94710"/>
                  <a:pt x="77647" y="94710"/>
                  <a:pt x="77647" y="94710"/>
                </a:cubicBezTo>
                <a:cubicBezTo>
                  <a:pt x="77647" y="95206"/>
                  <a:pt x="77647" y="95206"/>
                  <a:pt x="77647" y="95206"/>
                </a:cubicBezTo>
                <a:cubicBezTo>
                  <a:pt x="77647" y="120000"/>
                  <a:pt x="77647" y="120000"/>
                  <a:pt x="77647" y="120000"/>
                </a:cubicBezTo>
                <a:cubicBezTo>
                  <a:pt x="73411" y="120000"/>
                  <a:pt x="73411" y="120000"/>
                  <a:pt x="73411" y="120000"/>
                </a:cubicBezTo>
                <a:cubicBezTo>
                  <a:pt x="71058" y="120000"/>
                  <a:pt x="69647" y="118512"/>
                  <a:pt x="69647" y="116528"/>
                </a:cubicBezTo>
                <a:cubicBezTo>
                  <a:pt x="69647" y="97190"/>
                  <a:pt x="69647" y="97190"/>
                  <a:pt x="69647" y="97190"/>
                </a:cubicBezTo>
                <a:cubicBezTo>
                  <a:pt x="64470" y="94214"/>
                  <a:pt x="60705" y="89752"/>
                  <a:pt x="58352" y="84297"/>
                </a:cubicBezTo>
                <a:cubicBezTo>
                  <a:pt x="56470" y="84793"/>
                  <a:pt x="54588" y="85289"/>
                  <a:pt x="52705" y="85289"/>
                </a:cubicBezTo>
                <a:cubicBezTo>
                  <a:pt x="47529" y="85289"/>
                  <a:pt x="42823" y="82809"/>
                  <a:pt x="40000" y="79338"/>
                </a:cubicBezTo>
                <a:cubicBezTo>
                  <a:pt x="37647" y="79834"/>
                  <a:pt x="34823" y="80330"/>
                  <a:pt x="32470" y="80330"/>
                </a:cubicBezTo>
                <a:cubicBezTo>
                  <a:pt x="14588" y="80330"/>
                  <a:pt x="0" y="64958"/>
                  <a:pt x="0" y="46115"/>
                </a:cubicBezTo>
                <a:cubicBezTo>
                  <a:pt x="0" y="27272"/>
                  <a:pt x="14588" y="11900"/>
                  <a:pt x="32470" y="11900"/>
                </a:cubicBezTo>
                <a:cubicBezTo>
                  <a:pt x="35294" y="11900"/>
                  <a:pt x="38117" y="12396"/>
                  <a:pt x="40941" y="13388"/>
                </a:cubicBezTo>
                <a:cubicBezTo>
                  <a:pt x="44705" y="5454"/>
                  <a:pt x="51764" y="0"/>
                  <a:pt x="60235" y="0"/>
                </a:cubicBezTo>
                <a:cubicBezTo>
                  <a:pt x="69176" y="0"/>
                  <a:pt x="76705" y="5454"/>
                  <a:pt x="80470" y="14380"/>
                </a:cubicBezTo>
                <a:cubicBezTo>
                  <a:pt x="83294" y="13388"/>
                  <a:pt x="86117" y="12892"/>
                  <a:pt x="89411" y="12892"/>
                </a:cubicBezTo>
                <a:cubicBezTo>
                  <a:pt x="106352" y="12892"/>
                  <a:pt x="120000" y="27272"/>
                  <a:pt x="120000" y="45123"/>
                </a:cubicBezTo>
                <a:close/>
              </a:path>
            </a:pathLst>
          </a:custGeom>
          <a:solidFill>
            <a:srgbClr val="FFFFFF"/>
          </a:solidFill>
          <a:ln>
            <a:noFill/>
          </a:ln>
        </p:spPr>
        <p:txBody>
          <a:bodyPr spcFirstLastPara="1" wrap="square" lIns="100800" tIns="50400" rIns="100800" bIns="50400" anchor="t" anchorCtr="0">
            <a:noAutofit/>
          </a:bodyPr>
          <a:lstStyle/>
          <a:p>
            <a:pPr marL="0" marR="0" lvl="0" indent="0" algn="l" rtl="0">
              <a:lnSpc>
                <a:spcPct val="100000"/>
              </a:lnSpc>
              <a:spcBef>
                <a:spcPts val="0"/>
              </a:spcBef>
              <a:spcAft>
                <a:spcPts val="0"/>
              </a:spcAft>
              <a:buClr>
                <a:srgbClr val="000000"/>
              </a:buClr>
              <a:buFont typeface="Arial"/>
              <a:buNone/>
            </a:pPr>
            <a:endParaRPr sz="2205" b="0" i="0" u="none" strike="noStrike" cap="none">
              <a:solidFill>
                <a:srgbClr val="000000"/>
              </a:solidFill>
              <a:latin typeface="Arial"/>
              <a:ea typeface="Arial"/>
              <a:cs typeface="Arial"/>
              <a:sym typeface="Arial"/>
            </a:endParaRPr>
          </a:p>
        </p:txBody>
      </p:sp>
      <p:sp>
        <p:nvSpPr>
          <p:cNvPr id="1889" name="Google Shape;1889;p204"/>
          <p:cNvSpPr/>
          <p:nvPr/>
        </p:nvSpPr>
        <p:spPr>
          <a:xfrm>
            <a:off x="7866811" y="2246783"/>
            <a:ext cx="380400" cy="380400"/>
          </a:xfrm>
          <a:custGeom>
            <a:avLst/>
            <a:gdLst/>
            <a:ahLst/>
            <a:cxnLst/>
            <a:rect l="l" t="t" r="r" b="b"/>
            <a:pathLst>
              <a:path w="120000" h="120000" extrusionOk="0">
                <a:moveTo>
                  <a:pt x="120000" y="60000"/>
                </a:moveTo>
                <a:cubicBezTo>
                  <a:pt x="120000" y="92962"/>
                  <a:pt x="92962" y="120000"/>
                  <a:pt x="60000" y="120000"/>
                </a:cubicBezTo>
                <a:cubicBezTo>
                  <a:pt x="27037" y="120000"/>
                  <a:pt x="0" y="92962"/>
                  <a:pt x="0" y="60000"/>
                </a:cubicBezTo>
                <a:cubicBezTo>
                  <a:pt x="0" y="27037"/>
                  <a:pt x="27037" y="0"/>
                  <a:pt x="60000" y="0"/>
                </a:cubicBezTo>
                <a:cubicBezTo>
                  <a:pt x="92962" y="0"/>
                  <a:pt x="120000" y="27037"/>
                  <a:pt x="120000" y="60000"/>
                </a:cubicBezTo>
                <a:close/>
                <a:moveTo>
                  <a:pt x="92592" y="47037"/>
                </a:moveTo>
                <a:cubicBezTo>
                  <a:pt x="83703" y="47037"/>
                  <a:pt x="83703" y="47037"/>
                  <a:pt x="83703" y="47037"/>
                </a:cubicBezTo>
                <a:cubicBezTo>
                  <a:pt x="82592" y="47037"/>
                  <a:pt x="81481" y="48148"/>
                  <a:pt x="81481" y="49259"/>
                </a:cubicBezTo>
                <a:cubicBezTo>
                  <a:pt x="81481" y="85555"/>
                  <a:pt x="81481" y="85555"/>
                  <a:pt x="81481" y="85555"/>
                </a:cubicBezTo>
                <a:cubicBezTo>
                  <a:pt x="81481" y="87037"/>
                  <a:pt x="82592" y="87777"/>
                  <a:pt x="83703" y="87777"/>
                </a:cubicBezTo>
                <a:cubicBezTo>
                  <a:pt x="92592" y="87777"/>
                  <a:pt x="92592" y="87777"/>
                  <a:pt x="92592" y="87777"/>
                </a:cubicBezTo>
                <a:cubicBezTo>
                  <a:pt x="93703" y="87777"/>
                  <a:pt x="94814" y="87037"/>
                  <a:pt x="94814" y="85555"/>
                </a:cubicBezTo>
                <a:cubicBezTo>
                  <a:pt x="94814" y="49259"/>
                  <a:pt x="94814" y="49259"/>
                  <a:pt x="94814" y="49259"/>
                </a:cubicBezTo>
                <a:cubicBezTo>
                  <a:pt x="94814" y="48148"/>
                  <a:pt x="93703" y="47037"/>
                  <a:pt x="92592" y="47037"/>
                </a:cubicBezTo>
                <a:close/>
                <a:moveTo>
                  <a:pt x="72222" y="61851"/>
                </a:moveTo>
                <a:cubicBezTo>
                  <a:pt x="63703" y="61851"/>
                  <a:pt x="63703" y="61851"/>
                  <a:pt x="63703" y="61851"/>
                </a:cubicBezTo>
                <a:cubicBezTo>
                  <a:pt x="62222" y="61851"/>
                  <a:pt x="61481" y="62962"/>
                  <a:pt x="61481" y="64444"/>
                </a:cubicBezTo>
                <a:cubicBezTo>
                  <a:pt x="61481" y="85555"/>
                  <a:pt x="61481" y="85555"/>
                  <a:pt x="61481" y="85555"/>
                </a:cubicBezTo>
                <a:cubicBezTo>
                  <a:pt x="61481" y="87037"/>
                  <a:pt x="62222" y="87777"/>
                  <a:pt x="63703" y="87777"/>
                </a:cubicBezTo>
                <a:cubicBezTo>
                  <a:pt x="72222" y="87777"/>
                  <a:pt x="72222" y="87777"/>
                  <a:pt x="72222" y="87777"/>
                </a:cubicBezTo>
                <a:cubicBezTo>
                  <a:pt x="73703" y="87777"/>
                  <a:pt x="74814" y="87037"/>
                  <a:pt x="74814" y="85555"/>
                </a:cubicBezTo>
                <a:cubicBezTo>
                  <a:pt x="74814" y="64444"/>
                  <a:pt x="74814" y="64444"/>
                  <a:pt x="74814" y="64444"/>
                </a:cubicBezTo>
                <a:cubicBezTo>
                  <a:pt x="74814" y="62962"/>
                  <a:pt x="73703" y="61851"/>
                  <a:pt x="72222" y="61851"/>
                </a:cubicBezTo>
                <a:close/>
                <a:moveTo>
                  <a:pt x="65555" y="56666"/>
                </a:moveTo>
                <a:cubicBezTo>
                  <a:pt x="87777" y="34444"/>
                  <a:pt x="87777" y="34444"/>
                  <a:pt x="87777" y="34444"/>
                </a:cubicBezTo>
                <a:cubicBezTo>
                  <a:pt x="94074" y="40740"/>
                  <a:pt x="94074" y="40740"/>
                  <a:pt x="94074" y="40740"/>
                </a:cubicBezTo>
                <a:cubicBezTo>
                  <a:pt x="94074" y="24074"/>
                  <a:pt x="94074" y="24074"/>
                  <a:pt x="94074" y="24074"/>
                </a:cubicBezTo>
                <a:cubicBezTo>
                  <a:pt x="77407" y="24074"/>
                  <a:pt x="77407" y="24074"/>
                  <a:pt x="77407" y="24074"/>
                </a:cubicBezTo>
                <a:cubicBezTo>
                  <a:pt x="83703" y="30740"/>
                  <a:pt x="83703" y="30740"/>
                  <a:pt x="83703" y="30740"/>
                </a:cubicBezTo>
                <a:cubicBezTo>
                  <a:pt x="62962" y="51111"/>
                  <a:pt x="62962" y="51111"/>
                  <a:pt x="62962" y="51111"/>
                </a:cubicBezTo>
                <a:cubicBezTo>
                  <a:pt x="44814" y="42222"/>
                  <a:pt x="44814" y="42222"/>
                  <a:pt x="44814" y="42222"/>
                </a:cubicBezTo>
                <a:cubicBezTo>
                  <a:pt x="44074" y="41851"/>
                  <a:pt x="42592" y="41851"/>
                  <a:pt x="41851" y="42592"/>
                </a:cubicBezTo>
                <a:cubicBezTo>
                  <a:pt x="21851" y="60740"/>
                  <a:pt x="21851" y="60740"/>
                  <a:pt x="21851" y="60740"/>
                </a:cubicBezTo>
                <a:cubicBezTo>
                  <a:pt x="20740" y="61851"/>
                  <a:pt x="20740" y="63703"/>
                  <a:pt x="21851" y="64814"/>
                </a:cubicBezTo>
                <a:cubicBezTo>
                  <a:pt x="22222" y="65555"/>
                  <a:pt x="22962" y="65925"/>
                  <a:pt x="24074" y="65925"/>
                </a:cubicBezTo>
                <a:cubicBezTo>
                  <a:pt x="24444" y="65925"/>
                  <a:pt x="25185" y="65555"/>
                  <a:pt x="25925" y="65185"/>
                </a:cubicBezTo>
                <a:cubicBezTo>
                  <a:pt x="44074" y="48148"/>
                  <a:pt x="44074" y="48148"/>
                  <a:pt x="44074" y="48148"/>
                </a:cubicBezTo>
                <a:cubicBezTo>
                  <a:pt x="62222" y="57037"/>
                  <a:pt x="62222" y="57037"/>
                  <a:pt x="62222" y="57037"/>
                </a:cubicBezTo>
                <a:cubicBezTo>
                  <a:pt x="63333" y="57777"/>
                  <a:pt x="64814" y="57407"/>
                  <a:pt x="65555" y="56666"/>
                </a:cubicBezTo>
                <a:close/>
                <a:moveTo>
                  <a:pt x="52222" y="57777"/>
                </a:moveTo>
                <a:cubicBezTo>
                  <a:pt x="43703" y="57777"/>
                  <a:pt x="43703" y="57777"/>
                  <a:pt x="43703" y="57777"/>
                </a:cubicBezTo>
                <a:cubicBezTo>
                  <a:pt x="42222" y="57777"/>
                  <a:pt x="41111" y="58888"/>
                  <a:pt x="41111" y="60000"/>
                </a:cubicBezTo>
                <a:cubicBezTo>
                  <a:pt x="41111" y="85555"/>
                  <a:pt x="41111" y="85555"/>
                  <a:pt x="41111" y="85555"/>
                </a:cubicBezTo>
                <a:cubicBezTo>
                  <a:pt x="41111" y="87037"/>
                  <a:pt x="42222" y="87777"/>
                  <a:pt x="43703" y="87777"/>
                </a:cubicBezTo>
                <a:cubicBezTo>
                  <a:pt x="52222" y="87777"/>
                  <a:pt x="52222" y="87777"/>
                  <a:pt x="52222" y="87777"/>
                </a:cubicBezTo>
                <a:cubicBezTo>
                  <a:pt x="53333" y="87777"/>
                  <a:pt x="54444" y="87037"/>
                  <a:pt x="54444" y="85555"/>
                </a:cubicBezTo>
                <a:cubicBezTo>
                  <a:pt x="54444" y="60000"/>
                  <a:pt x="54444" y="60000"/>
                  <a:pt x="54444" y="60000"/>
                </a:cubicBezTo>
                <a:cubicBezTo>
                  <a:pt x="54444" y="58888"/>
                  <a:pt x="53333" y="57777"/>
                  <a:pt x="52222" y="57777"/>
                </a:cubicBezTo>
                <a:close/>
                <a:moveTo>
                  <a:pt x="34444" y="72962"/>
                </a:moveTo>
                <a:cubicBezTo>
                  <a:pt x="34444" y="85555"/>
                  <a:pt x="34444" y="85555"/>
                  <a:pt x="34444" y="85555"/>
                </a:cubicBezTo>
                <a:cubicBezTo>
                  <a:pt x="34444" y="87037"/>
                  <a:pt x="33333" y="87777"/>
                  <a:pt x="32222" y="87777"/>
                </a:cubicBezTo>
                <a:cubicBezTo>
                  <a:pt x="23333" y="87777"/>
                  <a:pt x="23333" y="87777"/>
                  <a:pt x="23333" y="87777"/>
                </a:cubicBezTo>
                <a:cubicBezTo>
                  <a:pt x="22222" y="87777"/>
                  <a:pt x="21111" y="87037"/>
                  <a:pt x="21111" y="85555"/>
                </a:cubicBezTo>
                <a:cubicBezTo>
                  <a:pt x="21111" y="72962"/>
                  <a:pt x="21111" y="72962"/>
                  <a:pt x="21111" y="72962"/>
                </a:cubicBezTo>
                <a:cubicBezTo>
                  <a:pt x="21111" y="71481"/>
                  <a:pt x="22222" y="70370"/>
                  <a:pt x="23333" y="70370"/>
                </a:cubicBezTo>
                <a:cubicBezTo>
                  <a:pt x="32222" y="70370"/>
                  <a:pt x="32222" y="70370"/>
                  <a:pt x="32222" y="70370"/>
                </a:cubicBezTo>
                <a:cubicBezTo>
                  <a:pt x="33333" y="70370"/>
                  <a:pt x="34444" y="71481"/>
                  <a:pt x="34444" y="72962"/>
                </a:cubicBezTo>
                <a:close/>
              </a:path>
            </a:pathLst>
          </a:custGeom>
          <a:solidFill>
            <a:srgbClr val="DB536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90" name="Google Shape;1890;p204"/>
          <p:cNvSpPr/>
          <p:nvPr/>
        </p:nvSpPr>
        <p:spPr>
          <a:xfrm>
            <a:off x="3030850" y="2922270"/>
            <a:ext cx="380400" cy="380400"/>
          </a:xfrm>
          <a:custGeom>
            <a:avLst/>
            <a:gdLst/>
            <a:ahLst/>
            <a:cxnLst/>
            <a:rect l="l" t="t" r="r" b="b"/>
            <a:pathLst>
              <a:path w="120000" h="120000" extrusionOk="0">
                <a:moveTo>
                  <a:pt x="120000" y="60000"/>
                </a:moveTo>
                <a:cubicBezTo>
                  <a:pt x="120000" y="92962"/>
                  <a:pt x="93167" y="120000"/>
                  <a:pt x="60372" y="120000"/>
                </a:cubicBezTo>
                <a:cubicBezTo>
                  <a:pt x="26832" y="120000"/>
                  <a:pt x="0" y="92962"/>
                  <a:pt x="0" y="60000"/>
                </a:cubicBezTo>
                <a:cubicBezTo>
                  <a:pt x="0" y="27037"/>
                  <a:pt x="26832" y="0"/>
                  <a:pt x="60372" y="0"/>
                </a:cubicBezTo>
                <a:cubicBezTo>
                  <a:pt x="93167" y="0"/>
                  <a:pt x="120000" y="27037"/>
                  <a:pt x="120000" y="60000"/>
                </a:cubicBezTo>
                <a:close/>
                <a:moveTo>
                  <a:pt x="68198" y="101481"/>
                </a:moveTo>
                <a:cubicBezTo>
                  <a:pt x="68198" y="101481"/>
                  <a:pt x="68198" y="101111"/>
                  <a:pt x="67826" y="101111"/>
                </a:cubicBezTo>
                <a:cubicBezTo>
                  <a:pt x="60372" y="93703"/>
                  <a:pt x="60372" y="93703"/>
                  <a:pt x="60372" y="93703"/>
                </a:cubicBezTo>
                <a:cubicBezTo>
                  <a:pt x="59254" y="92962"/>
                  <a:pt x="57763" y="92962"/>
                  <a:pt x="57018" y="94074"/>
                </a:cubicBezTo>
                <a:cubicBezTo>
                  <a:pt x="55900" y="94814"/>
                  <a:pt x="55900" y="96296"/>
                  <a:pt x="57018" y="97407"/>
                </a:cubicBezTo>
                <a:cubicBezTo>
                  <a:pt x="60745" y="100740"/>
                  <a:pt x="60745" y="100740"/>
                  <a:pt x="60745" y="100740"/>
                </a:cubicBezTo>
                <a:cubicBezTo>
                  <a:pt x="47701" y="101111"/>
                  <a:pt x="35403" y="95185"/>
                  <a:pt x="27577" y="85185"/>
                </a:cubicBezTo>
                <a:cubicBezTo>
                  <a:pt x="20496" y="76666"/>
                  <a:pt x="17515" y="65555"/>
                  <a:pt x="19006" y="54444"/>
                </a:cubicBezTo>
                <a:cubicBezTo>
                  <a:pt x="19378" y="53333"/>
                  <a:pt x="18260" y="52222"/>
                  <a:pt x="17142" y="51851"/>
                </a:cubicBezTo>
                <a:cubicBezTo>
                  <a:pt x="15652" y="51851"/>
                  <a:pt x="14534" y="52592"/>
                  <a:pt x="14161" y="54074"/>
                </a:cubicBezTo>
                <a:cubicBezTo>
                  <a:pt x="12670" y="66296"/>
                  <a:pt x="16024" y="78518"/>
                  <a:pt x="23850" y="88148"/>
                </a:cubicBezTo>
                <a:cubicBezTo>
                  <a:pt x="32422" y="99259"/>
                  <a:pt x="45838" y="105925"/>
                  <a:pt x="60372" y="105925"/>
                </a:cubicBezTo>
                <a:cubicBezTo>
                  <a:pt x="60372" y="105925"/>
                  <a:pt x="60372" y="105925"/>
                  <a:pt x="60372" y="105925"/>
                </a:cubicBezTo>
                <a:cubicBezTo>
                  <a:pt x="57391" y="109259"/>
                  <a:pt x="57391" y="109259"/>
                  <a:pt x="57391" y="109259"/>
                </a:cubicBezTo>
                <a:cubicBezTo>
                  <a:pt x="56273" y="110370"/>
                  <a:pt x="56645" y="111851"/>
                  <a:pt x="57391" y="112592"/>
                </a:cubicBezTo>
                <a:cubicBezTo>
                  <a:pt x="57763" y="112962"/>
                  <a:pt x="58509" y="113333"/>
                  <a:pt x="59254" y="113333"/>
                </a:cubicBezTo>
                <a:cubicBezTo>
                  <a:pt x="59627" y="113333"/>
                  <a:pt x="60372" y="112962"/>
                  <a:pt x="60745" y="112592"/>
                </a:cubicBezTo>
                <a:cubicBezTo>
                  <a:pt x="68198" y="104814"/>
                  <a:pt x="68198" y="104814"/>
                  <a:pt x="68198" y="104814"/>
                </a:cubicBezTo>
                <a:cubicBezTo>
                  <a:pt x="68571" y="104074"/>
                  <a:pt x="68944" y="103333"/>
                  <a:pt x="68571" y="102592"/>
                </a:cubicBezTo>
                <a:cubicBezTo>
                  <a:pt x="68571" y="102222"/>
                  <a:pt x="68571" y="101851"/>
                  <a:pt x="68198" y="101481"/>
                </a:cubicBezTo>
                <a:close/>
                <a:moveTo>
                  <a:pt x="105093" y="33333"/>
                </a:moveTo>
                <a:cubicBezTo>
                  <a:pt x="95031" y="31111"/>
                  <a:pt x="95031" y="31111"/>
                  <a:pt x="95031" y="31111"/>
                </a:cubicBezTo>
                <a:cubicBezTo>
                  <a:pt x="95031" y="31111"/>
                  <a:pt x="95031" y="31111"/>
                  <a:pt x="94658" y="31111"/>
                </a:cubicBezTo>
                <a:cubicBezTo>
                  <a:pt x="94658" y="31111"/>
                  <a:pt x="94658" y="31111"/>
                  <a:pt x="94285" y="31111"/>
                </a:cubicBezTo>
                <a:cubicBezTo>
                  <a:pt x="93913" y="31111"/>
                  <a:pt x="93913" y="31111"/>
                  <a:pt x="93913" y="31111"/>
                </a:cubicBezTo>
                <a:cubicBezTo>
                  <a:pt x="93540" y="31111"/>
                  <a:pt x="93540" y="31111"/>
                  <a:pt x="93540" y="31111"/>
                </a:cubicBezTo>
                <a:cubicBezTo>
                  <a:pt x="93167" y="31111"/>
                  <a:pt x="93167" y="31111"/>
                  <a:pt x="93167" y="31111"/>
                </a:cubicBezTo>
                <a:cubicBezTo>
                  <a:pt x="93167" y="31481"/>
                  <a:pt x="93167" y="31481"/>
                  <a:pt x="93167" y="31481"/>
                </a:cubicBezTo>
                <a:cubicBezTo>
                  <a:pt x="92795" y="31481"/>
                  <a:pt x="92795" y="31481"/>
                  <a:pt x="92795" y="31481"/>
                </a:cubicBezTo>
                <a:cubicBezTo>
                  <a:pt x="92795" y="31481"/>
                  <a:pt x="92795" y="31481"/>
                  <a:pt x="92795" y="31851"/>
                </a:cubicBezTo>
                <a:cubicBezTo>
                  <a:pt x="92795" y="31851"/>
                  <a:pt x="92422" y="31851"/>
                  <a:pt x="92422" y="32222"/>
                </a:cubicBezTo>
                <a:cubicBezTo>
                  <a:pt x="92422" y="32222"/>
                  <a:pt x="92422" y="32222"/>
                  <a:pt x="92049" y="32592"/>
                </a:cubicBezTo>
                <a:cubicBezTo>
                  <a:pt x="92049" y="32592"/>
                  <a:pt x="92049" y="32592"/>
                  <a:pt x="92049" y="32592"/>
                </a:cubicBezTo>
                <a:cubicBezTo>
                  <a:pt x="89440" y="42962"/>
                  <a:pt x="89440" y="42962"/>
                  <a:pt x="89440" y="42962"/>
                </a:cubicBezTo>
                <a:cubicBezTo>
                  <a:pt x="89440" y="44444"/>
                  <a:pt x="90186" y="45555"/>
                  <a:pt x="91304" y="45925"/>
                </a:cubicBezTo>
                <a:cubicBezTo>
                  <a:pt x="91677" y="45925"/>
                  <a:pt x="91677" y="45925"/>
                  <a:pt x="92049" y="45925"/>
                </a:cubicBezTo>
                <a:cubicBezTo>
                  <a:pt x="93167" y="45925"/>
                  <a:pt x="93913" y="45185"/>
                  <a:pt x="94285" y="44074"/>
                </a:cubicBezTo>
                <a:cubicBezTo>
                  <a:pt x="95403" y="38888"/>
                  <a:pt x="95403" y="38888"/>
                  <a:pt x="95403" y="38888"/>
                </a:cubicBezTo>
                <a:cubicBezTo>
                  <a:pt x="105838" y="56296"/>
                  <a:pt x="102111" y="79259"/>
                  <a:pt x="85714" y="92222"/>
                </a:cubicBezTo>
                <a:cubicBezTo>
                  <a:pt x="82732" y="94444"/>
                  <a:pt x="79378" y="96296"/>
                  <a:pt x="75652" y="97777"/>
                </a:cubicBezTo>
                <a:cubicBezTo>
                  <a:pt x="74534" y="98148"/>
                  <a:pt x="74161" y="99629"/>
                  <a:pt x="74534" y="100740"/>
                </a:cubicBezTo>
                <a:cubicBezTo>
                  <a:pt x="74906" y="101851"/>
                  <a:pt x="75652" y="102222"/>
                  <a:pt x="76770" y="102222"/>
                </a:cubicBezTo>
                <a:cubicBezTo>
                  <a:pt x="77142" y="102222"/>
                  <a:pt x="77142" y="102222"/>
                  <a:pt x="77515" y="102222"/>
                </a:cubicBezTo>
                <a:cubicBezTo>
                  <a:pt x="81614" y="100740"/>
                  <a:pt x="85341" y="98518"/>
                  <a:pt x="88322" y="95925"/>
                </a:cubicBezTo>
                <a:cubicBezTo>
                  <a:pt x="106583" y="81481"/>
                  <a:pt x="111055" y="56296"/>
                  <a:pt x="99875" y="37037"/>
                </a:cubicBezTo>
                <a:cubicBezTo>
                  <a:pt x="104347" y="38148"/>
                  <a:pt x="104347" y="38148"/>
                  <a:pt x="104347" y="38148"/>
                </a:cubicBezTo>
                <a:cubicBezTo>
                  <a:pt x="105465" y="38518"/>
                  <a:pt x="106583" y="37407"/>
                  <a:pt x="106956" y="36296"/>
                </a:cubicBezTo>
                <a:cubicBezTo>
                  <a:pt x="107329" y="35185"/>
                  <a:pt x="106583" y="33703"/>
                  <a:pt x="105093" y="33333"/>
                </a:cubicBezTo>
                <a:close/>
                <a:moveTo>
                  <a:pt x="80496" y="85555"/>
                </a:moveTo>
                <a:cubicBezTo>
                  <a:pt x="84596" y="82222"/>
                  <a:pt x="88322" y="77777"/>
                  <a:pt x="90186" y="72592"/>
                </a:cubicBezTo>
                <a:cubicBezTo>
                  <a:pt x="89068" y="65555"/>
                  <a:pt x="89068" y="65555"/>
                  <a:pt x="89068" y="65555"/>
                </a:cubicBezTo>
                <a:cubicBezTo>
                  <a:pt x="89068" y="65555"/>
                  <a:pt x="89068" y="65185"/>
                  <a:pt x="89068" y="64814"/>
                </a:cubicBezTo>
                <a:cubicBezTo>
                  <a:pt x="87577" y="60370"/>
                  <a:pt x="83105" y="57407"/>
                  <a:pt x="77888" y="57407"/>
                </a:cubicBezTo>
                <a:cubicBezTo>
                  <a:pt x="68944" y="57407"/>
                  <a:pt x="68944" y="57407"/>
                  <a:pt x="68944" y="57407"/>
                </a:cubicBezTo>
                <a:cubicBezTo>
                  <a:pt x="60372" y="68518"/>
                  <a:pt x="60372" y="68518"/>
                  <a:pt x="60372" y="68518"/>
                </a:cubicBezTo>
                <a:cubicBezTo>
                  <a:pt x="51055" y="57407"/>
                  <a:pt x="51055" y="57407"/>
                  <a:pt x="51055" y="57407"/>
                </a:cubicBezTo>
                <a:cubicBezTo>
                  <a:pt x="42111" y="57407"/>
                  <a:pt x="42111" y="57407"/>
                  <a:pt x="42111" y="57407"/>
                </a:cubicBezTo>
                <a:cubicBezTo>
                  <a:pt x="36894" y="57407"/>
                  <a:pt x="32422" y="60370"/>
                  <a:pt x="30931" y="64814"/>
                </a:cubicBezTo>
                <a:cubicBezTo>
                  <a:pt x="30931" y="65185"/>
                  <a:pt x="30931" y="65555"/>
                  <a:pt x="30931" y="65555"/>
                </a:cubicBezTo>
                <a:cubicBezTo>
                  <a:pt x="29440" y="72592"/>
                  <a:pt x="29440" y="72592"/>
                  <a:pt x="29440" y="72592"/>
                </a:cubicBezTo>
                <a:cubicBezTo>
                  <a:pt x="31677" y="77777"/>
                  <a:pt x="35031" y="82222"/>
                  <a:pt x="39503" y="85555"/>
                </a:cubicBezTo>
                <a:cubicBezTo>
                  <a:pt x="40993" y="76296"/>
                  <a:pt x="40993" y="76296"/>
                  <a:pt x="40993" y="76296"/>
                </a:cubicBezTo>
                <a:cubicBezTo>
                  <a:pt x="44347" y="76296"/>
                  <a:pt x="44347" y="76296"/>
                  <a:pt x="44347" y="76296"/>
                </a:cubicBezTo>
                <a:cubicBezTo>
                  <a:pt x="43975" y="88518"/>
                  <a:pt x="43975" y="88518"/>
                  <a:pt x="43975" y="88518"/>
                </a:cubicBezTo>
                <a:cubicBezTo>
                  <a:pt x="46583" y="90000"/>
                  <a:pt x="49192" y="91111"/>
                  <a:pt x="52173" y="91851"/>
                </a:cubicBezTo>
                <a:cubicBezTo>
                  <a:pt x="52919" y="91481"/>
                  <a:pt x="53291" y="91111"/>
                  <a:pt x="53664" y="90740"/>
                </a:cubicBezTo>
                <a:cubicBezTo>
                  <a:pt x="56273" y="87777"/>
                  <a:pt x="60745" y="87777"/>
                  <a:pt x="63726" y="90370"/>
                </a:cubicBezTo>
                <a:cubicBezTo>
                  <a:pt x="65217" y="92222"/>
                  <a:pt x="65217" y="92222"/>
                  <a:pt x="65217" y="92222"/>
                </a:cubicBezTo>
                <a:cubicBezTo>
                  <a:pt x="69316" y="91481"/>
                  <a:pt x="72670" y="90370"/>
                  <a:pt x="76024" y="88518"/>
                </a:cubicBezTo>
                <a:cubicBezTo>
                  <a:pt x="75279" y="76296"/>
                  <a:pt x="75279" y="76296"/>
                  <a:pt x="75279" y="76296"/>
                </a:cubicBezTo>
                <a:cubicBezTo>
                  <a:pt x="79006" y="76296"/>
                  <a:pt x="79006" y="76296"/>
                  <a:pt x="79006" y="76296"/>
                </a:cubicBezTo>
                <a:lnTo>
                  <a:pt x="80496" y="85555"/>
                </a:lnTo>
                <a:close/>
                <a:moveTo>
                  <a:pt x="73416" y="40370"/>
                </a:moveTo>
                <a:cubicBezTo>
                  <a:pt x="73416" y="33333"/>
                  <a:pt x="67453" y="27407"/>
                  <a:pt x="60000" y="27407"/>
                </a:cubicBezTo>
                <a:cubicBezTo>
                  <a:pt x="52919" y="27407"/>
                  <a:pt x="46583" y="33333"/>
                  <a:pt x="46583" y="40370"/>
                </a:cubicBezTo>
                <a:cubicBezTo>
                  <a:pt x="46583" y="47777"/>
                  <a:pt x="52919" y="53333"/>
                  <a:pt x="60000" y="53333"/>
                </a:cubicBezTo>
                <a:cubicBezTo>
                  <a:pt x="67453" y="53333"/>
                  <a:pt x="73416" y="47777"/>
                  <a:pt x="73416" y="40370"/>
                </a:cubicBezTo>
                <a:close/>
                <a:moveTo>
                  <a:pt x="14161" y="34444"/>
                </a:moveTo>
                <a:cubicBezTo>
                  <a:pt x="13788" y="33333"/>
                  <a:pt x="14534" y="31851"/>
                  <a:pt x="15652" y="31481"/>
                </a:cubicBezTo>
                <a:cubicBezTo>
                  <a:pt x="16770" y="31111"/>
                  <a:pt x="18260" y="31851"/>
                  <a:pt x="18633" y="32962"/>
                </a:cubicBezTo>
                <a:cubicBezTo>
                  <a:pt x="19751" y="37407"/>
                  <a:pt x="19751" y="37407"/>
                  <a:pt x="19751" y="37407"/>
                </a:cubicBezTo>
                <a:cubicBezTo>
                  <a:pt x="22732" y="32222"/>
                  <a:pt x="26832" y="27777"/>
                  <a:pt x="31304" y="24074"/>
                </a:cubicBezTo>
                <a:cubicBezTo>
                  <a:pt x="48074" y="10740"/>
                  <a:pt x="71552" y="10740"/>
                  <a:pt x="88322" y="23703"/>
                </a:cubicBezTo>
                <a:cubicBezTo>
                  <a:pt x="89068" y="24814"/>
                  <a:pt x="89440" y="26296"/>
                  <a:pt x="88695" y="27037"/>
                </a:cubicBezTo>
                <a:cubicBezTo>
                  <a:pt x="87950" y="28148"/>
                  <a:pt x="86459" y="28518"/>
                  <a:pt x="85341" y="27777"/>
                </a:cubicBezTo>
                <a:cubicBezTo>
                  <a:pt x="70434" y="16296"/>
                  <a:pt x="49192" y="16296"/>
                  <a:pt x="34285" y="27777"/>
                </a:cubicBezTo>
                <a:cubicBezTo>
                  <a:pt x="30186" y="31111"/>
                  <a:pt x="26459" y="35555"/>
                  <a:pt x="23850" y="40000"/>
                </a:cubicBezTo>
                <a:cubicBezTo>
                  <a:pt x="28695" y="38518"/>
                  <a:pt x="28695" y="38518"/>
                  <a:pt x="28695" y="38518"/>
                </a:cubicBezTo>
                <a:cubicBezTo>
                  <a:pt x="30186" y="38148"/>
                  <a:pt x="31304" y="38888"/>
                  <a:pt x="31677" y="40370"/>
                </a:cubicBezTo>
                <a:cubicBezTo>
                  <a:pt x="32049" y="41481"/>
                  <a:pt x="31304" y="42962"/>
                  <a:pt x="30186" y="43333"/>
                </a:cubicBezTo>
                <a:cubicBezTo>
                  <a:pt x="20124" y="46296"/>
                  <a:pt x="20124" y="46296"/>
                  <a:pt x="20124" y="46296"/>
                </a:cubicBezTo>
                <a:cubicBezTo>
                  <a:pt x="20124" y="46296"/>
                  <a:pt x="19751" y="46296"/>
                  <a:pt x="19378" y="46296"/>
                </a:cubicBezTo>
                <a:cubicBezTo>
                  <a:pt x="19378" y="46296"/>
                  <a:pt x="19378" y="46296"/>
                  <a:pt x="19006" y="46296"/>
                </a:cubicBezTo>
                <a:cubicBezTo>
                  <a:pt x="19006" y="46296"/>
                  <a:pt x="19006" y="46296"/>
                  <a:pt x="18633" y="46296"/>
                </a:cubicBezTo>
                <a:cubicBezTo>
                  <a:pt x="18633" y="46296"/>
                  <a:pt x="18633" y="46296"/>
                  <a:pt x="18633" y="46296"/>
                </a:cubicBezTo>
                <a:cubicBezTo>
                  <a:pt x="18633" y="45925"/>
                  <a:pt x="18260" y="45925"/>
                  <a:pt x="18260" y="45925"/>
                </a:cubicBezTo>
                <a:cubicBezTo>
                  <a:pt x="18260" y="45925"/>
                  <a:pt x="18260" y="45925"/>
                  <a:pt x="18260" y="45925"/>
                </a:cubicBezTo>
                <a:cubicBezTo>
                  <a:pt x="18260" y="45925"/>
                  <a:pt x="18260" y="45925"/>
                  <a:pt x="17888" y="45925"/>
                </a:cubicBezTo>
                <a:cubicBezTo>
                  <a:pt x="17888" y="45555"/>
                  <a:pt x="17888" y="45555"/>
                  <a:pt x="17515" y="45555"/>
                </a:cubicBezTo>
                <a:cubicBezTo>
                  <a:pt x="17515" y="45185"/>
                  <a:pt x="17515" y="45185"/>
                  <a:pt x="17515" y="45185"/>
                </a:cubicBezTo>
                <a:cubicBezTo>
                  <a:pt x="17142" y="44814"/>
                  <a:pt x="17142" y="44814"/>
                  <a:pt x="17142" y="44814"/>
                </a:cubicBezTo>
                <a:cubicBezTo>
                  <a:pt x="17142" y="44814"/>
                  <a:pt x="17142" y="44814"/>
                  <a:pt x="17142" y="44444"/>
                </a:cubicBezTo>
                <a:lnTo>
                  <a:pt x="14161" y="34444"/>
                </a:ln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91" name="Google Shape;1891;p204"/>
          <p:cNvSpPr/>
          <p:nvPr/>
        </p:nvSpPr>
        <p:spPr>
          <a:xfrm>
            <a:off x="2014489" y="2922679"/>
            <a:ext cx="380400" cy="380400"/>
          </a:xfrm>
          <a:custGeom>
            <a:avLst/>
            <a:gdLst/>
            <a:ahLst/>
            <a:cxnLst/>
            <a:rect l="l" t="t" r="r" b="b"/>
            <a:pathLst>
              <a:path w="120000" h="120000" extrusionOk="0">
                <a:moveTo>
                  <a:pt x="101739" y="69629"/>
                </a:moveTo>
                <a:cubicBezTo>
                  <a:pt x="101366" y="69629"/>
                  <a:pt x="100993" y="69629"/>
                  <a:pt x="100621" y="69629"/>
                </a:cubicBezTo>
                <a:cubicBezTo>
                  <a:pt x="99130" y="69629"/>
                  <a:pt x="97639" y="68888"/>
                  <a:pt x="97267" y="67037"/>
                </a:cubicBezTo>
                <a:cubicBezTo>
                  <a:pt x="90559" y="45555"/>
                  <a:pt x="90559" y="45555"/>
                  <a:pt x="90559" y="45555"/>
                </a:cubicBezTo>
                <a:cubicBezTo>
                  <a:pt x="90186" y="45185"/>
                  <a:pt x="90186" y="44814"/>
                  <a:pt x="89813" y="44444"/>
                </a:cubicBezTo>
                <a:cubicBezTo>
                  <a:pt x="87577" y="44444"/>
                  <a:pt x="87577" y="44444"/>
                  <a:pt x="87577" y="44444"/>
                </a:cubicBezTo>
                <a:cubicBezTo>
                  <a:pt x="95403" y="75185"/>
                  <a:pt x="95403" y="75185"/>
                  <a:pt x="95403" y="75185"/>
                </a:cubicBezTo>
                <a:cubicBezTo>
                  <a:pt x="95776" y="75555"/>
                  <a:pt x="95776" y="75925"/>
                  <a:pt x="95776" y="76666"/>
                </a:cubicBezTo>
                <a:cubicBezTo>
                  <a:pt x="95776" y="78148"/>
                  <a:pt x="94285" y="79629"/>
                  <a:pt x="92795" y="79629"/>
                </a:cubicBezTo>
                <a:cubicBezTo>
                  <a:pt x="92795" y="79629"/>
                  <a:pt x="92795" y="79629"/>
                  <a:pt x="92795" y="79629"/>
                </a:cubicBezTo>
                <a:cubicBezTo>
                  <a:pt x="92422" y="79629"/>
                  <a:pt x="92422" y="79629"/>
                  <a:pt x="92422" y="79629"/>
                </a:cubicBezTo>
                <a:cubicBezTo>
                  <a:pt x="92049" y="79259"/>
                  <a:pt x="92049" y="78888"/>
                  <a:pt x="92049" y="78518"/>
                </a:cubicBezTo>
                <a:cubicBezTo>
                  <a:pt x="90186" y="72222"/>
                  <a:pt x="83850" y="68148"/>
                  <a:pt x="77142" y="68148"/>
                </a:cubicBezTo>
                <a:cubicBezTo>
                  <a:pt x="73043" y="68148"/>
                  <a:pt x="73043" y="68148"/>
                  <a:pt x="73043" y="68148"/>
                </a:cubicBezTo>
                <a:cubicBezTo>
                  <a:pt x="75279" y="65185"/>
                  <a:pt x="76397" y="61851"/>
                  <a:pt x="76397" y="58148"/>
                </a:cubicBezTo>
                <a:cubicBezTo>
                  <a:pt x="76397" y="51851"/>
                  <a:pt x="72670" y="46296"/>
                  <a:pt x="67080" y="43703"/>
                </a:cubicBezTo>
                <a:cubicBezTo>
                  <a:pt x="68198" y="40370"/>
                  <a:pt x="68198" y="40370"/>
                  <a:pt x="68198" y="40370"/>
                </a:cubicBezTo>
                <a:cubicBezTo>
                  <a:pt x="68198" y="40370"/>
                  <a:pt x="68198" y="40370"/>
                  <a:pt x="68198" y="40370"/>
                </a:cubicBezTo>
                <a:cubicBezTo>
                  <a:pt x="69316" y="37037"/>
                  <a:pt x="71925" y="35185"/>
                  <a:pt x="75279" y="35185"/>
                </a:cubicBezTo>
                <a:cubicBezTo>
                  <a:pt x="89440" y="35185"/>
                  <a:pt x="89440" y="35185"/>
                  <a:pt x="89440" y="35185"/>
                </a:cubicBezTo>
                <a:cubicBezTo>
                  <a:pt x="92422" y="35185"/>
                  <a:pt x="95031" y="37037"/>
                  <a:pt x="96149" y="40370"/>
                </a:cubicBezTo>
                <a:cubicBezTo>
                  <a:pt x="96149" y="40370"/>
                  <a:pt x="96149" y="40370"/>
                  <a:pt x="96149" y="40370"/>
                </a:cubicBezTo>
                <a:cubicBezTo>
                  <a:pt x="103975" y="65185"/>
                  <a:pt x="103975" y="65185"/>
                  <a:pt x="103975" y="65185"/>
                </a:cubicBezTo>
                <a:cubicBezTo>
                  <a:pt x="104347" y="67037"/>
                  <a:pt x="103602" y="68888"/>
                  <a:pt x="101739" y="69629"/>
                </a:cubicBezTo>
                <a:close/>
                <a:moveTo>
                  <a:pt x="27950" y="78518"/>
                </a:moveTo>
                <a:cubicBezTo>
                  <a:pt x="27950" y="78888"/>
                  <a:pt x="27577" y="79259"/>
                  <a:pt x="27577" y="80000"/>
                </a:cubicBezTo>
                <a:cubicBezTo>
                  <a:pt x="27204" y="81851"/>
                  <a:pt x="27204" y="81851"/>
                  <a:pt x="27204" y="81851"/>
                </a:cubicBezTo>
                <a:cubicBezTo>
                  <a:pt x="27950" y="47037"/>
                  <a:pt x="27950" y="47037"/>
                  <a:pt x="27950" y="47037"/>
                </a:cubicBezTo>
                <a:cubicBezTo>
                  <a:pt x="25714" y="47037"/>
                  <a:pt x="25714" y="47037"/>
                  <a:pt x="25714" y="47037"/>
                </a:cubicBezTo>
                <a:cubicBezTo>
                  <a:pt x="22360" y="65925"/>
                  <a:pt x="22360" y="65925"/>
                  <a:pt x="22360" y="65925"/>
                </a:cubicBezTo>
                <a:cubicBezTo>
                  <a:pt x="21987" y="67777"/>
                  <a:pt x="20496" y="69259"/>
                  <a:pt x="18633" y="69259"/>
                </a:cubicBezTo>
                <a:cubicBezTo>
                  <a:pt x="18633" y="69259"/>
                  <a:pt x="18260" y="69259"/>
                  <a:pt x="17888" y="69259"/>
                </a:cubicBezTo>
                <a:cubicBezTo>
                  <a:pt x="16024" y="68888"/>
                  <a:pt x="14534" y="66666"/>
                  <a:pt x="14906" y="64814"/>
                </a:cubicBezTo>
                <a:cubicBezTo>
                  <a:pt x="19006" y="40000"/>
                  <a:pt x="19006" y="40000"/>
                  <a:pt x="19006" y="40000"/>
                </a:cubicBezTo>
                <a:cubicBezTo>
                  <a:pt x="19006" y="40000"/>
                  <a:pt x="19006" y="39629"/>
                  <a:pt x="19378" y="39629"/>
                </a:cubicBezTo>
                <a:cubicBezTo>
                  <a:pt x="20124" y="36666"/>
                  <a:pt x="23105" y="34814"/>
                  <a:pt x="26459" y="34814"/>
                </a:cubicBezTo>
                <a:cubicBezTo>
                  <a:pt x="34285" y="34814"/>
                  <a:pt x="34285" y="34814"/>
                  <a:pt x="34285" y="34814"/>
                </a:cubicBezTo>
                <a:cubicBezTo>
                  <a:pt x="36894" y="37407"/>
                  <a:pt x="36894" y="37407"/>
                  <a:pt x="36894" y="37407"/>
                </a:cubicBezTo>
                <a:cubicBezTo>
                  <a:pt x="34658" y="58518"/>
                  <a:pt x="34658" y="58518"/>
                  <a:pt x="34658" y="58518"/>
                </a:cubicBezTo>
                <a:cubicBezTo>
                  <a:pt x="37639" y="61481"/>
                  <a:pt x="37639" y="61481"/>
                  <a:pt x="37639" y="61481"/>
                </a:cubicBezTo>
                <a:cubicBezTo>
                  <a:pt x="40621" y="58518"/>
                  <a:pt x="40621" y="58518"/>
                  <a:pt x="40621" y="58518"/>
                </a:cubicBezTo>
                <a:cubicBezTo>
                  <a:pt x="38385" y="37407"/>
                  <a:pt x="38385" y="37407"/>
                  <a:pt x="38385" y="37407"/>
                </a:cubicBezTo>
                <a:cubicBezTo>
                  <a:pt x="40993" y="34814"/>
                  <a:pt x="40993" y="34814"/>
                  <a:pt x="40993" y="34814"/>
                </a:cubicBezTo>
                <a:cubicBezTo>
                  <a:pt x="49192" y="34814"/>
                  <a:pt x="49192" y="34814"/>
                  <a:pt x="49192" y="34814"/>
                </a:cubicBezTo>
                <a:cubicBezTo>
                  <a:pt x="52546" y="34814"/>
                  <a:pt x="55527" y="36666"/>
                  <a:pt x="56645" y="39629"/>
                </a:cubicBezTo>
                <a:cubicBezTo>
                  <a:pt x="56645" y="40000"/>
                  <a:pt x="56645" y="40000"/>
                  <a:pt x="56645" y="40000"/>
                </a:cubicBezTo>
                <a:cubicBezTo>
                  <a:pt x="57018" y="42222"/>
                  <a:pt x="57018" y="42222"/>
                  <a:pt x="57018" y="42222"/>
                </a:cubicBezTo>
                <a:cubicBezTo>
                  <a:pt x="53664" y="42962"/>
                  <a:pt x="50310" y="44444"/>
                  <a:pt x="48074" y="47037"/>
                </a:cubicBezTo>
                <a:cubicBezTo>
                  <a:pt x="47701" y="47037"/>
                  <a:pt x="47701" y="47037"/>
                  <a:pt x="47701" y="47037"/>
                </a:cubicBezTo>
                <a:cubicBezTo>
                  <a:pt x="47701" y="47407"/>
                  <a:pt x="47701" y="47407"/>
                  <a:pt x="47701" y="47407"/>
                </a:cubicBezTo>
                <a:cubicBezTo>
                  <a:pt x="45093" y="50000"/>
                  <a:pt x="43602" y="54074"/>
                  <a:pt x="43602" y="58148"/>
                </a:cubicBezTo>
                <a:cubicBezTo>
                  <a:pt x="43602" y="61851"/>
                  <a:pt x="44720" y="65185"/>
                  <a:pt x="46583" y="68148"/>
                </a:cubicBezTo>
                <a:cubicBezTo>
                  <a:pt x="42857" y="68148"/>
                  <a:pt x="42857" y="68148"/>
                  <a:pt x="42857" y="68148"/>
                </a:cubicBezTo>
                <a:cubicBezTo>
                  <a:pt x="36149" y="68148"/>
                  <a:pt x="29813" y="72222"/>
                  <a:pt x="27950" y="78518"/>
                </a:cubicBezTo>
                <a:close/>
                <a:moveTo>
                  <a:pt x="87577" y="80740"/>
                </a:moveTo>
                <a:cubicBezTo>
                  <a:pt x="90559" y="98518"/>
                  <a:pt x="90559" y="98518"/>
                  <a:pt x="90559" y="98518"/>
                </a:cubicBezTo>
                <a:cubicBezTo>
                  <a:pt x="87577" y="101111"/>
                  <a:pt x="83850" y="102962"/>
                  <a:pt x="80124" y="105185"/>
                </a:cubicBezTo>
                <a:cubicBezTo>
                  <a:pt x="77888" y="90740"/>
                  <a:pt x="77888" y="90740"/>
                  <a:pt x="77888" y="90740"/>
                </a:cubicBezTo>
                <a:cubicBezTo>
                  <a:pt x="74906" y="90740"/>
                  <a:pt x="74906" y="90740"/>
                  <a:pt x="74906" y="90740"/>
                </a:cubicBezTo>
                <a:cubicBezTo>
                  <a:pt x="75652" y="107037"/>
                  <a:pt x="75652" y="107037"/>
                  <a:pt x="75652" y="107037"/>
                </a:cubicBezTo>
                <a:cubicBezTo>
                  <a:pt x="70807" y="108518"/>
                  <a:pt x="65590" y="109259"/>
                  <a:pt x="60000" y="109259"/>
                </a:cubicBezTo>
                <a:cubicBezTo>
                  <a:pt x="54782" y="109259"/>
                  <a:pt x="49192" y="108518"/>
                  <a:pt x="44347" y="107037"/>
                </a:cubicBezTo>
                <a:cubicBezTo>
                  <a:pt x="45093" y="90740"/>
                  <a:pt x="45093" y="90740"/>
                  <a:pt x="45093" y="90740"/>
                </a:cubicBezTo>
                <a:cubicBezTo>
                  <a:pt x="42111" y="90740"/>
                  <a:pt x="42111" y="90740"/>
                  <a:pt x="42111" y="90740"/>
                </a:cubicBezTo>
                <a:cubicBezTo>
                  <a:pt x="39503" y="105185"/>
                  <a:pt x="39503" y="105185"/>
                  <a:pt x="39503" y="105185"/>
                </a:cubicBezTo>
                <a:cubicBezTo>
                  <a:pt x="35776" y="102962"/>
                  <a:pt x="32422" y="101111"/>
                  <a:pt x="29440" y="98518"/>
                </a:cubicBezTo>
                <a:cubicBezTo>
                  <a:pt x="32422" y="80740"/>
                  <a:pt x="32422" y="80740"/>
                  <a:pt x="32422" y="80740"/>
                </a:cubicBezTo>
                <a:cubicBezTo>
                  <a:pt x="32422" y="80370"/>
                  <a:pt x="32422" y="80000"/>
                  <a:pt x="32422" y="80000"/>
                </a:cubicBezTo>
                <a:cubicBezTo>
                  <a:pt x="33913" y="75555"/>
                  <a:pt x="38012" y="72592"/>
                  <a:pt x="42857" y="72592"/>
                </a:cubicBezTo>
                <a:cubicBezTo>
                  <a:pt x="52919" y="72592"/>
                  <a:pt x="52919" y="72592"/>
                  <a:pt x="52919" y="72592"/>
                </a:cubicBezTo>
                <a:cubicBezTo>
                  <a:pt x="60372" y="80740"/>
                  <a:pt x="60372" y="80740"/>
                  <a:pt x="60372" y="80740"/>
                </a:cubicBezTo>
                <a:cubicBezTo>
                  <a:pt x="67080" y="72592"/>
                  <a:pt x="67080" y="72592"/>
                  <a:pt x="67080" y="72592"/>
                </a:cubicBezTo>
                <a:cubicBezTo>
                  <a:pt x="77142" y="72592"/>
                  <a:pt x="77142" y="72592"/>
                  <a:pt x="77142" y="72592"/>
                </a:cubicBezTo>
                <a:cubicBezTo>
                  <a:pt x="81987" y="72592"/>
                  <a:pt x="86086" y="75555"/>
                  <a:pt x="87577" y="80000"/>
                </a:cubicBezTo>
                <a:cubicBezTo>
                  <a:pt x="87577" y="80000"/>
                  <a:pt x="87577" y="80370"/>
                  <a:pt x="87577" y="80740"/>
                </a:cubicBezTo>
                <a:close/>
                <a:moveTo>
                  <a:pt x="30186" y="24814"/>
                </a:moveTo>
                <a:cubicBezTo>
                  <a:pt x="30186" y="20740"/>
                  <a:pt x="33540" y="17407"/>
                  <a:pt x="37639" y="17407"/>
                </a:cubicBezTo>
                <a:cubicBezTo>
                  <a:pt x="41739" y="17407"/>
                  <a:pt x="45093" y="20740"/>
                  <a:pt x="45093" y="24814"/>
                </a:cubicBezTo>
                <a:cubicBezTo>
                  <a:pt x="45093" y="28888"/>
                  <a:pt x="41739" y="32222"/>
                  <a:pt x="37639" y="32222"/>
                </a:cubicBezTo>
                <a:cubicBezTo>
                  <a:pt x="33540" y="32222"/>
                  <a:pt x="30186" y="28888"/>
                  <a:pt x="30186" y="24814"/>
                </a:cubicBezTo>
                <a:close/>
                <a:moveTo>
                  <a:pt x="71925" y="28888"/>
                </a:moveTo>
                <a:cubicBezTo>
                  <a:pt x="71552" y="27037"/>
                  <a:pt x="74906" y="28148"/>
                  <a:pt x="76024" y="21851"/>
                </a:cubicBezTo>
                <a:cubicBezTo>
                  <a:pt x="76770" y="17407"/>
                  <a:pt x="80496" y="16296"/>
                  <a:pt x="82360" y="16296"/>
                </a:cubicBezTo>
                <a:cubicBezTo>
                  <a:pt x="83850" y="16296"/>
                  <a:pt x="87577" y="17407"/>
                  <a:pt x="88322" y="21851"/>
                </a:cubicBezTo>
                <a:cubicBezTo>
                  <a:pt x="89440" y="28148"/>
                  <a:pt x="92795" y="27037"/>
                  <a:pt x="92422" y="28888"/>
                </a:cubicBezTo>
                <a:cubicBezTo>
                  <a:pt x="92049" y="30370"/>
                  <a:pt x="88695" y="32222"/>
                  <a:pt x="82360" y="32222"/>
                </a:cubicBezTo>
                <a:cubicBezTo>
                  <a:pt x="75652" y="32222"/>
                  <a:pt x="72670" y="30370"/>
                  <a:pt x="71925" y="28888"/>
                </a:cubicBezTo>
                <a:close/>
                <a:moveTo>
                  <a:pt x="60000" y="46666"/>
                </a:moveTo>
                <a:cubicBezTo>
                  <a:pt x="66708" y="46666"/>
                  <a:pt x="71925" y="51851"/>
                  <a:pt x="71925" y="58148"/>
                </a:cubicBezTo>
                <a:cubicBezTo>
                  <a:pt x="71925" y="64444"/>
                  <a:pt x="66708" y="69629"/>
                  <a:pt x="60000" y="69629"/>
                </a:cubicBezTo>
                <a:cubicBezTo>
                  <a:pt x="53664" y="69629"/>
                  <a:pt x="48074" y="64444"/>
                  <a:pt x="48074" y="58148"/>
                </a:cubicBezTo>
                <a:cubicBezTo>
                  <a:pt x="48074" y="51851"/>
                  <a:pt x="53664" y="46666"/>
                  <a:pt x="60000" y="46666"/>
                </a:cubicBezTo>
                <a:close/>
                <a:moveTo>
                  <a:pt x="60000" y="0"/>
                </a:moveTo>
                <a:cubicBezTo>
                  <a:pt x="26459" y="0"/>
                  <a:pt x="0" y="27037"/>
                  <a:pt x="0" y="60000"/>
                </a:cubicBezTo>
                <a:cubicBezTo>
                  <a:pt x="0" y="92962"/>
                  <a:pt x="26459" y="120000"/>
                  <a:pt x="60000" y="120000"/>
                </a:cubicBezTo>
                <a:cubicBezTo>
                  <a:pt x="93167" y="120000"/>
                  <a:pt x="120000" y="92962"/>
                  <a:pt x="120000" y="60000"/>
                </a:cubicBezTo>
                <a:cubicBezTo>
                  <a:pt x="120000" y="27037"/>
                  <a:pt x="93167" y="0"/>
                  <a:pt x="60000" y="0"/>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92" name="Google Shape;1892;p204"/>
          <p:cNvSpPr/>
          <p:nvPr/>
        </p:nvSpPr>
        <p:spPr>
          <a:xfrm>
            <a:off x="997128" y="2931121"/>
            <a:ext cx="380400" cy="380400"/>
          </a:xfrm>
          <a:custGeom>
            <a:avLst/>
            <a:gdLst/>
            <a:ahLst/>
            <a:cxnLst/>
            <a:rect l="l" t="t" r="r" b="b"/>
            <a:pathLst>
              <a:path w="120000" h="120000" extrusionOk="0">
                <a:moveTo>
                  <a:pt x="62414" y="24444"/>
                </a:moveTo>
                <a:cubicBezTo>
                  <a:pt x="62414" y="22962"/>
                  <a:pt x="61300" y="21851"/>
                  <a:pt x="59814" y="21851"/>
                </a:cubicBezTo>
                <a:cubicBezTo>
                  <a:pt x="49411" y="21851"/>
                  <a:pt x="39009" y="28518"/>
                  <a:pt x="39009" y="43333"/>
                </a:cubicBezTo>
                <a:cubicBezTo>
                  <a:pt x="39009" y="44444"/>
                  <a:pt x="40123" y="45555"/>
                  <a:pt x="41609" y="45555"/>
                </a:cubicBezTo>
                <a:cubicBezTo>
                  <a:pt x="42724" y="45555"/>
                  <a:pt x="43839" y="44444"/>
                  <a:pt x="43839" y="43333"/>
                </a:cubicBezTo>
                <a:cubicBezTo>
                  <a:pt x="43839" y="31111"/>
                  <a:pt x="52383" y="26666"/>
                  <a:pt x="59814" y="26666"/>
                </a:cubicBezTo>
                <a:cubicBezTo>
                  <a:pt x="61300" y="26666"/>
                  <a:pt x="62414" y="25555"/>
                  <a:pt x="62414" y="24444"/>
                </a:cubicBezTo>
                <a:close/>
                <a:moveTo>
                  <a:pt x="87306" y="42592"/>
                </a:moveTo>
                <a:cubicBezTo>
                  <a:pt x="87306" y="51111"/>
                  <a:pt x="83962" y="55925"/>
                  <a:pt x="80619" y="60740"/>
                </a:cubicBezTo>
                <a:cubicBezTo>
                  <a:pt x="76160" y="66296"/>
                  <a:pt x="72074" y="71851"/>
                  <a:pt x="71702" y="85925"/>
                </a:cubicBezTo>
                <a:cubicBezTo>
                  <a:pt x="71702" y="88148"/>
                  <a:pt x="69845" y="90000"/>
                  <a:pt x="67616" y="90000"/>
                </a:cubicBezTo>
                <a:cubicBezTo>
                  <a:pt x="52012" y="90000"/>
                  <a:pt x="52012" y="90000"/>
                  <a:pt x="52012" y="90000"/>
                </a:cubicBezTo>
                <a:cubicBezTo>
                  <a:pt x="49783" y="90000"/>
                  <a:pt x="48297" y="88148"/>
                  <a:pt x="48297" y="85925"/>
                </a:cubicBezTo>
                <a:cubicBezTo>
                  <a:pt x="47925" y="71851"/>
                  <a:pt x="43467" y="66296"/>
                  <a:pt x="39380" y="60740"/>
                </a:cubicBezTo>
                <a:cubicBezTo>
                  <a:pt x="35665" y="55925"/>
                  <a:pt x="32321" y="51111"/>
                  <a:pt x="32321" y="42592"/>
                </a:cubicBezTo>
                <a:cubicBezTo>
                  <a:pt x="32321" y="29259"/>
                  <a:pt x="40866" y="14444"/>
                  <a:pt x="59814" y="14444"/>
                </a:cubicBezTo>
                <a:cubicBezTo>
                  <a:pt x="78761" y="14444"/>
                  <a:pt x="87306" y="29259"/>
                  <a:pt x="87306" y="42592"/>
                </a:cubicBezTo>
                <a:close/>
                <a:moveTo>
                  <a:pt x="65386" y="100740"/>
                </a:moveTo>
                <a:cubicBezTo>
                  <a:pt x="54241" y="100740"/>
                  <a:pt x="54241" y="100740"/>
                  <a:pt x="54241" y="100740"/>
                </a:cubicBezTo>
                <a:cubicBezTo>
                  <a:pt x="53126" y="100740"/>
                  <a:pt x="52012" y="101851"/>
                  <a:pt x="52012" y="103333"/>
                </a:cubicBezTo>
                <a:cubicBezTo>
                  <a:pt x="52012" y="104444"/>
                  <a:pt x="53126" y="105555"/>
                  <a:pt x="54241" y="105555"/>
                </a:cubicBezTo>
                <a:cubicBezTo>
                  <a:pt x="65386" y="105555"/>
                  <a:pt x="65386" y="105555"/>
                  <a:pt x="65386" y="105555"/>
                </a:cubicBezTo>
                <a:cubicBezTo>
                  <a:pt x="66873" y="105555"/>
                  <a:pt x="67616" y="104444"/>
                  <a:pt x="67616" y="103333"/>
                </a:cubicBezTo>
                <a:cubicBezTo>
                  <a:pt x="67616" y="101851"/>
                  <a:pt x="66873" y="100740"/>
                  <a:pt x="65386" y="100740"/>
                </a:cubicBezTo>
                <a:close/>
                <a:moveTo>
                  <a:pt x="70959" y="95555"/>
                </a:moveTo>
                <a:cubicBezTo>
                  <a:pt x="70959" y="97037"/>
                  <a:pt x="69845" y="97777"/>
                  <a:pt x="68730" y="97777"/>
                </a:cubicBezTo>
                <a:cubicBezTo>
                  <a:pt x="51269" y="97777"/>
                  <a:pt x="51269" y="97777"/>
                  <a:pt x="51269" y="97777"/>
                </a:cubicBezTo>
                <a:cubicBezTo>
                  <a:pt x="49783" y="97777"/>
                  <a:pt x="48668" y="97037"/>
                  <a:pt x="48668" y="95555"/>
                </a:cubicBezTo>
                <a:cubicBezTo>
                  <a:pt x="48668" y="94444"/>
                  <a:pt x="49783" y="93333"/>
                  <a:pt x="51269" y="93333"/>
                </a:cubicBezTo>
                <a:cubicBezTo>
                  <a:pt x="68730" y="93333"/>
                  <a:pt x="68730" y="93333"/>
                  <a:pt x="68730" y="93333"/>
                </a:cubicBezTo>
                <a:cubicBezTo>
                  <a:pt x="69845" y="93333"/>
                  <a:pt x="70959" y="94444"/>
                  <a:pt x="70959" y="95555"/>
                </a:cubicBezTo>
                <a:close/>
                <a:moveTo>
                  <a:pt x="59814" y="0"/>
                </a:moveTo>
                <a:cubicBezTo>
                  <a:pt x="26749" y="0"/>
                  <a:pt x="0" y="27037"/>
                  <a:pt x="0" y="60000"/>
                </a:cubicBezTo>
                <a:cubicBezTo>
                  <a:pt x="0" y="92962"/>
                  <a:pt x="26749" y="120000"/>
                  <a:pt x="59814" y="120000"/>
                </a:cubicBezTo>
                <a:cubicBezTo>
                  <a:pt x="92879" y="120000"/>
                  <a:pt x="120000" y="92962"/>
                  <a:pt x="120000" y="60000"/>
                </a:cubicBezTo>
                <a:cubicBezTo>
                  <a:pt x="120000" y="27037"/>
                  <a:pt x="92879" y="0"/>
                  <a:pt x="59814" y="0"/>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6"/>
        <p:cNvGrpSpPr/>
        <p:nvPr/>
      </p:nvGrpSpPr>
      <p:grpSpPr>
        <a:xfrm>
          <a:off x="0" y="0"/>
          <a:ext cx="0" cy="0"/>
          <a:chOff x="0" y="0"/>
          <a:chExt cx="0" cy="0"/>
        </a:xfrm>
      </p:grpSpPr>
      <p:sp>
        <p:nvSpPr>
          <p:cNvPr id="1897" name="Google Shape;1897;p205"/>
          <p:cNvSpPr/>
          <p:nvPr/>
        </p:nvSpPr>
        <p:spPr>
          <a:xfrm>
            <a:off x="311950" y="980425"/>
            <a:ext cx="8524800" cy="4845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a:solidFill>
                  <a:schemeClr val="dk1"/>
                </a:solidFill>
                <a:latin typeface="Georgia"/>
                <a:ea typeface="Georgia"/>
                <a:cs typeface="Georgia"/>
                <a:sym typeface="Georgia"/>
              </a:rPr>
              <a:t>Amid the landscape of Salesforce-enabled engagements, the change management approach laid forth in this playbook is applicable across an array of engagement types:</a:t>
            </a:r>
            <a:endParaRPr sz="1400">
              <a:solidFill>
                <a:schemeClr val="dk1"/>
              </a:solidFill>
              <a:latin typeface="Georgia"/>
              <a:ea typeface="Georgia"/>
              <a:cs typeface="Georgia"/>
              <a:sym typeface="Georgia"/>
            </a:endParaRPr>
          </a:p>
        </p:txBody>
      </p:sp>
      <p:sp>
        <p:nvSpPr>
          <p:cNvPr id="1898" name="Google Shape;1898;p205"/>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Our roadmap is meant to apply to a variety of opportunities</a:t>
            </a:r>
            <a:endParaRPr/>
          </a:p>
        </p:txBody>
      </p:sp>
      <p:sp>
        <p:nvSpPr>
          <p:cNvPr id="1899" name="Google Shape;1899;p205"/>
          <p:cNvSpPr txBox="1">
            <a:spLocks noGrp="1"/>
          </p:cNvSpPr>
          <p:nvPr>
            <p:ph type="sldNum" idx="12"/>
          </p:nvPr>
        </p:nvSpPr>
        <p:spPr>
          <a:xfrm>
            <a:off x="6691138" y="4759032"/>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6</a:t>
            </a:fld>
            <a:endParaRPr/>
          </a:p>
        </p:txBody>
      </p:sp>
      <p:sp>
        <p:nvSpPr>
          <p:cNvPr id="1900" name="Google Shape;1900;p205"/>
          <p:cNvSpPr/>
          <p:nvPr/>
        </p:nvSpPr>
        <p:spPr>
          <a:xfrm>
            <a:off x="173425" y="2568784"/>
            <a:ext cx="22470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latin typeface="Georgia"/>
                <a:ea typeface="Georgia"/>
                <a:cs typeface="Georgia"/>
                <a:sym typeface="Georgia"/>
              </a:rPr>
              <a:t>Current State Assessment</a:t>
            </a:r>
            <a:endParaRPr>
              <a:latin typeface="Georgia"/>
              <a:ea typeface="Georgia"/>
              <a:cs typeface="Georgia"/>
              <a:sym typeface="Georgia"/>
            </a:endParaRPr>
          </a:p>
        </p:txBody>
      </p:sp>
      <p:sp>
        <p:nvSpPr>
          <p:cNvPr id="1901" name="Google Shape;1901;p205"/>
          <p:cNvSpPr/>
          <p:nvPr/>
        </p:nvSpPr>
        <p:spPr>
          <a:xfrm>
            <a:off x="2612051" y="2568784"/>
            <a:ext cx="16545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latin typeface="Georgia"/>
                <a:ea typeface="Georgia"/>
                <a:cs typeface="Georgia"/>
                <a:sym typeface="Georgia"/>
              </a:rPr>
              <a:t>Sprint 0 Assessment</a:t>
            </a:r>
            <a:endParaRPr>
              <a:latin typeface="Georgia"/>
              <a:ea typeface="Georgia"/>
              <a:cs typeface="Georgia"/>
              <a:sym typeface="Georgia"/>
            </a:endParaRPr>
          </a:p>
        </p:txBody>
      </p:sp>
      <p:sp>
        <p:nvSpPr>
          <p:cNvPr id="1902" name="Google Shape;1902;p205"/>
          <p:cNvSpPr/>
          <p:nvPr/>
        </p:nvSpPr>
        <p:spPr>
          <a:xfrm>
            <a:off x="6885047" y="2568784"/>
            <a:ext cx="18969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latin typeface="Georgia"/>
                <a:ea typeface="Georgia"/>
                <a:cs typeface="Georgia"/>
                <a:sym typeface="Georgia"/>
              </a:rPr>
              <a:t>Migration from Salesforce Classic to Lightning Experience</a:t>
            </a:r>
            <a:endParaRPr>
              <a:latin typeface="Georgia"/>
              <a:ea typeface="Georgia"/>
              <a:cs typeface="Georgia"/>
              <a:sym typeface="Georgia"/>
            </a:endParaRPr>
          </a:p>
        </p:txBody>
      </p:sp>
      <p:sp>
        <p:nvSpPr>
          <p:cNvPr id="1903" name="Google Shape;1903;p205"/>
          <p:cNvSpPr/>
          <p:nvPr/>
        </p:nvSpPr>
        <p:spPr>
          <a:xfrm>
            <a:off x="4649186" y="2568784"/>
            <a:ext cx="18969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latin typeface="Georgia"/>
                <a:ea typeface="Georgia"/>
                <a:cs typeface="Georgia"/>
                <a:sym typeface="Georgia"/>
              </a:rPr>
              <a:t>New Salesforce Implementation</a:t>
            </a:r>
            <a:endParaRPr>
              <a:latin typeface="Georgia"/>
              <a:ea typeface="Georgia"/>
              <a:cs typeface="Georgia"/>
              <a:sym typeface="Georgia"/>
            </a:endParaRPr>
          </a:p>
        </p:txBody>
      </p:sp>
      <p:sp>
        <p:nvSpPr>
          <p:cNvPr id="1904" name="Google Shape;1904;p205"/>
          <p:cNvSpPr/>
          <p:nvPr/>
        </p:nvSpPr>
        <p:spPr>
          <a:xfrm>
            <a:off x="173425" y="1671272"/>
            <a:ext cx="22470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3000" b="1" i="1">
                <a:solidFill>
                  <a:srgbClr val="FF0000"/>
                </a:solidFill>
                <a:latin typeface="Georgia"/>
                <a:ea typeface="Georgia"/>
                <a:cs typeface="Georgia"/>
                <a:sym typeface="Georgia"/>
              </a:rPr>
              <a:t>1</a:t>
            </a:r>
            <a:endParaRPr sz="3000" i="1">
              <a:solidFill>
                <a:srgbClr val="FF0000"/>
              </a:solidFill>
              <a:latin typeface="Georgia"/>
              <a:ea typeface="Georgia"/>
              <a:cs typeface="Georgia"/>
              <a:sym typeface="Georgia"/>
            </a:endParaRPr>
          </a:p>
        </p:txBody>
      </p:sp>
      <p:sp>
        <p:nvSpPr>
          <p:cNvPr id="1905" name="Google Shape;1905;p205"/>
          <p:cNvSpPr/>
          <p:nvPr/>
        </p:nvSpPr>
        <p:spPr>
          <a:xfrm>
            <a:off x="2612051" y="1671272"/>
            <a:ext cx="16545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3000" b="1" i="1">
                <a:solidFill>
                  <a:srgbClr val="FF0000"/>
                </a:solidFill>
                <a:latin typeface="Georgia"/>
                <a:ea typeface="Georgia"/>
                <a:cs typeface="Georgia"/>
                <a:sym typeface="Georgia"/>
              </a:rPr>
              <a:t>2</a:t>
            </a:r>
            <a:endParaRPr sz="3000" i="1">
              <a:solidFill>
                <a:srgbClr val="FF0000"/>
              </a:solidFill>
              <a:latin typeface="Georgia"/>
              <a:ea typeface="Georgia"/>
              <a:cs typeface="Georgia"/>
              <a:sym typeface="Georgia"/>
            </a:endParaRPr>
          </a:p>
        </p:txBody>
      </p:sp>
      <p:sp>
        <p:nvSpPr>
          <p:cNvPr id="1906" name="Google Shape;1906;p205"/>
          <p:cNvSpPr/>
          <p:nvPr/>
        </p:nvSpPr>
        <p:spPr>
          <a:xfrm>
            <a:off x="4669451" y="1671272"/>
            <a:ext cx="18969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3000" b="1" i="1">
                <a:solidFill>
                  <a:srgbClr val="FF0000"/>
                </a:solidFill>
                <a:latin typeface="Georgia"/>
                <a:ea typeface="Georgia"/>
                <a:cs typeface="Georgia"/>
                <a:sym typeface="Georgia"/>
              </a:rPr>
              <a:t>3</a:t>
            </a:r>
            <a:endParaRPr sz="3000" i="1">
              <a:solidFill>
                <a:srgbClr val="FF0000"/>
              </a:solidFill>
              <a:latin typeface="Georgia"/>
              <a:ea typeface="Georgia"/>
              <a:cs typeface="Georgia"/>
              <a:sym typeface="Georgia"/>
            </a:endParaRPr>
          </a:p>
        </p:txBody>
      </p:sp>
      <p:sp>
        <p:nvSpPr>
          <p:cNvPr id="1907" name="Google Shape;1907;p205"/>
          <p:cNvSpPr/>
          <p:nvPr/>
        </p:nvSpPr>
        <p:spPr>
          <a:xfrm>
            <a:off x="6902425" y="1671272"/>
            <a:ext cx="1896900" cy="4845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3000" b="1" i="1">
                <a:solidFill>
                  <a:srgbClr val="FF0000"/>
                </a:solidFill>
                <a:latin typeface="Georgia"/>
                <a:ea typeface="Georgia"/>
                <a:cs typeface="Georgia"/>
                <a:sym typeface="Georgia"/>
              </a:rPr>
              <a:t>4</a:t>
            </a:r>
            <a:endParaRPr sz="3000" i="1">
              <a:solidFill>
                <a:srgbClr val="FF0000"/>
              </a:solidFill>
              <a:latin typeface="Georgia"/>
              <a:ea typeface="Georgia"/>
              <a:cs typeface="Georgia"/>
              <a:sym typeface="Georgia"/>
            </a:endParaRPr>
          </a:p>
        </p:txBody>
      </p:sp>
      <p:cxnSp>
        <p:nvCxnSpPr>
          <p:cNvPr id="1908" name="Google Shape;1908;p205"/>
          <p:cNvCxnSpPr/>
          <p:nvPr/>
        </p:nvCxnSpPr>
        <p:spPr>
          <a:xfrm>
            <a:off x="448344" y="2246272"/>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09" name="Google Shape;1909;p205"/>
          <p:cNvCxnSpPr/>
          <p:nvPr/>
        </p:nvCxnSpPr>
        <p:spPr>
          <a:xfrm>
            <a:off x="2645113" y="2246272"/>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10" name="Google Shape;1910;p205"/>
          <p:cNvCxnSpPr/>
          <p:nvPr/>
        </p:nvCxnSpPr>
        <p:spPr>
          <a:xfrm>
            <a:off x="4791970" y="2246272"/>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11" name="Google Shape;1911;p205"/>
          <p:cNvCxnSpPr/>
          <p:nvPr/>
        </p:nvCxnSpPr>
        <p:spPr>
          <a:xfrm>
            <a:off x="7015026" y="2246272"/>
            <a:ext cx="1657200" cy="0"/>
          </a:xfrm>
          <a:prstGeom prst="straightConnector1">
            <a:avLst/>
          </a:prstGeom>
          <a:noFill/>
          <a:ln w="9525" cap="flat" cmpd="sng">
            <a:solidFill>
              <a:srgbClr val="434343"/>
            </a:solidFill>
            <a:prstDash val="dot"/>
            <a:round/>
            <a:headEnd type="none" w="med" len="med"/>
            <a:tailEnd type="none" w="med" len="med"/>
          </a:ln>
        </p:spPr>
      </p:cxnSp>
      <p:sp>
        <p:nvSpPr>
          <p:cNvPr id="1912" name="Google Shape;1912;p205"/>
          <p:cNvSpPr txBox="1"/>
          <p:nvPr/>
        </p:nvSpPr>
        <p:spPr>
          <a:xfrm>
            <a:off x="338100" y="3388787"/>
            <a:ext cx="1767300" cy="87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i="1">
                <a:solidFill>
                  <a:srgbClr val="000000"/>
                </a:solidFill>
                <a:latin typeface="Georgia"/>
                <a:ea typeface="Georgia"/>
                <a:cs typeface="Georgia"/>
                <a:sym typeface="Georgia"/>
              </a:rPr>
              <a:t>An assessment that   gathers information about existing capabilities to establish a baseline from which an organization can measure transformational     change. </a:t>
            </a:r>
            <a:endParaRPr sz="1000"/>
          </a:p>
        </p:txBody>
      </p:sp>
      <p:sp>
        <p:nvSpPr>
          <p:cNvPr id="1913" name="Google Shape;1913;p205"/>
          <p:cNvSpPr txBox="1"/>
          <p:nvPr/>
        </p:nvSpPr>
        <p:spPr>
          <a:xfrm>
            <a:off x="2485062" y="3388787"/>
            <a:ext cx="1956900" cy="87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i="1">
                <a:solidFill>
                  <a:srgbClr val="000000"/>
                </a:solidFill>
                <a:latin typeface="Georgia"/>
                <a:ea typeface="Georgia"/>
                <a:cs typeface="Georgia"/>
                <a:sym typeface="Georgia"/>
              </a:rPr>
              <a:t>Sprint 0 is typically more thorough and includes initial engagement activities like refining the product backlog, architecture envisioning, prioritization, and release planning.</a:t>
            </a:r>
            <a:endParaRPr sz="1000"/>
          </a:p>
        </p:txBody>
      </p:sp>
      <p:sp>
        <p:nvSpPr>
          <p:cNvPr id="1914" name="Google Shape;1914;p205"/>
          <p:cNvSpPr txBox="1"/>
          <p:nvPr/>
        </p:nvSpPr>
        <p:spPr>
          <a:xfrm>
            <a:off x="4656588" y="3388787"/>
            <a:ext cx="1896900" cy="87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i="1">
                <a:solidFill>
                  <a:srgbClr val="000000"/>
                </a:solidFill>
                <a:latin typeface="Georgia"/>
                <a:ea typeface="Georgia"/>
                <a:cs typeface="Georgia"/>
                <a:sym typeface="Georgia"/>
              </a:rPr>
              <a:t>Implementation and integration process to move a new organization to Salesforce, establishing how to perform the basic set-up, engage users, and facilitate adoption.</a:t>
            </a:r>
            <a:endParaRPr sz="1000"/>
          </a:p>
        </p:txBody>
      </p:sp>
      <p:sp>
        <p:nvSpPr>
          <p:cNvPr id="1915" name="Google Shape;1915;p205"/>
          <p:cNvSpPr txBox="1"/>
          <p:nvPr/>
        </p:nvSpPr>
        <p:spPr>
          <a:xfrm>
            <a:off x="6891675" y="3388787"/>
            <a:ext cx="1896900" cy="87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i="1">
                <a:solidFill>
                  <a:srgbClr val="000000"/>
                </a:solidFill>
                <a:latin typeface="Georgia"/>
                <a:ea typeface="Georgia"/>
                <a:cs typeface="Georgia"/>
                <a:sym typeface="Georgia"/>
              </a:rPr>
              <a:t>The process of migrating an organization from Salesforce Classic to Lightning Experience, which requires educating users on UI and functionality that is significantly improved.</a:t>
            </a:r>
            <a:endParaRPr sz="1000"/>
          </a:p>
        </p:txBody>
      </p:sp>
      <p:cxnSp>
        <p:nvCxnSpPr>
          <p:cNvPr id="1916" name="Google Shape;1916;p205"/>
          <p:cNvCxnSpPr/>
          <p:nvPr/>
        </p:nvCxnSpPr>
        <p:spPr>
          <a:xfrm>
            <a:off x="448344" y="3350984"/>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17" name="Google Shape;1917;p205"/>
          <p:cNvCxnSpPr/>
          <p:nvPr/>
        </p:nvCxnSpPr>
        <p:spPr>
          <a:xfrm>
            <a:off x="2645113" y="3350984"/>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18" name="Google Shape;1918;p205"/>
          <p:cNvCxnSpPr/>
          <p:nvPr/>
        </p:nvCxnSpPr>
        <p:spPr>
          <a:xfrm>
            <a:off x="4791970" y="3350984"/>
            <a:ext cx="1657200" cy="0"/>
          </a:xfrm>
          <a:prstGeom prst="straightConnector1">
            <a:avLst/>
          </a:prstGeom>
          <a:noFill/>
          <a:ln w="9525" cap="flat" cmpd="sng">
            <a:solidFill>
              <a:srgbClr val="434343"/>
            </a:solidFill>
            <a:prstDash val="dot"/>
            <a:round/>
            <a:headEnd type="none" w="med" len="med"/>
            <a:tailEnd type="none" w="med" len="med"/>
          </a:ln>
        </p:spPr>
      </p:cxnSp>
      <p:cxnSp>
        <p:nvCxnSpPr>
          <p:cNvPr id="1919" name="Google Shape;1919;p205"/>
          <p:cNvCxnSpPr/>
          <p:nvPr/>
        </p:nvCxnSpPr>
        <p:spPr>
          <a:xfrm>
            <a:off x="7015026" y="3350984"/>
            <a:ext cx="1657200" cy="0"/>
          </a:xfrm>
          <a:prstGeom prst="straightConnector1">
            <a:avLst/>
          </a:prstGeom>
          <a:noFill/>
          <a:ln w="9525" cap="flat" cmpd="sng">
            <a:solidFill>
              <a:srgbClr val="434343"/>
            </a:solidFill>
            <a:prstDash val="dot"/>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3"/>
        <p:cNvGrpSpPr/>
        <p:nvPr/>
      </p:nvGrpSpPr>
      <p:grpSpPr>
        <a:xfrm>
          <a:off x="0" y="0"/>
          <a:ext cx="0" cy="0"/>
          <a:chOff x="0" y="0"/>
          <a:chExt cx="0" cy="0"/>
        </a:xfrm>
      </p:grpSpPr>
      <p:pic>
        <p:nvPicPr>
          <p:cNvPr id="1924" name="Google Shape;1924;p206"/>
          <p:cNvPicPr preferRelativeResize="0"/>
          <p:nvPr/>
        </p:nvPicPr>
        <p:blipFill rotWithShape="1">
          <a:blip r:embed="rId3">
            <a:alphaModFix/>
          </a:blip>
          <a:srcRect t="15354"/>
          <a:stretch/>
        </p:blipFill>
        <p:spPr>
          <a:xfrm>
            <a:off x="-9000" y="0"/>
            <a:ext cx="9147497" cy="5143500"/>
          </a:xfrm>
          <a:prstGeom prst="rect">
            <a:avLst/>
          </a:prstGeom>
          <a:noFill/>
          <a:ln>
            <a:noFill/>
          </a:ln>
        </p:spPr>
      </p:pic>
      <p:sp>
        <p:nvSpPr>
          <p:cNvPr id="1925" name="Google Shape;1925;p206"/>
          <p:cNvSpPr/>
          <p:nvPr/>
        </p:nvSpPr>
        <p:spPr>
          <a:xfrm>
            <a:off x="-5500" y="0"/>
            <a:ext cx="9144000" cy="5167500"/>
          </a:xfrm>
          <a:prstGeom prst="rect">
            <a:avLst/>
          </a:prstGeom>
          <a:solidFill>
            <a:srgbClr val="000000">
              <a:alpha val="70196"/>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1800" b="0" i="0" u="none" strike="noStrike" cap="none">
              <a:solidFill>
                <a:srgbClr val="FFFFFF"/>
              </a:solidFill>
              <a:latin typeface="Georgia"/>
              <a:ea typeface="Georgia"/>
              <a:cs typeface="Georgia"/>
              <a:sym typeface="Georgia"/>
            </a:endParaRPr>
          </a:p>
        </p:txBody>
      </p:sp>
      <p:sp>
        <p:nvSpPr>
          <p:cNvPr id="1926" name="Google Shape;1926;p206"/>
          <p:cNvSpPr txBox="1"/>
          <p:nvPr/>
        </p:nvSpPr>
        <p:spPr>
          <a:xfrm>
            <a:off x="310775" y="2327975"/>
            <a:ext cx="8597400" cy="60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800"/>
              </a:spcBef>
              <a:spcAft>
                <a:spcPts val="0"/>
              </a:spcAft>
              <a:buClr>
                <a:srgbClr val="000000"/>
              </a:buClr>
              <a:buSzPts val="3600"/>
              <a:buFont typeface="Arial"/>
              <a:buNone/>
            </a:pPr>
            <a:r>
              <a:rPr lang="en" sz="3600" b="1" i="1" u="none" strike="noStrike" cap="none">
                <a:solidFill>
                  <a:srgbClr val="FFFFFF"/>
                </a:solidFill>
                <a:latin typeface="Georgia"/>
                <a:ea typeface="Georgia"/>
                <a:cs typeface="Georgia"/>
                <a:sym typeface="Georgia"/>
              </a:rPr>
              <a:t>2 – </a:t>
            </a:r>
            <a:r>
              <a:rPr lang="en" sz="3600" b="0" i="0" u="none" strike="noStrike" cap="none">
                <a:solidFill>
                  <a:srgbClr val="FFFFFF"/>
                </a:solidFill>
                <a:latin typeface="Georgia"/>
                <a:ea typeface="Georgia"/>
                <a:cs typeface="Georgia"/>
                <a:sym typeface="Georgia"/>
              </a:rPr>
              <a:t>Guiding Principles &amp; Best Practices</a:t>
            </a:r>
            <a:endParaRPr sz="3600" b="0" i="0" u="none" strike="noStrike" cap="none">
              <a:solidFill>
                <a:srgbClr val="FFFFFF"/>
              </a:solidFill>
              <a:latin typeface="Georgia"/>
              <a:ea typeface="Georgia"/>
              <a:cs typeface="Georgia"/>
              <a:sym typeface="Georgia"/>
            </a:endParaRPr>
          </a:p>
        </p:txBody>
      </p:sp>
      <p:sp>
        <p:nvSpPr>
          <p:cNvPr id="1927" name="Google Shape;1927;p206"/>
          <p:cNvSpPr/>
          <p:nvPr/>
        </p:nvSpPr>
        <p:spPr>
          <a:xfrm>
            <a:off x="2000" y="3335188"/>
            <a:ext cx="9136500" cy="131225"/>
          </a:xfrm>
          <a:custGeom>
            <a:avLst/>
            <a:gdLst/>
            <a:ahLst/>
            <a:cxnLst/>
            <a:rect l="l" t="t" r="r" b="b"/>
            <a:pathLst>
              <a:path w="10000" h="10000" extrusionOk="0">
                <a:moveTo>
                  <a:pt x="10000" y="0"/>
                </a:moveTo>
                <a:lnTo>
                  <a:pt x="1695" y="0"/>
                </a:lnTo>
                <a:cubicBezTo>
                  <a:pt x="1655" y="3333"/>
                  <a:pt x="1616" y="6667"/>
                  <a:pt x="1578" y="10000"/>
                </a:cubicBezTo>
                <a:cubicBezTo>
                  <a:pt x="1533" y="6667"/>
                  <a:pt x="1489" y="3333"/>
                  <a:pt x="1446" y="0"/>
                </a:cubicBezTo>
                <a:lnTo>
                  <a:pt x="0" y="0"/>
                </a:lnTo>
              </a:path>
            </a:pathLst>
          </a:custGeom>
          <a:noFill/>
          <a:ln w="9525" cap="rnd" cmpd="sng">
            <a:solidFill>
              <a:srgbClr val="82141E"/>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928" name="Google Shape;1928;p206"/>
          <p:cNvSpPr txBox="1"/>
          <p:nvPr/>
        </p:nvSpPr>
        <p:spPr>
          <a:xfrm>
            <a:off x="6274538" y="4800785"/>
            <a:ext cx="25599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 sz="600" b="0" i="0" u="none" strike="noStrike" cap="none">
                <a:solidFill>
                  <a:srgbClr val="FFFFFF"/>
                </a:solidFill>
                <a:latin typeface="Arial"/>
                <a:ea typeface="Arial"/>
                <a:cs typeface="Arial"/>
                <a:sym typeface="Arial"/>
              </a:rPr>
              <a:t>7</a:t>
            </a:fld>
            <a:endParaRPr sz="600" b="0" i="0" u="none" strike="noStrike" cap="non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sp>
        <p:nvSpPr>
          <p:cNvPr id="1933" name="Google Shape;1933;p207"/>
          <p:cNvSpPr/>
          <p:nvPr/>
        </p:nvSpPr>
        <p:spPr>
          <a:xfrm>
            <a:off x="3742835" y="3027715"/>
            <a:ext cx="1702200" cy="41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eorgia"/>
                <a:ea typeface="Georgia"/>
                <a:cs typeface="Georgia"/>
                <a:sym typeface="Georgia"/>
              </a:rPr>
              <a:t>Focus on personas</a:t>
            </a:r>
            <a:endParaRPr>
              <a:latin typeface="Georgia"/>
              <a:ea typeface="Georgia"/>
              <a:cs typeface="Georgia"/>
              <a:sym typeface="Georgia"/>
            </a:endParaRPr>
          </a:p>
          <a:p>
            <a:pPr marL="0" lvl="0" indent="0" algn="ctr" rtl="0">
              <a:spcBef>
                <a:spcPts val="0"/>
              </a:spcBef>
              <a:spcAft>
                <a:spcPts val="0"/>
              </a:spcAft>
              <a:buNone/>
            </a:pPr>
            <a:br>
              <a:rPr lang="en" i="1">
                <a:latin typeface="Georgia"/>
                <a:ea typeface="Georgia"/>
                <a:cs typeface="Georgia"/>
                <a:sym typeface="Georgia"/>
              </a:rPr>
            </a:br>
            <a:r>
              <a:rPr lang="en" sz="1000" i="1">
                <a:solidFill>
                  <a:schemeClr val="dk1"/>
                </a:solidFill>
                <a:latin typeface="Georgia"/>
                <a:ea typeface="Georgia"/>
                <a:cs typeface="Georgia"/>
                <a:sym typeface="Georgia"/>
              </a:rPr>
              <a:t>Segment your population and give them what they need to thrive!</a:t>
            </a:r>
            <a:r>
              <a:rPr lang="en" sz="1000" b="1" i="1">
                <a:solidFill>
                  <a:schemeClr val="dk1"/>
                </a:solidFill>
                <a:latin typeface="Georgia"/>
                <a:ea typeface="Georgia"/>
                <a:cs typeface="Georgia"/>
                <a:sym typeface="Georgia"/>
              </a:rPr>
              <a:t> </a:t>
            </a:r>
            <a:endParaRPr sz="1000" i="1">
              <a:latin typeface="Georgia"/>
              <a:ea typeface="Georgia"/>
              <a:cs typeface="Georgia"/>
              <a:sym typeface="Georgia"/>
            </a:endParaRPr>
          </a:p>
        </p:txBody>
      </p:sp>
      <p:sp>
        <p:nvSpPr>
          <p:cNvPr id="1934" name="Google Shape;1934;p207"/>
          <p:cNvSpPr/>
          <p:nvPr/>
        </p:nvSpPr>
        <p:spPr>
          <a:xfrm>
            <a:off x="1932645" y="3027715"/>
            <a:ext cx="1702200" cy="41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eorgia"/>
                <a:ea typeface="Georgia"/>
                <a:cs typeface="Georgia"/>
                <a:sym typeface="Georgia"/>
              </a:rPr>
              <a:t>Remain Agile</a:t>
            </a:r>
            <a:endParaRPr>
              <a:latin typeface="Georgia"/>
              <a:ea typeface="Georgia"/>
              <a:cs typeface="Georgia"/>
              <a:sym typeface="Georgia"/>
            </a:endParaRPr>
          </a:p>
          <a:p>
            <a:pPr marL="0" lvl="0" indent="0" algn="ctr" rtl="0">
              <a:spcBef>
                <a:spcPts val="0"/>
              </a:spcBef>
              <a:spcAft>
                <a:spcPts val="0"/>
              </a:spcAft>
              <a:buNone/>
            </a:pPr>
            <a:br>
              <a:rPr lang="en" i="1">
                <a:latin typeface="Georgia"/>
                <a:ea typeface="Georgia"/>
                <a:cs typeface="Georgia"/>
                <a:sym typeface="Georgia"/>
              </a:rPr>
            </a:br>
            <a:r>
              <a:rPr lang="en" sz="1000" i="1">
                <a:latin typeface="Georgia"/>
                <a:ea typeface="Georgia"/>
                <a:cs typeface="Georgia"/>
                <a:sym typeface="Georgia"/>
              </a:rPr>
              <a:t>Establish a plan, but adjust based on feedback and issues.</a:t>
            </a:r>
            <a:endParaRPr sz="1000" i="1">
              <a:latin typeface="Georgia"/>
              <a:ea typeface="Georgia"/>
              <a:cs typeface="Georgia"/>
              <a:sym typeface="Georgia"/>
            </a:endParaRPr>
          </a:p>
        </p:txBody>
      </p:sp>
      <p:sp>
        <p:nvSpPr>
          <p:cNvPr id="1935" name="Google Shape;1935;p207"/>
          <p:cNvSpPr/>
          <p:nvPr/>
        </p:nvSpPr>
        <p:spPr>
          <a:xfrm>
            <a:off x="5510148" y="3027715"/>
            <a:ext cx="1702200" cy="41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eorgia"/>
                <a:ea typeface="Georgia"/>
                <a:cs typeface="Georgia"/>
                <a:sym typeface="Georgia"/>
              </a:rPr>
              <a:t>Focus on data</a:t>
            </a:r>
            <a:endParaRPr>
              <a:latin typeface="Georgia"/>
              <a:ea typeface="Georgia"/>
              <a:cs typeface="Georgia"/>
              <a:sym typeface="Georgia"/>
            </a:endParaRPr>
          </a:p>
          <a:p>
            <a:pPr marL="0" lvl="0" indent="0" algn="ctr" rtl="0">
              <a:spcBef>
                <a:spcPts val="0"/>
              </a:spcBef>
              <a:spcAft>
                <a:spcPts val="0"/>
              </a:spcAft>
              <a:buNone/>
            </a:pPr>
            <a:br>
              <a:rPr lang="en" i="1">
                <a:latin typeface="Georgia"/>
                <a:ea typeface="Georgia"/>
                <a:cs typeface="Georgia"/>
                <a:sym typeface="Georgia"/>
              </a:rPr>
            </a:br>
            <a:r>
              <a:rPr lang="en" sz="1000" i="1">
                <a:solidFill>
                  <a:schemeClr val="dk1"/>
                </a:solidFill>
                <a:latin typeface="Georgia"/>
                <a:ea typeface="Georgia"/>
                <a:cs typeface="Georgia"/>
                <a:sym typeface="Georgia"/>
              </a:rPr>
              <a:t>Use adoption metrics and dashboards to determine which groups to move.</a:t>
            </a:r>
            <a:endParaRPr sz="1000" i="1">
              <a:latin typeface="Georgia"/>
              <a:ea typeface="Georgia"/>
              <a:cs typeface="Georgia"/>
              <a:sym typeface="Georgia"/>
            </a:endParaRPr>
          </a:p>
        </p:txBody>
      </p:sp>
      <p:sp>
        <p:nvSpPr>
          <p:cNvPr id="1936" name="Google Shape;1936;p207"/>
          <p:cNvSpPr/>
          <p:nvPr/>
        </p:nvSpPr>
        <p:spPr>
          <a:xfrm>
            <a:off x="7271749" y="3027715"/>
            <a:ext cx="1813500" cy="41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eorgia"/>
                <a:ea typeface="Georgia"/>
                <a:cs typeface="Georgia"/>
                <a:sym typeface="Georgia"/>
              </a:rPr>
              <a:t>Use Salesforce</a:t>
            </a:r>
            <a:endParaRPr>
              <a:latin typeface="Georgia"/>
              <a:ea typeface="Georgia"/>
              <a:cs typeface="Georgia"/>
              <a:sym typeface="Georgia"/>
            </a:endParaRPr>
          </a:p>
          <a:p>
            <a:pPr marL="0" lvl="0" indent="0" algn="ctr" rtl="0">
              <a:spcBef>
                <a:spcPts val="0"/>
              </a:spcBef>
              <a:spcAft>
                <a:spcPts val="0"/>
              </a:spcAft>
              <a:buNone/>
            </a:pPr>
            <a:br>
              <a:rPr lang="en">
                <a:latin typeface="Georgia"/>
                <a:ea typeface="Georgia"/>
                <a:cs typeface="Georgia"/>
                <a:sym typeface="Georgia"/>
              </a:rPr>
            </a:br>
            <a:r>
              <a:rPr lang="en" sz="1000" i="1">
                <a:solidFill>
                  <a:schemeClr val="dk1"/>
                </a:solidFill>
                <a:latin typeface="Georgia"/>
                <a:ea typeface="Georgia"/>
                <a:cs typeface="Georgia"/>
                <a:sym typeface="Georgia"/>
              </a:rPr>
              <a:t>Leverage the platform’s tools - such as Chatter - to share messages with users!</a:t>
            </a:r>
            <a:endParaRPr sz="1000" i="1">
              <a:latin typeface="Georgia"/>
              <a:ea typeface="Georgia"/>
              <a:cs typeface="Georgia"/>
              <a:sym typeface="Georgia"/>
            </a:endParaRPr>
          </a:p>
        </p:txBody>
      </p:sp>
      <p:sp>
        <p:nvSpPr>
          <p:cNvPr id="1937" name="Google Shape;1937;p207"/>
          <p:cNvSpPr/>
          <p:nvPr/>
        </p:nvSpPr>
        <p:spPr>
          <a:xfrm>
            <a:off x="86567" y="3027715"/>
            <a:ext cx="1813500" cy="41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eorgia"/>
                <a:ea typeface="Georgia"/>
                <a:cs typeface="Georgia"/>
                <a:sym typeface="Georgia"/>
              </a:rPr>
              <a:t>Lean on leadership</a:t>
            </a:r>
            <a:endParaRPr>
              <a:latin typeface="Georgia"/>
              <a:ea typeface="Georgia"/>
              <a:cs typeface="Georgia"/>
              <a:sym typeface="Georgia"/>
            </a:endParaRPr>
          </a:p>
          <a:p>
            <a:pPr marL="0" lvl="0" indent="0" algn="ctr" rtl="0">
              <a:spcBef>
                <a:spcPts val="0"/>
              </a:spcBef>
              <a:spcAft>
                <a:spcPts val="0"/>
              </a:spcAft>
              <a:buNone/>
            </a:pPr>
            <a:br>
              <a:rPr lang="en">
                <a:latin typeface="Georgia"/>
                <a:ea typeface="Georgia"/>
                <a:cs typeface="Georgia"/>
                <a:sym typeface="Georgia"/>
              </a:rPr>
            </a:br>
            <a:r>
              <a:rPr lang="en" sz="1000" i="1">
                <a:solidFill>
                  <a:schemeClr val="dk1"/>
                </a:solidFill>
                <a:latin typeface="Georgia"/>
                <a:ea typeface="Georgia"/>
                <a:cs typeface="Georgia"/>
                <a:sym typeface="Georgia"/>
              </a:rPr>
              <a:t>Lean on leaders for the change, and ask them to drive action!</a:t>
            </a:r>
            <a:endParaRPr sz="1000" i="1">
              <a:latin typeface="Georgia"/>
              <a:ea typeface="Georgia"/>
              <a:cs typeface="Georgia"/>
              <a:sym typeface="Georgia"/>
            </a:endParaRPr>
          </a:p>
        </p:txBody>
      </p:sp>
      <p:sp>
        <p:nvSpPr>
          <p:cNvPr id="1938" name="Google Shape;1938;p207"/>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8</a:t>
            </a:fld>
            <a:endParaRPr/>
          </a:p>
        </p:txBody>
      </p:sp>
      <p:sp>
        <p:nvSpPr>
          <p:cNvPr id="1939" name="Google Shape;1939;p207"/>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Our guiding principles for Salesforce “Change &amp; Adoption in a Box”</a:t>
            </a:r>
            <a:endParaRPr/>
          </a:p>
        </p:txBody>
      </p:sp>
      <p:cxnSp>
        <p:nvCxnSpPr>
          <p:cNvPr id="1940" name="Google Shape;1940;p207"/>
          <p:cNvCxnSpPr/>
          <p:nvPr/>
        </p:nvCxnSpPr>
        <p:spPr>
          <a:xfrm>
            <a:off x="1904078" y="1769021"/>
            <a:ext cx="0" cy="1960800"/>
          </a:xfrm>
          <a:prstGeom prst="straightConnector1">
            <a:avLst/>
          </a:prstGeom>
          <a:noFill/>
          <a:ln w="19050" cap="flat" cmpd="sng">
            <a:solidFill>
              <a:schemeClr val="dk2"/>
            </a:solidFill>
            <a:prstDash val="dot"/>
            <a:round/>
            <a:headEnd type="none" w="med" len="med"/>
            <a:tailEnd type="none" w="med" len="med"/>
          </a:ln>
        </p:spPr>
      </p:cxnSp>
      <p:cxnSp>
        <p:nvCxnSpPr>
          <p:cNvPr id="1941" name="Google Shape;1941;p207"/>
          <p:cNvCxnSpPr/>
          <p:nvPr/>
        </p:nvCxnSpPr>
        <p:spPr>
          <a:xfrm>
            <a:off x="5480439" y="1763171"/>
            <a:ext cx="0" cy="1972500"/>
          </a:xfrm>
          <a:prstGeom prst="straightConnector1">
            <a:avLst/>
          </a:prstGeom>
          <a:noFill/>
          <a:ln w="19050" cap="flat" cmpd="sng">
            <a:solidFill>
              <a:schemeClr val="dk2"/>
            </a:solidFill>
            <a:prstDash val="dot"/>
            <a:round/>
            <a:headEnd type="none" w="med" len="med"/>
            <a:tailEnd type="none" w="med" len="med"/>
          </a:ln>
        </p:spPr>
      </p:cxnSp>
      <p:cxnSp>
        <p:nvCxnSpPr>
          <p:cNvPr id="1942" name="Google Shape;1942;p207"/>
          <p:cNvCxnSpPr/>
          <p:nvPr/>
        </p:nvCxnSpPr>
        <p:spPr>
          <a:xfrm>
            <a:off x="3706358" y="1763171"/>
            <a:ext cx="0" cy="1972500"/>
          </a:xfrm>
          <a:prstGeom prst="straightConnector1">
            <a:avLst/>
          </a:prstGeom>
          <a:noFill/>
          <a:ln w="19050" cap="flat" cmpd="sng">
            <a:solidFill>
              <a:schemeClr val="dk2"/>
            </a:solidFill>
            <a:prstDash val="dot"/>
            <a:round/>
            <a:headEnd type="none" w="med" len="med"/>
            <a:tailEnd type="none" w="med" len="med"/>
          </a:ln>
        </p:spPr>
      </p:cxnSp>
      <p:cxnSp>
        <p:nvCxnSpPr>
          <p:cNvPr id="1943" name="Google Shape;1943;p207"/>
          <p:cNvCxnSpPr/>
          <p:nvPr/>
        </p:nvCxnSpPr>
        <p:spPr>
          <a:xfrm>
            <a:off x="7271757" y="1745121"/>
            <a:ext cx="0" cy="1972500"/>
          </a:xfrm>
          <a:prstGeom prst="straightConnector1">
            <a:avLst/>
          </a:prstGeom>
          <a:noFill/>
          <a:ln w="19050" cap="flat" cmpd="sng">
            <a:solidFill>
              <a:schemeClr val="dk2"/>
            </a:solidFill>
            <a:prstDash val="dot"/>
            <a:round/>
            <a:headEnd type="none" w="med" len="med"/>
            <a:tailEnd type="none" w="med" len="med"/>
          </a:ln>
        </p:spPr>
      </p:cxnSp>
      <p:pic>
        <p:nvPicPr>
          <p:cNvPr id="1944" name="Google Shape;1944;p207"/>
          <p:cNvPicPr preferRelativeResize="0"/>
          <p:nvPr/>
        </p:nvPicPr>
        <p:blipFill rotWithShape="1">
          <a:blip r:embed="rId3">
            <a:alphaModFix/>
          </a:blip>
          <a:srcRect r="35942"/>
          <a:stretch/>
        </p:blipFill>
        <p:spPr>
          <a:xfrm>
            <a:off x="7664118" y="1779554"/>
            <a:ext cx="981149" cy="684075"/>
          </a:xfrm>
          <a:prstGeom prst="rect">
            <a:avLst/>
          </a:prstGeom>
          <a:noFill/>
          <a:ln>
            <a:noFill/>
          </a:ln>
        </p:spPr>
      </p:pic>
      <p:sp>
        <p:nvSpPr>
          <p:cNvPr id="1945" name="Google Shape;1945;p207"/>
          <p:cNvSpPr/>
          <p:nvPr/>
        </p:nvSpPr>
        <p:spPr>
          <a:xfrm>
            <a:off x="4170785" y="1779554"/>
            <a:ext cx="846300" cy="846300"/>
          </a:xfrm>
          <a:custGeom>
            <a:avLst/>
            <a:gdLst/>
            <a:ahLst/>
            <a:cxnLst/>
            <a:rect l="l" t="t" r="r" b="b"/>
            <a:pathLst>
              <a:path w="120000" h="120000" extrusionOk="0">
                <a:moveTo>
                  <a:pt x="101739" y="69629"/>
                </a:moveTo>
                <a:cubicBezTo>
                  <a:pt x="101366" y="69629"/>
                  <a:pt x="100993" y="69629"/>
                  <a:pt x="100621" y="69629"/>
                </a:cubicBezTo>
                <a:cubicBezTo>
                  <a:pt x="99130" y="69629"/>
                  <a:pt x="97639" y="68888"/>
                  <a:pt x="97267" y="67037"/>
                </a:cubicBezTo>
                <a:cubicBezTo>
                  <a:pt x="90559" y="45555"/>
                  <a:pt x="90559" y="45555"/>
                  <a:pt x="90559" y="45555"/>
                </a:cubicBezTo>
                <a:cubicBezTo>
                  <a:pt x="90186" y="45185"/>
                  <a:pt x="90186" y="44814"/>
                  <a:pt x="89813" y="44444"/>
                </a:cubicBezTo>
                <a:cubicBezTo>
                  <a:pt x="87577" y="44444"/>
                  <a:pt x="87577" y="44444"/>
                  <a:pt x="87577" y="44444"/>
                </a:cubicBezTo>
                <a:cubicBezTo>
                  <a:pt x="95403" y="75185"/>
                  <a:pt x="95403" y="75185"/>
                  <a:pt x="95403" y="75185"/>
                </a:cubicBezTo>
                <a:cubicBezTo>
                  <a:pt x="95776" y="75555"/>
                  <a:pt x="95776" y="75925"/>
                  <a:pt x="95776" y="76666"/>
                </a:cubicBezTo>
                <a:cubicBezTo>
                  <a:pt x="95776" y="78148"/>
                  <a:pt x="94285" y="79629"/>
                  <a:pt x="92795" y="79629"/>
                </a:cubicBezTo>
                <a:cubicBezTo>
                  <a:pt x="92795" y="79629"/>
                  <a:pt x="92795" y="79629"/>
                  <a:pt x="92795" y="79629"/>
                </a:cubicBezTo>
                <a:cubicBezTo>
                  <a:pt x="92422" y="79629"/>
                  <a:pt x="92422" y="79629"/>
                  <a:pt x="92422" y="79629"/>
                </a:cubicBezTo>
                <a:cubicBezTo>
                  <a:pt x="92049" y="79259"/>
                  <a:pt x="92049" y="78888"/>
                  <a:pt x="92049" y="78518"/>
                </a:cubicBezTo>
                <a:cubicBezTo>
                  <a:pt x="90186" y="72222"/>
                  <a:pt x="83850" y="68148"/>
                  <a:pt x="77142" y="68148"/>
                </a:cubicBezTo>
                <a:cubicBezTo>
                  <a:pt x="73043" y="68148"/>
                  <a:pt x="73043" y="68148"/>
                  <a:pt x="73043" y="68148"/>
                </a:cubicBezTo>
                <a:cubicBezTo>
                  <a:pt x="75279" y="65185"/>
                  <a:pt x="76397" y="61851"/>
                  <a:pt x="76397" y="58148"/>
                </a:cubicBezTo>
                <a:cubicBezTo>
                  <a:pt x="76397" y="51851"/>
                  <a:pt x="72670" y="46296"/>
                  <a:pt x="67080" y="43703"/>
                </a:cubicBezTo>
                <a:cubicBezTo>
                  <a:pt x="68198" y="40370"/>
                  <a:pt x="68198" y="40370"/>
                  <a:pt x="68198" y="40370"/>
                </a:cubicBezTo>
                <a:cubicBezTo>
                  <a:pt x="68198" y="40370"/>
                  <a:pt x="68198" y="40370"/>
                  <a:pt x="68198" y="40370"/>
                </a:cubicBezTo>
                <a:cubicBezTo>
                  <a:pt x="69316" y="37037"/>
                  <a:pt x="71925" y="35185"/>
                  <a:pt x="75279" y="35185"/>
                </a:cubicBezTo>
                <a:cubicBezTo>
                  <a:pt x="89440" y="35185"/>
                  <a:pt x="89440" y="35185"/>
                  <a:pt x="89440" y="35185"/>
                </a:cubicBezTo>
                <a:cubicBezTo>
                  <a:pt x="92422" y="35185"/>
                  <a:pt x="95031" y="37037"/>
                  <a:pt x="96149" y="40370"/>
                </a:cubicBezTo>
                <a:cubicBezTo>
                  <a:pt x="96149" y="40370"/>
                  <a:pt x="96149" y="40370"/>
                  <a:pt x="96149" y="40370"/>
                </a:cubicBezTo>
                <a:cubicBezTo>
                  <a:pt x="103975" y="65185"/>
                  <a:pt x="103975" y="65185"/>
                  <a:pt x="103975" y="65185"/>
                </a:cubicBezTo>
                <a:cubicBezTo>
                  <a:pt x="104347" y="67037"/>
                  <a:pt x="103602" y="68888"/>
                  <a:pt x="101739" y="69629"/>
                </a:cubicBezTo>
                <a:close/>
                <a:moveTo>
                  <a:pt x="27950" y="78518"/>
                </a:moveTo>
                <a:cubicBezTo>
                  <a:pt x="27950" y="78888"/>
                  <a:pt x="27577" y="79259"/>
                  <a:pt x="27577" y="80000"/>
                </a:cubicBezTo>
                <a:cubicBezTo>
                  <a:pt x="27204" y="81851"/>
                  <a:pt x="27204" y="81851"/>
                  <a:pt x="27204" y="81851"/>
                </a:cubicBezTo>
                <a:cubicBezTo>
                  <a:pt x="27950" y="47037"/>
                  <a:pt x="27950" y="47037"/>
                  <a:pt x="27950" y="47037"/>
                </a:cubicBezTo>
                <a:cubicBezTo>
                  <a:pt x="25714" y="47037"/>
                  <a:pt x="25714" y="47037"/>
                  <a:pt x="25714" y="47037"/>
                </a:cubicBezTo>
                <a:cubicBezTo>
                  <a:pt x="22360" y="65925"/>
                  <a:pt x="22360" y="65925"/>
                  <a:pt x="22360" y="65925"/>
                </a:cubicBezTo>
                <a:cubicBezTo>
                  <a:pt x="21987" y="67777"/>
                  <a:pt x="20496" y="69259"/>
                  <a:pt x="18633" y="69259"/>
                </a:cubicBezTo>
                <a:cubicBezTo>
                  <a:pt x="18633" y="69259"/>
                  <a:pt x="18260" y="69259"/>
                  <a:pt x="17888" y="69259"/>
                </a:cubicBezTo>
                <a:cubicBezTo>
                  <a:pt x="16024" y="68888"/>
                  <a:pt x="14534" y="66666"/>
                  <a:pt x="14906" y="64814"/>
                </a:cubicBezTo>
                <a:cubicBezTo>
                  <a:pt x="19006" y="40000"/>
                  <a:pt x="19006" y="40000"/>
                  <a:pt x="19006" y="40000"/>
                </a:cubicBezTo>
                <a:cubicBezTo>
                  <a:pt x="19006" y="40000"/>
                  <a:pt x="19006" y="39629"/>
                  <a:pt x="19378" y="39629"/>
                </a:cubicBezTo>
                <a:cubicBezTo>
                  <a:pt x="20124" y="36666"/>
                  <a:pt x="23105" y="34814"/>
                  <a:pt x="26459" y="34814"/>
                </a:cubicBezTo>
                <a:cubicBezTo>
                  <a:pt x="34285" y="34814"/>
                  <a:pt x="34285" y="34814"/>
                  <a:pt x="34285" y="34814"/>
                </a:cubicBezTo>
                <a:cubicBezTo>
                  <a:pt x="36894" y="37407"/>
                  <a:pt x="36894" y="37407"/>
                  <a:pt x="36894" y="37407"/>
                </a:cubicBezTo>
                <a:cubicBezTo>
                  <a:pt x="34658" y="58518"/>
                  <a:pt x="34658" y="58518"/>
                  <a:pt x="34658" y="58518"/>
                </a:cubicBezTo>
                <a:cubicBezTo>
                  <a:pt x="37639" y="61481"/>
                  <a:pt x="37639" y="61481"/>
                  <a:pt x="37639" y="61481"/>
                </a:cubicBezTo>
                <a:cubicBezTo>
                  <a:pt x="40621" y="58518"/>
                  <a:pt x="40621" y="58518"/>
                  <a:pt x="40621" y="58518"/>
                </a:cubicBezTo>
                <a:cubicBezTo>
                  <a:pt x="38385" y="37407"/>
                  <a:pt x="38385" y="37407"/>
                  <a:pt x="38385" y="37407"/>
                </a:cubicBezTo>
                <a:cubicBezTo>
                  <a:pt x="40993" y="34814"/>
                  <a:pt x="40993" y="34814"/>
                  <a:pt x="40993" y="34814"/>
                </a:cubicBezTo>
                <a:cubicBezTo>
                  <a:pt x="49192" y="34814"/>
                  <a:pt x="49192" y="34814"/>
                  <a:pt x="49192" y="34814"/>
                </a:cubicBezTo>
                <a:cubicBezTo>
                  <a:pt x="52546" y="34814"/>
                  <a:pt x="55527" y="36666"/>
                  <a:pt x="56645" y="39629"/>
                </a:cubicBezTo>
                <a:cubicBezTo>
                  <a:pt x="56645" y="40000"/>
                  <a:pt x="56645" y="40000"/>
                  <a:pt x="56645" y="40000"/>
                </a:cubicBezTo>
                <a:cubicBezTo>
                  <a:pt x="57018" y="42222"/>
                  <a:pt x="57018" y="42222"/>
                  <a:pt x="57018" y="42222"/>
                </a:cubicBezTo>
                <a:cubicBezTo>
                  <a:pt x="53664" y="42962"/>
                  <a:pt x="50310" y="44444"/>
                  <a:pt x="48074" y="47037"/>
                </a:cubicBezTo>
                <a:cubicBezTo>
                  <a:pt x="47701" y="47037"/>
                  <a:pt x="47701" y="47037"/>
                  <a:pt x="47701" y="47037"/>
                </a:cubicBezTo>
                <a:cubicBezTo>
                  <a:pt x="47701" y="47407"/>
                  <a:pt x="47701" y="47407"/>
                  <a:pt x="47701" y="47407"/>
                </a:cubicBezTo>
                <a:cubicBezTo>
                  <a:pt x="45093" y="50000"/>
                  <a:pt x="43602" y="54074"/>
                  <a:pt x="43602" y="58148"/>
                </a:cubicBezTo>
                <a:cubicBezTo>
                  <a:pt x="43602" y="61851"/>
                  <a:pt x="44720" y="65185"/>
                  <a:pt x="46583" y="68148"/>
                </a:cubicBezTo>
                <a:cubicBezTo>
                  <a:pt x="42857" y="68148"/>
                  <a:pt x="42857" y="68148"/>
                  <a:pt x="42857" y="68148"/>
                </a:cubicBezTo>
                <a:cubicBezTo>
                  <a:pt x="36149" y="68148"/>
                  <a:pt x="29813" y="72222"/>
                  <a:pt x="27950" y="78518"/>
                </a:cubicBezTo>
                <a:close/>
                <a:moveTo>
                  <a:pt x="87577" y="80740"/>
                </a:moveTo>
                <a:cubicBezTo>
                  <a:pt x="90559" y="98518"/>
                  <a:pt x="90559" y="98518"/>
                  <a:pt x="90559" y="98518"/>
                </a:cubicBezTo>
                <a:cubicBezTo>
                  <a:pt x="87577" y="101111"/>
                  <a:pt x="83850" y="102962"/>
                  <a:pt x="80124" y="105185"/>
                </a:cubicBezTo>
                <a:cubicBezTo>
                  <a:pt x="77888" y="90740"/>
                  <a:pt x="77888" y="90740"/>
                  <a:pt x="77888" y="90740"/>
                </a:cubicBezTo>
                <a:cubicBezTo>
                  <a:pt x="74906" y="90740"/>
                  <a:pt x="74906" y="90740"/>
                  <a:pt x="74906" y="90740"/>
                </a:cubicBezTo>
                <a:cubicBezTo>
                  <a:pt x="75652" y="107037"/>
                  <a:pt x="75652" y="107037"/>
                  <a:pt x="75652" y="107037"/>
                </a:cubicBezTo>
                <a:cubicBezTo>
                  <a:pt x="70807" y="108518"/>
                  <a:pt x="65590" y="109259"/>
                  <a:pt x="60000" y="109259"/>
                </a:cubicBezTo>
                <a:cubicBezTo>
                  <a:pt x="54782" y="109259"/>
                  <a:pt x="49192" y="108518"/>
                  <a:pt x="44347" y="107037"/>
                </a:cubicBezTo>
                <a:cubicBezTo>
                  <a:pt x="45093" y="90740"/>
                  <a:pt x="45093" y="90740"/>
                  <a:pt x="45093" y="90740"/>
                </a:cubicBezTo>
                <a:cubicBezTo>
                  <a:pt x="42111" y="90740"/>
                  <a:pt x="42111" y="90740"/>
                  <a:pt x="42111" y="90740"/>
                </a:cubicBezTo>
                <a:cubicBezTo>
                  <a:pt x="39503" y="105185"/>
                  <a:pt x="39503" y="105185"/>
                  <a:pt x="39503" y="105185"/>
                </a:cubicBezTo>
                <a:cubicBezTo>
                  <a:pt x="35776" y="102962"/>
                  <a:pt x="32422" y="101111"/>
                  <a:pt x="29440" y="98518"/>
                </a:cubicBezTo>
                <a:cubicBezTo>
                  <a:pt x="32422" y="80740"/>
                  <a:pt x="32422" y="80740"/>
                  <a:pt x="32422" y="80740"/>
                </a:cubicBezTo>
                <a:cubicBezTo>
                  <a:pt x="32422" y="80370"/>
                  <a:pt x="32422" y="80000"/>
                  <a:pt x="32422" y="80000"/>
                </a:cubicBezTo>
                <a:cubicBezTo>
                  <a:pt x="33913" y="75555"/>
                  <a:pt x="38012" y="72592"/>
                  <a:pt x="42857" y="72592"/>
                </a:cubicBezTo>
                <a:cubicBezTo>
                  <a:pt x="52919" y="72592"/>
                  <a:pt x="52919" y="72592"/>
                  <a:pt x="52919" y="72592"/>
                </a:cubicBezTo>
                <a:cubicBezTo>
                  <a:pt x="60372" y="80740"/>
                  <a:pt x="60372" y="80740"/>
                  <a:pt x="60372" y="80740"/>
                </a:cubicBezTo>
                <a:cubicBezTo>
                  <a:pt x="67080" y="72592"/>
                  <a:pt x="67080" y="72592"/>
                  <a:pt x="67080" y="72592"/>
                </a:cubicBezTo>
                <a:cubicBezTo>
                  <a:pt x="77142" y="72592"/>
                  <a:pt x="77142" y="72592"/>
                  <a:pt x="77142" y="72592"/>
                </a:cubicBezTo>
                <a:cubicBezTo>
                  <a:pt x="81987" y="72592"/>
                  <a:pt x="86086" y="75555"/>
                  <a:pt x="87577" y="80000"/>
                </a:cubicBezTo>
                <a:cubicBezTo>
                  <a:pt x="87577" y="80000"/>
                  <a:pt x="87577" y="80370"/>
                  <a:pt x="87577" y="80740"/>
                </a:cubicBezTo>
                <a:close/>
                <a:moveTo>
                  <a:pt x="30186" y="24814"/>
                </a:moveTo>
                <a:cubicBezTo>
                  <a:pt x="30186" y="20740"/>
                  <a:pt x="33540" y="17407"/>
                  <a:pt x="37639" y="17407"/>
                </a:cubicBezTo>
                <a:cubicBezTo>
                  <a:pt x="41739" y="17407"/>
                  <a:pt x="45093" y="20740"/>
                  <a:pt x="45093" y="24814"/>
                </a:cubicBezTo>
                <a:cubicBezTo>
                  <a:pt x="45093" y="28888"/>
                  <a:pt x="41739" y="32222"/>
                  <a:pt x="37639" y="32222"/>
                </a:cubicBezTo>
                <a:cubicBezTo>
                  <a:pt x="33540" y="32222"/>
                  <a:pt x="30186" y="28888"/>
                  <a:pt x="30186" y="24814"/>
                </a:cubicBezTo>
                <a:close/>
                <a:moveTo>
                  <a:pt x="71925" y="28888"/>
                </a:moveTo>
                <a:cubicBezTo>
                  <a:pt x="71552" y="27037"/>
                  <a:pt x="74906" y="28148"/>
                  <a:pt x="76024" y="21851"/>
                </a:cubicBezTo>
                <a:cubicBezTo>
                  <a:pt x="76770" y="17407"/>
                  <a:pt x="80496" y="16296"/>
                  <a:pt x="82360" y="16296"/>
                </a:cubicBezTo>
                <a:cubicBezTo>
                  <a:pt x="83850" y="16296"/>
                  <a:pt x="87577" y="17407"/>
                  <a:pt x="88322" y="21851"/>
                </a:cubicBezTo>
                <a:cubicBezTo>
                  <a:pt x="89440" y="28148"/>
                  <a:pt x="92795" y="27037"/>
                  <a:pt x="92422" y="28888"/>
                </a:cubicBezTo>
                <a:cubicBezTo>
                  <a:pt x="92049" y="30370"/>
                  <a:pt x="88695" y="32222"/>
                  <a:pt x="82360" y="32222"/>
                </a:cubicBezTo>
                <a:cubicBezTo>
                  <a:pt x="75652" y="32222"/>
                  <a:pt x="72670" y="30370"/>
                  <a:pt x="71925" y="28888"/>
                </a:cubicBezTo>
                <a:close/>
                <a:moveTo>
                  <a:pt x="60000" y="46666"/>
                </a:moveTo>
                <a:cubicBezTo>
                  <a:pt x="66708" y="46666"/>
                  <a:pt x="71925" y="51851"/>
                  <a:pt x="71925" y="58148"/>
                </a:cubicBezTo>
                <a:cubicBezTo>
                  <a:pt x="71925" y="64444"/>
                  <a:pt x="66708" y="69629"/>
                  <a:pt x="60000" y="69629"/>
                </a:cubicBezTo>
                <a:cubicBezTo>
                  <a:pt x="53664" y="69629"/>
                  <a:pt x="48074" y="64444"/>
                  <a:pt x="48074" y="58148"/>
                </a:cubicBezTo>
                <a:cubicBezTo>
                  <a:pt x="48074" y="51851"/>
                  <a:pt x="53664" y="46666"/>
                  <a:pt x="60000" y="46666"/>
                </a:cubicBezTo>
                <a:close/>
                <a:moveTo>
                  <a:pt x="60000" y="0"/>
                </a:moveTo>
                <a:cubicBezTo>
                  <a:pt x="26459" y="0"/>
                  <a:pt x="0" y="27037"/>
                  <a:pt x="0" y="60000"/>
                </a:cubicBezTo>
                <a:cubicBezTo>
                  <a:pt x="0" y="92962"/>
                  <a:pt x="26459" y="120000"/>
                  <a:pt x="60000" y="120000"/>
                </a:cubicBezTo>
                <a:cubicBezTo>
                  <a:pt x="93167" y="120000"/>
                  <a:pt x="120000" y="92962"/>
                  <a:pt x="120000" y="60000"/>
                </a:cubicBezTo>
                <a:cubicBezTo>
                  <a:pt x="120000" y="27037"/>
                  <a:pt x="93167" y="0"/>
                  <a:pt x="60000" y="0"/>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207"/>
          <p:cNvSpPr/>
          <p:nvPr/>
        </p:nvSpPr>
        <p:spPr>
          <a:xfrm>
            <a:off x="2360606" y="1779554"/>
            <a:ext cx="846300" cy="846300"/>
          </a:xfrm>
          <a:custGeom>
            <a:avLst/>
            <a:gdLst/>
            <a:ahLst/>
            <a:cxnLst/>
            <a:rect l="l" t="t" r="r" b="b"/>
            <a:pathLst>
              <a:path w="120000" h="120000" extrusionOk="0">
                <a:moveTo>
                  <a:pt x="79876" y="75925"/>
                </a:moveTo>
                <a:cubicBezTo>
                  <a:pt x="76532" y="79629"/>
                  <a:pt x="72445" y="82592"/>
                  <a:pt x="67987" y="84074"/>
                </a:cubicBezTo>
                <a:cubicBezTo>
                  <a:pt x="70588" y="97037"/>
                  <a:pt x="70588" y="97037"/>
                  <a:pt x="70588" y="97037"/>
                </a:cubicBezTo>
                <a:cubicBezTo>
                  <a:pt x="78761" y="94814"/>
                  <a:pt x="85820" y="90000"/>
                  <a:pt x="91021" y="83333"/>
                </a:cubicBezTo>
                <a:lnTo>
                  <a:pt x="79876" y="75925"/>
                </a:lnTo>
                <a:close/>
                <a:moveTo>
                  <a:pt x="62414" y="85185"/>
                </a:moveTo>
                <a:cubicBezTo>
                  <a:pt x="61671" y="85185"/>
                  <a:pt x="60928" y="85185"/>
                  <a:pt x="59814" y="85185"/>
                </a:cubicBezTo>
                <a:cubicBezTo>
                  <a:pt x="53498" y="85185"/>
                  <a:pt x="47925" y="82962"/>
                  <a:pt x="43467" y="79259"/>
                </a:cubicBezTo>
                <a:cubicBezTo>
                  <a:pt x="33808" y="88518"/>
                  <a:pt x="33808" y="88518"/>
                  <a:pt x="33808" y="88518"/>
                </a:cubicBezTo>
                <a:cubicBezTo>
                  <a:pt x="40866" y="94814"/>
                  <a:pt x="49783" y="98518"/>
                  <a:pt x="59814" y="98518"/>
                </a:cubicBezTo>
                <a:cubicBezTo>
                  <a:pt x="61671" y="98518"/>
                  <a:pt x="63157" y="98518"/>
                  <a:pt x="64643" y="98148"/>
                </a:cubicBezTo>
                <a:lnTo>
                  <a:pt x="62414" y="85185"/>
                </a:lnTo>
                <a:close/>
                <a:moveTo>
                  <a:pt x="39752" y="75185"/>
                </a:moveTo>
                <a:cubicBezTo>
                  <a:pt x="36408" y="71111"/>
                  <a:pt x="34551" y="65555"/>
                  <a:pt x="34551" y="60000"/>
                </a:cubicBezTo>
                <a:cubicBezTo>
                  <a:pt x="34551" y="45925"/>
                  <a:pt x="45696" y="34814"/>
                  <a:pt x="59814" y="34814"/>
                </a:cubicBezTo>
                <a:cubicBezTo>
                  <a:pt x="59814" y="45185"/>
                  <a:pt x="59814" y="45185"/>
                  <a:pt x="59814" y="45185"/>
                </a:cubicBezTo>
                <a:cubicBezTo>
                  <a:pt x="81362" y="28148"/>
                  <a:pt x="81362" y="28148"/>
                  <a:pt x="81362" y="28148"/>
                </a:cubicBezTo>
                <a:cubicBezTo>
                  <a:pt x="59814" y="10740"/>
                  <a:pt x="59814" y="10740"/>
                  <a:pt x="59814" y="10740"/>
                </a:cubicBezTo>
                <a:cubicBezTo>
                  <a:pt x="59814" y="21111"/>
                  <a:pt x="59814" y="21111"/>
                  <a:pt x="59814" y="21111"/>
                </a:cubicBezTo>
                <a:cubicBezTo>
                  <a:pt x="38266" y="21111"/>
                  <a:pt x="21176" y="38518"/>
                  <a:pt x="21176" y="60000"/>
                </a:cubicBezTo>
                <a:cubicBezTo>
                  <a:pt x="21176" y="69259"/>
                  <a:pt x="24520" y="77777"/>
                  <a:pt x="30092" y="84444"/>
                </a:cubicBezTo>
                <a:lnTo>
                  <a:pt x="39752" y="75185"/>
                </a:lnTo>
                <a:close/>
                <a:moveTo>
                  <a:pt x="84334" y="52592"/>
                </a:moveTo>
                <a:cubicBezTo>
                  <a:pt x="84705" y="54074"/>
                  <a:pt x="85077" y="55555"/>
                  <a:pt x="85448" y="57037"/>
                </a:cubicBezTo>
                <a:cubicBezTo>
                  <a:pt x="98823" y="57037"/>
                  <a:pt x="98823" y="57037"/>
                  <a:pt x="98823" y="57037"/>
                </a:cubicBezTo>
                <a:cubicBezTo>
                  <a:pt x="98452" y="53703"/>
                  <a:pt x="97708" y="50370"/>
                  <a:pt x="96965" y="47407"/>
                </a:cubicBezTo>
                <a:lnTo>
                  <a:pt x="84334" y="52592"/>
                </a:lnTo>
                <a:close/>
                <a:moveTo>
                  <a:pt x="82848" y="71111"/>
                </a:moveTo>
                <a:cubicBezTo>
                  <a:pt x="93993" y="78518"/>
                  <a:pt x="93993" y="78518"/>
                  <a:pt x="93993" y="78518"/>
                </a:cubicBezTo>
                <a:cubicBezTo>
                  <a:pt x="96594" y="73703"/>
                  <a:pt x="98452" y="68518"/>
                  <a:pt x="98823" y="62592"/>
                </a:cubicBezTo>
                <a:cubicBezTo>
                  <a:pt x="85448" y="62592"/>
                  <a:pt x="85448" y="62592"/>
                  <a:pt x="85448" y="62592"/>
                </a:cubicBezTo>
                <a:cubicBezTo>
                  <a:pt x="85077" y="65925"/>
                  <a:pt x="84334" y="68518"/>
                  <a:pt x="82848" y="71111"/>
                </a:cubicBezTo>
                <a:close/>
                <a:moveTo>
                  <a:pt x="80619" y="45185"/>
                </a:moveTo>
                <a:cubicBezTo>
                  <a:pt x="81362" y="45925"/>
                  <a:pt x="81733" y="46666"/>
                  <a:pt x="82105" y="47407"/>
                </a:cubicBezTo>
                <a:cubicBezTo>
                  <a:pt x="94365" y="42222"/>
                  <a:pt x="94365" y="42222"/>
                  <a:pt x="94365" y="42222"/>
                </a:cubicBezTo>
                <a:cubicBezTo>
                  <a:pt x="93622" y="40370"/>
                  <a:pt x="92507" y="38888"/>
                  <a:pt x="91393" y="37407"/>
                </a:cubicBezTo>
                <a:cubicBezTo>
                  <a:pt x="90278" y="35185"/>
                  <a:pt x="90278" y="35185"/>
                  <a:pt x="90278" y="35185"/>
                </a:cubicBezTo>
                <a:cubicBezTo>
                  <a:pt x="89907" y="35555"/>
                  <a:pt x="89907" y="35555"/>
                  <a:pt x="89907" y="35555"/>
                </a:cubicBezTo>
                <a:cubicBezTo>
                  <a:pt x="80247" y="44444"/>
                  <a:pt x="80247" y="44444"/>
                  <a:pt x="80247" y="44444"/>
                </a:cubicBezTo>
                <a:lnTo>
                  <a:pt x="80619" y="45185"/>
                </a:lnTo>
                <a:close/>
                <a:moveTo>
                  <a:pt x="59814" y="0"/>
                </a:moveTo>
                <a:cubicBezTo>
                  <a:pt x="26749" y="0"/>
                  <a:pt x="0" y="27037"/>
                  <a:pt x="0" y="60000"/>
                </a:cubicBezTo>
                <a:cubicBezTo>
                  <a:pt x="0" y="92962"/>
                  <a:pt x="26749" y="120000"/>
                  <a:pt x="59814" y="120000"/>
                </a:cubicBezTo>
                <a:cubicBezTo>
                  <a:pt x="93250" y="120000"/>
                  <a:pt x="120000" y="92962"/>
                  <a:pt x="120000" y="60000"/>
                </a:cubicBezTo>
                <a:cubicBezTo>
                  <a:pt x="120000" y="27037"/>
                  <a:pt x="93250" y="0"/>
                  <a:pt x="59814" y="0"/>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p207"/>
          <p:cNvSpPr/>
          <p:nvPr/>
        </p:nvSpPr>
        <p:spPr>
          <a:xfrm>
            <a:off x="576967" y="1779554"/>
            <a:ext cx="846300" cy="846300"/>
          </a:xfrm>
          <a:custGeom>
            <a:avLst/>
            <a:gdLst/>
            <a:ahLst/>
            <a:cxnLst/>
            <a:rect l="l" t="t" r="r" b="b"/>
            <a:pathLst>
              <a:path w="120000" h="120000" extrusionOk="0">
                <a:moveTo>
                  <a:pt x="82476" y="59815"/>
                </a:moveTo>
                <a:cubicBezTo>
                  <a:pt x="82476" y="41723"/>
                  <a:pt x="82476" y="41723"/>
                  <a:pt x="82476" y="41723"/>
                </a:cubicBezTo>
                <a:cubicBezTo>
                  <a:pt x="82476" y="41353"/>
                  <a:pt x="82476" y="41353"/>
                  <a:pt x="82476" y="41353"/>
                </a:cubicBezTo>
                <a:cubicBezTo>
                  <a:pt x="82476" y="40984"/>
                  <a:pt x="82476" y="40984"/>
                  <a:pt x="82476" y="40984"/>
                </a:cubicBezTo>
                <a:cubicBezTo>
                  <a:pt x="82476" y="36923"/>
                  <a:pt x="78761" y="33230"/>
                  <a:pt x="74674" y="33230"/>
                </a:cubicBezTo>
                <a:cubicBezTo>
                  <a:pt x="66130" y="33230"/>
                  <a:pt x="66130" y="33230"/>
                  <a:pt x="66130" y="33230"/>
                </a:cubicBezTo>
                <a:cubicBezTo>
                  <a:pt x="59814" y="41723"/>
                  <a:pt x="59814" y="41723"/>
                  <a:pt x="59814" y="41723"/>
                </a:cubicBezTo>
                <a:cubicBezTo>
                  <a:pt x="53498" y="33230"/>
                  <a:pt x="53498" y="33230"/>
                  <a:pt x="53498" y="33230"/>
                </a:cubicBezTo>
                <a:cubicBezTo>
                  <a:pt x="44953" y="33230"/>
                  <a:pt x="44953" y="33230"/>
                  <a:pt x="44953" y="33230"/>
                </a:cubicBezTo>
                <a:cubicBezTo>
                  <a:pt x="40866" y="33230"/>
                  <a:pt x="37523" y="36923"/>
                  <a:pt x="37523" y="40984"/>
                </a:cubicBezTo>
                <a:cubicBezTo>
                  <a:pt x="37523" y="41723"/>
                  <a:pt x="37523" y="41723"/>
                  <a:pt x="37523" y="41723"/>
                </a:cubicBezTo>
                <a:cubicBezTo>
                  <a:pt x="37523" y="44676"/>
                  <a:pt x="37523" y="44676"/>
                  <a:pt x="37523" y="44676"/>
                </a:cubicBezTo>
                <a:cubicBezTo>
                  <a:pt x="37523" y="69415"/>
                  <a:pt x="37523" y="69415"/>
                  <a:pt x="37523" y="69415"/>
                </a:cubicBezTo>
                <a:cubicBezTo>
                  <a:pt x="37523" y="71261"/>
                  <a:pt x="39009" y="73107"/>
                  <a:pt x="41238" y="73107"/>
                </a:cubicBezTo>
                <a:cubicBezTo>
                  <a:pt x="43467" y="73107"/>
                  <a:pt x="44953" y="71261"/>
                  <a:pt x="44953" y="69415"/>
                </a:cubicBezTo>
                <a:cubicBezTo>
                  <a:pt x="44953" y="44676"/>
                  <a:pt x="44953" y="44676"/>
                  <a:pt x="44953" y="44676"/>
                </a:cubicBezTo>
                <a:cubicBezTo>
                  <a:pt x="47182" y="45784"/>
                  <a:pt x="48668" y="48000"/>
                  <a:pt x="48668" y="50953"/>
                </a:cubicBezTo>
                <a:cubicBezTo>
                  <a:pt x="48668" y="54276"/>
                  <a:pt x="48668" y="54276"/>
                  <a:pt x="48668" y="54276"/>
                </a:cubicBezTo>
                <a:cubicBezTo>
                  <a:pt x="52012" y="53169"/>
                  <a:pt x="55727" y="52430"/>
                  <a:pt x="59814" y="52430"/>
                </a:cubicBezTo>
                <a:cubicBezTo>
                  <a:pt x="63900" y="52430"/>
                  <a:pt x="67616" y="53169"/>
                  <a:pt x="71331" y="54276"/>
                </a:cubicBezTo>
                <a:cubicBezTo>
                  <a:pt x="71331" y="51323"/>
                  <a:pt x="71331" y="51323"/>
                  <a:pt x="71331" y="51323"/>
                </a:cubicBezTo>
                <a:cubicBezTo>
                  <a:pt x="71331" y="48738"/>
                  <a:pt x="72817" y="46153"/>
                  <a:pt x="75046" y="45046"/>
                </a:cubicBezTo>
                <a:cubicBezTo>
                  <a:pt x="75046" y="55753"/>
                  <a:pt x="75046" y="55753"/>
                  <a:pt x="75046" y="55753"/>
                </a:cubicBezTo>
                <a:cubicBezTo>
                  <a:pt x="77647" y="56861"/>
                  <a:pt x="79876" y="57969"/>
                  <a:pt x="82476" y="59815"/>
                </a:cubicBezTo>
                <a:close/>
                <a:moveTo>
                  <a:pt x="17461" y="41353"/>
                </a:moveTo>
                <a:cubicBezTo>
                  <a:pt x="17461" y="45046"/>
                  <a:pt x="20433" y="48000"/>
                  <a:pt x="24148" y="48000"/>
                </a:cubicBezTo>
                <a:cubicBezTo>
                  <a:pt x="27863" y="48000"/>
                  <a:pt x="30835" y="45046"/>
                  <a:pt x="30835" y="41353"/>
                </a:cubicBezTo>
                <a:cubicBezTo>
                  <a:pt x="30835" y="37661"/>
                  <a:pt x="27863" y="34707"/>
                  <a:pt x="24148" y="34707"/>
                </a:cubicBezTo>
                <a:cubicBezTo>
                  <a:pt x="20433" y="34707"/>
                  <a:pt x="17461" y="37661"/>
                  <a:pt x="17461" y="41353"/>
                </a:cubicBezTo>
                <a:close/>
                <a:moveTo>
                  <a:pt x="59814" y="108923"/>
                </a:moveTo>
                <a:cubicBezTo>
                  <a:pt x="75417" y="108923"/>
                  <a:pt x="89164" y="101538"/>
                  <a:pt x="98080" y="90461"/>
                </a:cubicBezTo>
                <a:cubicBezTo>
                  <a:pt x="89535" y="73846"/>
                  <a:pt x="77275" y="59815"/>
                  <a:pt x="59814" y="59815"/>
                </a:cubicBezTo>
                <a:cubicBezTo>
                  <a:pt x="55727" y="59815"/>
                  <a:pt x="52012" y="60553"/>
                  <a:pt x="48668" y="62030"/>
                </a:cubicBezTo>
                <a:cubicBezTo>
                  <a:pt x="48668" y="69415"/>
                  <a:pt x="48668" y="69415"/>
                  <a:pt x="48668" y="69415"/>
                </a:cubicBezTo>
                <a:cubicBezTo>
                  <a:pt x="48668" y="73107"/>
                  <a:pt x="45325" y="76430"/>
                  <a:pt x="41238" y="76430"/>
                </a:cubicBezTo>
                <a:cubicBezTo>
                  <a:pt x="38266" y="76430"/>
                  <a:pt x="35665" y="74584"/>
                  <a:pt x="34551" y="72000"/>
                </a:cubicBezTo>
                <a:cubicBezTo>
                  <a:pt x="29349" y="76800"/>
                  <a:pt x="25263" y="83446"/>
                  <a:pt x="21547" y="90461"/>
                </a:cubicBezTo>
                <a:cubicBezTo>
                  <a:pt x="30835" y="101538"/>
                  <a:pt x="44582" y="108923"/>
                  <a:pt x="59814" y="108923"/>
                </a:cubicBezTo>
                <a:close/>
                <a:moveTo>
                  <a:pt x="51269" y="22153"/>
                </a:moveTo>
                <a:cubicBezTo>
                  <a:pt x="51269" y="26953"/>
                  <a:pt x="55356" y="31015"/>
                  <a:pt x="59814" y="31015"/>
                </a:cubicBezTo>
                <a:cubicBezTo>
                  <a:pt x="64643" y="31015"/>
                  <a:pt x="68359" y="26953"/>
                  <a:pt x="68359" y="22153"/>
                </a:cubicBezTo>
                <a:cubicBezTo>
                  <a:pt x="68359" y="17723"/>
                  <a:pt x="64643" y="13661"/>
                  <a:pt x="59814" y="13661"/>
                </a:cubicBezTo>
                <a:cubicBezTo>
                  <a:pt x="55356" y="13661"/>
                  <a:pt x="51269" y="17723"/>
                  <a:pt x="51269" y="22153"/>
                </a:cubicBezTo>
                <a:close/>
                <a:moveTo>
                  <a:pt x="33808" y="62400"/>
                </a:moveTo>
                <a:cubicBezTo>
                  <a:pt x="33808" y="50953"/>
                  <a:pt x="33808" y="50953"/>
                  <a:pt x="33808" y="50953"/>
                </a:cubicBezTo>
                <a:cubicBezTo>
                  <a:pt x="33808" y="50953"/>
                  <a:pt x="33436" y="50953"/>
                  <a:pt x="33065" y="50953"/>
                </a:cubicBezTo>
                <a:cubicBezTo>
                  <a:pt x="28606" y="50953"/>
                  <a:pt x="28606" y="50953"/>
                  <a:pt x="28606" y="50953"/>
                </a:cubicBezTo>
                <a:cubicBezTo>
                  <a:pt x="24148" y="56861"/>
                  <a:pt x="24148" y="56861"/>
                  <a:pt x="24148" y="56861"/>
                </a:cubicBezTo>
                <a:cubicBezTo>
                  <a:pt x="20061" y="50953"/>
                  <a:pt x="20061" y="50953"/>
                  <a:pt x="20061" y="50953"/>
                </a:cubicBezTo>
                <a:cubicBezTo>
                  <a:pt x="15603" y="50953"/>
                  <a:pt x="15603" y="50953"/>
                  <a:pt x="15603" y="50953"/>
                </a:cubicBezTo>
                <a:cubicBezTo>
                  <a:pt x="13746" y="50953"/>
                  <a:pt x="12260" y="52061"/>
                  <a:pt x="11517" y="53538"/>
                </a:cubicBezTo>
                <a:cubicBezTo>
                  <a:pt x="11145" y="55753"/>
                  <a:pt x="11145" y="57969"/>
                  <a:pt x="11145" y="59815"/>
                </a:cubicBezTo>
                <a:cubicBezTo>
                  <a:pt x="11145" y="68676"/>
                  <a:pt x="13003" y="76800"/>
                  <a:pt x="17089" y="83446"/>
                </a:cubicBezTo>
                <a:cubicBezTo>
                  <a:pt x="21919" y="75323"/>
                  <a:pt x="27120" y="67938"/>
                  <a:pt x="33808" y="62400"/>
                </a:cubicBezTo>
                <a:close/>
                <a:moveTo>
                  <a:pt x="104396" y="50953"/>
                </a:moveTo>
                <a:cubicBezTo>
                  <a:pt x="99566" y="50953"/>
                  <a:pt x="99566" y="50953"/>
                  <a:pt x="99566" y="50953"/>
                </a:cubicBezTo>
                <a:cubicBezTo>
                  <a:pt x="95479" y="56861"/>
                  <a:pt x="95479" y="56861"/>
                  <a:pt x="95479" y="56861"/>
                </a:cubicBezTo>
                <a:cubicBezTo>
                  <a:pt x="91393" y="50953"/>
                  <a:pt x="91393" y="50953"/>
                  <a:pt x="91393" y="50953"/>
                </a:cubicBezTo>
                <a:cubicBezTo>
                  <a:pt x="86934" y="50953"/>
                  <a:pt x="86934" y="50953"/>
                  <a:pt x="86934" y="50953"/>
                </a:cubicBezTo>
                <a:cubicBezTo>
                  <a:pt x="86563" y="50953"/>
                  <a:pt x="86191" y="50953"/>
                  <a:pt x="85820" y="50953"/>
                </a:cubicBezTo>
                <a:cubicBezTo>
                  <a:pt x="85820" y="50953"/>
                  <a:pt x="85820" y="50953"/>
                  <a:pt x="85820" y="51323"/>
                </a:cubicBezTo>
                <a:cubicBezTo>
                  <a:pt x="85820" y="62400"/>
                  <a:pt x="85820" y="62400"/>
                  <a:pt x="85820" y="62400"/>
                </a:cubicBezTo>
                <a:cubicBezTo>
                  <a:pt x="92507" y="67938"/>
                  <a:pt x="98080" y="75323"/>
                  <a:pt x="102538" y="83446"/>
                </a:cubicBezTo>
                <a:cubicBezTo>
                  <a:pt x="106625" y="76800"/>
                  <a:pt x="108854" y="68676"/>
                  <a:pt x="108854" y="59815"/>
                </a:cubicBezTo>
                <a:cubicBezTo>
                  <a:pt x="108854" y="57969"/>
                  <a:pt x="108482" y="55753"/>
                  <a:pt x="108482" y="53538"/>
                </a:cubicBezTo>
                <a:cubicBezTo>
                  <a:pt x="107739" y="52061"/>
                  <a:pt x="105882" y="50953"/>
                  <a:pt x="104396" y="50953"/>
                </a:cubicBezTo>
                <a:close/>
                <a:moveTo>
                  <a:pt x="88792" y="41353"/>
                </a:moveTo>
                <a:cubicBezTo>
                  <a:pt x="88792" y="45046"/>
                  <a:pt x="91764" y="48000"/>
                  <a:pt x="95479" y="48000"/>
                </a:cubicBezTo>
                <a:cubicBezTo>
                  <a:pt x="99195" y="48000"/>
                  <a:pt x="102167" y="45046"/>
                  <a:pt x="102167" y="41353"/>
                </a:cubicBezTo>
                <a:cubicBezTo>
                  <a:pt x="102167" y="37661"/>
                  <a:pt x="99195" y="34707"/>
                  <a:pt x="95479" y="34707"/>
                </a:cubicBezTo>
                <a:cubicBezTo>
                  <a:pt x="91764" y="34707"/>
                  <a:pt x="88792" y="37661"/>
                  <a:pt x="88792" y="41353"/>
                </a:cubicBezTo>
                <a:close/>
                <a:moveTo>
                  <a:pt x="59814" y="0"/>
                </a:moveTo>
                <a:cubicBezTo>
                  <a:pt x="26749" y="0"/>
                  <a:pt x="0" y="26953"/>
                  <a:pt x="0" y="59815"/>
                </a:cubicBezTo>
                <a:cubicBezTo>
                  <a:pt x="0" y="93046"/>
                  <a:pt x="26749" y="120000"/>
                  <a:pt x="59814" y="120000"/>
                </a:cubicBezTo>
                <a:cubicBezTo>
                  <a:pt x="93250" y="120000"/>
                  <a:pt x="120000" y="93046"/>
                  <a:pt x="120000" y="59815"/>
                </a:cubicBezTo>
                <a:cubicBezTo>
                  <a:pt x="120000" y="26953"/>
                  <a:pt x="93250" y="0"/>
                  <a:pt x="59814" y="0"/>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48" name="Google Shape;1948;p207"/>
          <p:cNvSpPr/>
          <p:nvPr/>
        </p:nvSpPr>
        <p:spPr>
          <a:xfrm>
            <a:off x="5938090" y="1779554"/>
            <a:ext cx="846300" cy="846300"/>
          </a:xfrm>
          <a:custGeom>
            <a:avLst/>
            <a:gdLst/>
            <a:ahLst/>
            <a:cxnLst/>
            <a:rect l="l" t="t" r="r" b="b"/>
            <a:pathLst>
              <a:path w="120000" h="120000" extrusionOk="0">
                <a:moveTo>
                  <a:pt x="120000" y="60000"/>
                </a:moveTo>
                <a:cubicBezTo>
                  <a:pt x="120000" y="92962"/>
                  <a:pt x="92962" y="120000"/>
                  <a:pt x="60000" y="120000"/>
                </a:cubicBezTo>
                <a:cubicBezTo>
                  <a:pt x="27037" y="120000"/>
                  <a:pt x="0" y="92962"/>
                  <a:pt x="0" y="60000"/>
                </a:cubicBezTo>
                <a:cubicBezTo>
                  <a:pt x="0" y="27037"/>
                  <a:pt x="27037" y="0"/>
                  <a:pt x="60000" y="0"/>
                </a:cubicBezTo>
                <a:cubicBezTo>
                  <a:pt x="92962" y="0"/>
                  <a:pt x="120000" y="27037"/>
                  <a:pt x="120000" y="60000"/>
                </a:cubicBezTo>
                <a:close/>
                <a:moveTo>
                  <a:pt x="92592" y="47037"/>
                </a:moveTo>
                <a:cubicBezTo>
                  <a:pt x="83703" y="47037"/>
                  <a:pt x="83703" y="47037"/>
                  <a:pt x="83703" y="47037"/>
                </a:cubicBezTo>
                <a:cubicBezTo>
                  <a:pt x="82592" y="47037"/>
                  <a:pt x="81481" y="48148"/>
                  <a:pt x="81481" y="49259"/>
                </a:cubicBezTo>
                <a:cubicBezTo>
                  <a:pt x="81481" y="85555"/>
                  <a:pt x="81481" y="85555"/>
                  <a:pt x="81481" y="85555"/>
                </a:cubicBezTo>
                <a:cubicBezTo>
                  <a:pt x="81481" y="87037"/>
                  <a:pt x="82592" y="87777"/>
                  <a:pt x="83703" y="87777"/>
                </a:cubicBezTo>
                <a:cubicBezTo>
                  <a:pt x="92592" y="87777"/>
                  <a:pt x="92592" y="87777"/>
                  <a:pt x="92592" y="87777"/>
                </a:cubicBezTo>
                <a:cubicBezTo>
                  <a:pt x="93703" y="87777"/>
                  <a:pt x="94814" y="87037"/>
                  <a:pt x="94814" y="85555"/>
                </a:cubicBezTo>
                <a:cubicBezTo>
                  <a:pt x="94814" y="49259"/>
                  <a:pt x="94814" y="49259"/>
                  <a:pt x="94814" y="49259"/>
                </a:cubicBezTo>
                <a:cubicBezTo>
                  <a:pt x="94814" y="48148"/>
                  <a:pt x="93703" y="47037"/>
                  <a:pt x="92592" y="47037"/>
                </a:cubicBezTo>
                <a:close/>
                <a:moveTo>
                  <a:pt x="72222" y="61851"/>
                </a:moveTo>
                <a:cubicBezTo>
                  <a:pt x="63703" y="61851"/>
                  <a:pt x="63703" y="61851"/>
                  <a:pt x="63703" y="61851"/>
                </a:cubicBezTo>
                <a:cubicBezTo>
                  <a:pt x="62222" y="61851"/>
                  <a:pt x="61481" y="62962"/>
                  <a:pt x="61481" y="64444"/>
                </a:cubicBezTo>
                <a:cubicBezTo>
                  <a:pt x="61481" y="85555"/>
                  <a:pt x="61481" y="85555"/>
                  <a:pt x="61481" y="85555"/>
                </a:cubicBezTo>
                <a:cubicBezTo>
                  <a:pt x="61481" y="87037"/>
                  <a:pt x="62222" y="87777"/>
                  <a:pt x="63703" y="87777"/>
                </a:cubicBezTo>
                <a:cubicBezTo>
                  <a:pt x="72222" y="87777"/>
                  <a:pt x="72222" y="87777"/>
                  <a:pt x="72222" y="87777"/>
                </a:cubicBezTo>
                <a:cubicBezTo>
                  <a:pt x="73703" y="87777"/>
                  <a:pt x="74814" y="87037"/>
                  <a:pt x="74814" y="85555"/>
                </a:cubicBezTo>
                <a:cubicBezTo>
                  <a:pt x="74814" y="64444"/>
                  <a:pt x="74814" y="64444"/>
                  <a:pt x="74814" y="64444"/>
                </a:cubicBezTo>
                <a:cubicBezTo>
                  <a:pt x="74814" y="62962"/>
                  <a:pt x="73703" y="61851"/>
                  <a:pt x="72222" y="61851"/>
                </a:cubicBezTo>
                <a:close/>
                <a:moveTo>
                  <a:pt x="65555" y="56666"/>
                </a:moveTo>
                <a:cubicBezTo>
                  <a:pt x="87777" y="34444"/>
                  <a:pt x="87777" y="34444"/>
                  <a:pt x="87777" y="34444"/>
                </a:cubicBezTo>
                <a:cubicBezTo>
                  <a:pt x="94074" y="40740"/>
                  <a:pt x="94074" y="40740"/>
                  <a:pt x="94074" y="40740"/>
                </a:cubicBezTo>
                <a:cubicBezTo>
                  <a:pt x="94074" y="24074"/>
                  <a:pt x="94074" y="24074"/>
                  <a:pt x="94074" y="24074"/>
                </a:cubicBezTo>
                <a:cubicBezTo>
                  <a:pt x="77407" y="24074"/>
                  <a:pt x="77407" y="24074"/>
                  <a:pt x="77407" y="24074"/>
                </a:cubicBezTo>
                <a:cubicBezTo>
                  <a:pt x="83703" y="30740"/>
                  <a:pt x="83703" y="30740"/>
                  <a:pt x="83703" y="30740"/>
                </a:cubicBezTo>
                <a:cubicBezTo>
                  <a:pt x="62962" y="51111"/>
                  <a:pt x="62962" y="51111"/>
                  <a:pt x="62962" y="51111"/>
                </a:cubicBezTo>
                <a:cubicBezTo>
                  <a:pt x="44814" y="42222"/>
                  <a:pt x="44814" y="42222"/>
                  <a:pt x="44814" y="42222"/>
                </a:cubicBezTo>
                <a:cubicBezTo>
                  <a:pt x="44074" y="41851"/>
                  <a:pt x="42592" y="41851"/>
                  <a:pt x="41851" y="42592"/>
                </a:cubicBezTo>
                <a:cubicBezTo>
                  <a:pt x="21851" y="60740"/>
                  <a:pt x="21851" y="60740"/>
                  <a:pt x="21851" y="60740"/>
                </a:cubicBezTo>
                <a:cubicBezTo>
                  <a:pt x="20740" y="61851"/>
                  <a:pt x="20740" y="63703"/>
                  <a:pt x="21851" y="64814"/>
                </a:cubicBezTo>
                <a:cubicBezTo>
                  <a:pt x="22222" y="65555"/>
                  <a:pt x="22962" y="65925"/>
                  <a:pt x="24074" y="65925"/>
                </a:cubicBezTo>
                <a:cubicBezTo>
                  <a:pt x="24444" y="65925"/>
                  <a:pt x="25185" y="65555"/>
                  <a:pt x="25925" y="65185"/>
                </a:cubicBezTo>
                <a:cubicBezTo>
                  <a:pt x="44074" y="48148"/>
                  <a:pt x="44074" y="48148"/>
                  <a:pt x="44074" y="48148"/>
                </a:cubicBezTo>
                <a:cubicBezTo>
                  <a:pt x="62222" y="57037"/>
                  <a:pt x="62222" y="57037"/>
                  <a:pt x="62222" y="57037"/>
                </a:cubicBezTo>
                <a:cubicBezTo>
                  <a:pt x="63333" y="57777"/>
                  <a:pt x="64814" y="57407"/>
                  <a:pt x="65555" y="56666"/>
                </a:cubicBezTo>
                <a:close/>
                <a:moveTo>
                  <a:pt x="52222" y="57777"/>
                </a:moveTo>
                <a:cubicBezTo>
                  <a:pt x="43703" y="57777"/>
                  <a:pt x="43703" y="57777"/>
                  <a:pt x="43703" y="57777"/>
                </a:cubicBezTo>
                <a:cubicBezTo>
                  <a:pt x="42222" y="57777"/>
                  <a:pt x="41111" y="58888"/>
                  <a:pt x="41111" y="60000"/>
                </a:cubicBezTo>
                <a:cubicBezTo>
                  <a:pt x="41111" y="85555"/>
                  <a:pt x="41111" y="85555"/>
                  <a:pt x="41111" y="85555"/>
                </a:cubicBezTo>
                <a:cubicBezTo>
                  <a:pt x="41111" y="87037"/>
                  <a:pt x="42222" y="87777"/>
                  <a:pt x="43703" y="87777"/>
                </a:cubicBezTo>
                <a:cubicBezTo>
                  <a:pt x="52222" y="87777"/>
                  <a:pt x="52222" y="87777"/>
                  <a:pt x="52222" y="87777"/>
                </a:cubicBezTo>
                <a:cubicBezTo>
                  <a:pt x="53333" y="87777"/>
                  <a:pt x="54444" y="87037"/>
                  <a:pt x="54444" y="85555"/>
                </a:cubicBezTo>
                <a:cubicBezTo>
                  <a:pt x="54444" y="60000"/>
                  <a:pt x="54444" y="60000"/>
                  <a:pt x="54444" y="60000"/>
                </a:cubicBezTo>
                <a:cubicBezTo>
                  <a:pt x="54444" y="58888"/>
                  <a:pt x="53333" y="57777"/>
                  <a:pt x="52222" y="57777"/>
                </a:cubicBezTo>
                <a:close/>
                <a:moveTo>
                  <a:pt x="34444" y="72962"/>
                </a:moveTo>
                <a:cubicBezTo>
                  <a:pt x="34444" y="85555"/>
                  <a:pt x="34444" y="85555"/>
                  <a:pt x="34444" y="85555"/>
                </a:cubicBezTo>
                <a:cubicBezTo>
                  <a:pt x="34444" y="87037"/>
                  <a:pt x="33333" y="87777"/>
                  <a:pt x="32222" y="87777"/>
                </a:cubicBezTo>
                <a:cubicBezTo>
                  <a:pt x="23333" y="87777"/>
                  <a:pt x="23333" y="87777"/>
                  <a:pt x="23333" y="87777"/>
                </a:cubicBezTo>
                <a:cubicBezTo>
                  <a:pt x="22222" y="87777"/>
                  <a:pt x="21111" y="87037"/>
                  <a:pt x="21111" y="85555"/>
                </a:cubicBezTo>
                <a:cubicBezTo>
                  <a:pt x="21111" y="72962"/>
                  <a:pt x="21111" y="72962"/>
                  <a:pt x="21111" y="72962"/>
                </a:cubicBezTo>
                <a:cubicBezTo>
                  <a:pt x="21111" y="71481"/>
                  <a:pt x="22222" y="70370"/>
                  <a:pt x="23333" y="70370"/>
                </a:cubicBezTo>
                <a:cubicBezTo>
                  <a:pt x="32222" y="70370"/>
                  <a:pt x="32222" y="70370"/>
                  <a:pt x="32222" y="70370"/>
                </a:cubicBezTo>
                <a:cubicBezTo>
                  <a:pt x="33333" y="70370"/>
                  <a:pt x="34444" y="71481"/>
                  <a:pt x="34444" y="72962"/>
                </a:cubicBezTo>
                <a:close/>
              </a:path>
            </a:pathLst>
          </a:custGeom>
          <a:solidFill>
            <a:srgbClr val="E030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2"/>
        <p:cNvGrpSpPr/>
        <p:nvPr/>
      </p:nvGrpSpPr>
      <p:grpSpPr>
        <a:xfrm>
          <a:off x="0" y="0"/>
          <a:ext cx="0" cy="0"/>
          <a:chOff x="0" y="0"/>
          <a:chExt cx="0" cy="0"/>
        </a:xfrm>
      </p:grpSpPr>
      <p:sp>
        <p:nvSpPr>
          <p:cNvPr id="1953" name="Google Shape;1953;p208"/>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9</a:t>
            </a:fld>
            <a:endParaRPr/>
          </a:p>
        </p:txBody>
      </p:sp>
      <p:sp>
        <p:nvSpPr>
          <p:cNvPr id="1954" name="Google Shape;1954;p208"/>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400"/>
              <a:buFont typeface="Georgia"/>
              <a:buNone/>
            </a:pPr>
            <a:r>
              <a:rPr lang="en"/>
              <a:t>Best practices for achieving success</a:t>
            </a:r>
            <a:endParaRPr/>
          </a:p>
        </p:txBody>
      </p:sp>
      <p:sp>
        <p:nvSpPr>
          <p:cNvPr id="1955" name="Google Shape;1955;p208"/>
          <p:cNvSpPr/>
          <p:nvPr/>
        </p:nvSpPr>
        <p:spPr>
          <a:xfrm>
            <a:off x="302400" y="1125501"/>
            <a:ext cx="307800" cy="307800"/>
          </a:xfrm>
          <a:custGeom>
            <a:avLst/>
            <a:gdLst/>
            <a:ahLst/>
            <a:cxnLst/>
            <a:rect l="l" t="t" r="r" b="b"/>
            <a:pathLst>
              <a:path w="120000" h="120000" extrusionOk="0">
                <a:moveTo>
                  <a:pt x="55532" y="86437"/>
                </a:moveTo>
                <a:cubicBezTo>
                  <a:pt x="45530" y="76410"/>
                  <a:pt x="35969" y="66823"/>
                  <a:pt x="26107" y="56936"/>
                </a:cubicBezTo>
                <a:cubicBezTo>
                  <a:pt x="28590" y="54823"/>
                  <a:pt x="31258" y="52549"/>
                  <a:pt x="34577" y="49740"/>
                </a:cubicBezTo>
                <a:cubicBezTo>
                  <a:pt x="40680" y="56379"/>
                  <a:pt x="47503" y="63760"/>
                  <a:pt x="54465" y="71326"/>
                </a:cubicBezTo>
                <a:cubicBezTo>
                  <a:pt x="73564" y="53106"/>
                  <a:pt x="91549" y="35907"/>
                  <a:pt x="109394" y="18870"/>
                </a:cubicBezTo>
                <a:cubicBezTo>
                  <a:pt x="112318" y="21470"/>
                  <a:pt x="114987" y="23814"/>
                  <a:pt x="118004" y="26506"/>
                </a:cubicBezTo>
                <a:cubicBezTo>
                  <a:pt x="96932" y="46723"/>
                  <a:pt x="76279" y="66522"/>
                  <a:pt x="55532" y="86437"/>
                </a:cubicBezTo>
                <a:moveTo>
                  <a:pt x="107747" y="69841"/>
                </a:moveTo>
                <a:cubicBezTo>
                  <a:pt x="103128" y="92379"/>
                  <a:pt x="83055" y="108742"/>
                  <a:pt x="59988" y="108742"/>
                </a:cubicBezTo>
                <a:cubicBezTo>
                  <a:pt x="33115" y="108742"/>
                  <a:pt x="11255" y="86878"/>
                  <a:pt x="11255" y="60000"/>
                </a:cubicBezTo>
                <a:cubicBezTo>
                  <a:pt x="11255" y="33121"/>
                  <a:pt x="33115" y="11257"/>
                  <a:pt x="59988" y="11257"/>
                </a:cubicBezTo>
                <a:cubicBezTo>
                  <a:pt x="67669" y="11257"/>
                  <a:pt x="75002" y="12974"/>
                  <a:pt x="81802" y="16386"/>
                </a:cubicBezTo>
                <a:cubicBezTo>
                  <a:pt x="82266" y="16618"/>
                  <a:pt x="82730" y="16874"/>
                  <a:pt x="83171" y="17129"/>
                </a:cubicBezTo>
                <a:cubicBezTo>
                  <a:pt x="91409" y="8889"/>
                  <a:pt x="91409" y="8889"/>
                  <a:pt x="91409" y="8889"/>
                </a:cubicBezTo>
                <a:cubicBezTo>
                  <a:pt x="89924" y="7984"/>
                  <a:pt x="88392" y="7102"/>
                  <a:pt x="86838" y="6313"/>
                </a:cubicBezTo>
                <a:cubicBezTo>
                  <a:pt x="78460" y="2112"/>
                  <a:pt x="69433" y="0"/>
                  <a:pt x="59988" y="0"/>
                </a:cubicBezTo>
                <a:cubicBezTo>
                  <a:pt x="26919" y="0"/>
                  <a:pt x="0" y="26924"/>
                  <a:pt x="0" y="60000"/>
                </a:cubicBezTo>
                <a:cubicBezTo>
                  <a:pt x="0" y="93098"/>
                  <a:pt x="26919" y="120000"/>
                  <a:pt x="59988" y="120000"/>
                </a:cubicBezTo>
                <a:cubicBezTo>
                  <a:pt x="88369" y="120000"/>
                  <a:pt x="113107" y="99852"/>
                  <a:pt x="118770" y="72092"/>
                </a:cubicBezTo>
                <a:cubicBezTo>
                  <a:pt x="119582" y="68123"/>
                  <a:pt x="120000" y="64061"/>
                  <a:pt x="120000" y="60000"/>
                </a:cubicBezTo>
                <a:cubicBezTo>
                  <a:pt x="108744" y="60000"/>
                  <a:pt x="108744" y="60000"/>
                  <a:pt x="108744" y="60000"/>
                </a:cubicBezTo>
                <a:cubicBezTo>
                  <a:pt x="108744" y="63319"/>
                  <a:pt x="108420" y="66615"/>
                  <a:pt x="107747" y="69841"/>
                </a:cubicBezTo>
              </a:path>
            </a:pathLst>
          </a:custGeom>
          <a:solidFill>
            <a:schemeClr val="dk2"/>
          </a:solidFill>
          <a:ln>
            <a:noFill/>
          </a:ln>
        </p:spPr>
        <p:txBody>
          <a:bodyPr spcFirstLastPara="1" wrap="square" lIns="106925" tIns="53450" rIns="106925" bIns="53450" anchor="t" anchorCtr="0">
            <a:noAutofit/>
          </a:bodyPr>
          <a:lstStyle/>
          <a:p>
            <a:pPr marL="0" marR="0" lvl="0" indent="0" algn="l" rtl="0">
              <a:lnSpc>
                <a:spcPct val="100000"/>
              </a:lnSpc>
              <a:spcBef>
                <a:spcPts val="0"/>
              </a:spcBef>
              <a:spcAft>
                <a:spcPts val="0"/>
              </a:spcAft>
              <a:buClr>
                <a:srgbClr val="000000"/>
              </a:buClr>
              <a:buFont typeface="Arial"/>
              <a:buNone/>
            </a:pPr>
            <a:endParaRPr sz="2339" b="0" i="0" u="none" strike="noStrike" cap="none">
              <a:solidFill>
                <a:srgbClr val="000000"/>
              </a:solidFill>
              <a:latin typeface="Arial"/>
              <a:ea typeface="Arial"/>
              <a:cs typeface="Arial"/>
              <a:sym typeface="Arial"/>
            </a:endParaRPr>
          </a:p>
        </p:txBody>
      </p:sp>
      <p:sp>
        <p:nvSpPr>
          <p:cNvPr id="1956" name="Google Shape;1956;p208"/>
          <p:cNvSpPr txBox="1"/>
          <p:nvPr/>
        </p:nvSpPr>
        <p:spPr>
          <a:xfrm>
            <a:off x="1678900" y="906914"/>
            <a:ext cx="7202100" cy="749100"/>
          </a:xfrm>
          <a:prstGeom prst="rect">
            <a:avLst/>
          </a:prstGeom>
          <a:noFill/>
          <a:ln>
            <a:noFill/>
          </a:ln>
        </p:spPr>
        <p:txBody>
          <a:bodyPr spcFirstLastPara="1" wrap="square" lIns="91425" tIns="91425" rIns="91425" bIns="91425" anchor="ctr" anchorCtr="0">
            <a:noAutofit/>
          </a:bodyPr>
          <a:lstStyle/>
          <a:p>
            <a:pPr marL="342900" lvl="0" indent="-171450" algn="l" rtl="0">
              <a:lnSpc>
                <a:spcPct val="100000"/>
              </a:lnSpc>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Involve the right partners and maintain strong cross-functional relationships:</a:t>
            </a:r>
            <a:r>
              <a:rPr lang="en" sz="900">
                <a:solidFill>
                  <a:srgbClr val="434343"/>
                </a:solidFill>
                <a:latin typeface="Georgia"/>
                <a:ea typeface="Georgia"/>
                <a:cs typeface="Georgia"/>
                <a:sym typeface="Georgia"/>
              </a:rPr>
              <a:t> the insight, involvement and support of senior leaders and technical / PMO partners is critical to developing a change strategy that will resonate with end users.</a:t>
            </a:r>
            <a:endParaRPr sz="900">
              <a:solidFill>
                <a:srgbClr val="434343"/>
              </a:solidFill>
              <a:latin typeface="Georgia"/>
              <a:ea typeface="Georgia"/>
              <a:cs typeface="Georgia"/>
              <a:sym typeface="Georgia"/>
            </a:endParaRPr>
          </a:p>
          <a:p>
            <a:pPr marL="342900" lvl="0" indent="-114300" algn="l" rtl="0">
              <a:lnSpc>
                <a:spcPct val="100000"/>
              </a:lnSpc>
              <a:spcBef>
                <a:spcPts val="0"/>
              </a:spcBef>
              <a:spcAft>
                <a:spcPts val="0"/>
              </a:spcAft>
              <a:buNone/>
            </a:pPr>
            <a:endParaRPr sz="400" b="1">
              <a:solidFill>
                <a:srgbClr val="434343"/>
              </a:solidFill>
              <a:latin typeface="Georgia"/>
              <a:ea typeface="Georgia"/>
              <a:cs typeface="Georgia"/>
              <a:sym typeface="Georgia"/>
            </a:endParaRPr>
          </a:p>
          <a:p>
            <a:pPr marL="342900" lvl="0" indent="-171450" algn="l" rtl="0">
              <a:lnSpc>
                <a:spcPct val="100000"/>
              </a:lnSpc>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Allow leaders to lean in from the start: </a:t>
            </a:r>
            <a:r>
              <a:rPr lang="en" sz="900">
                <a:solidFill>
                  <a:srgbClr val="434343"/>
                </a:solidFill>
                <a:latin typeface="Georgia"/>
                <a:ea typeface="Georgia"/>
                <a:cs typeface="Georgia"/>
                <a:sym typeface="Georgia"/>
              </a:rPr>
              <a:t>set expectations around leadership involvement early in the process, and allow them the ability to provide suggestions and review communications and training deliverables on a continual basis.</a:t>
            </a:r>
            <a:endParaRPr sz="1000">
              <a:solidFill>
                <a:srgbClr val="434343"/>
              </a:solidFill>
              <a:latin typeface="Georgia"/>
              <a:ea typeface="Georgia"/>
              <a:cs typeface="Georgia"/>
              <a:sym typeface="Georgia"/>
            </a:endParaRPr>
          </a:p>
        </p:txBody>
      </p:sp>
      <p:sp>
        <p:nvSpPr>
          <p:cNvPr id="1957" name="Google Shape;1957;p208"/>
          <p:cNvSpPr txBox="1"/>
          <p:nvPr/>
        </p:nvSpPr>
        <p:spPr>
          <a:xfrm>
            <a:off x="631500" y="1023014"/>
            <a:ext cx="1287900" cy="516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latin typeface="Georgia"/>
                <a:ea typeface="Georgia"/>
                <a:cs typeface="Georgia"/>
                <a:sym typeface="Georgia"/>
              </a:rPr>
              <a:t>Focus on relationships</a:t>
            </a:r>
            <a:endParaRPr sz="1100" b="1">
              <a:solidFill>
                <a:schemeClr val="dk2"/>
              </a:solidFill>
              <a:latin typeface="Georgia"/>
              <a:ea typeface="Georgia"/>
              <a:cs typeface="Georgia"/>
              <a:sym typeface="Georgia"/>
            </a:endParaRPr>
          </a:p>
        </p:txBody>
      </p:sp>
      <p:sp>
        <p:nvSpPr>
          <p:cNvPr id="1958" name="Google Shape;1958;p208"/>
          <p:cNvSpPr txBox="1"/>
          <p:nvPr/>
        </p:nvSpPr>
        <p:spPr>
          <a:xfrm>
            <a:off x="631500" y="2064543"/>
            <a:ext cx="1287900" cy="516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latin typeface="Georgia"/>
                <a:ea typeface="Georgia"/>
                <a:cs typeface="Georgia"/>
                <a:sym typeface="Georgia"/>
              </a:rPr>
              <a:t>Set program standards</a:t>
            </a:r>
            <a:endParaRPr sz="1100" b="1">
              <a:solidFill>
                <a:schemeClr val="dk2"/>
              </a:solidFill>
              <a:latin typeface="Georgia"/>
              <a:ea typeface="Georgia"/>
              <a:cs typeface="Georgia"/>
              <a:sym typeface="Georgia"/>
            </a:endParaRPr>
          </a:p>
        </p:txBody>
      </p:sp>
      <p:sp>
        <p:nvSpPr>
          <p:cNvPr id="1959" name="Google Shape;1959;p208"/>
          <p:cNvSpPr txBox="1"/>
          <p:nvPr/>
        </p:nvSpPr>
        <p:spPr>
          <a:xfrm>
            <a:off x="631500" y="4246679"/>
            <a:ext cx="1287900" cy="516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latin typeface="Georgia"/>
                <a:ea typeface="Georgia"/>
                <a:cs typeface="Georgia"/>
                <a:sym typeface="Georgia"/>
              </a:rPr>
              <a:t>Course correct along the way</a:t>
            </a:r>
            <a:endParaRPr sz="1100" b="1">
              <a:solidFill>
                <a:schemeClr val="dk2"/>
              </a:solidFill>
              <a:latin typeface="Georgia"/>
              <a:ea typeface="Georgia"/>
              <a:cs typeface="Georgia"/>
              <a:sym typeface="Georgia"/>
            </a:endParaRPr>
          </a:p>
        </p:txBody>
      </p:sp>
      <p:sp>
        <p:nvSpPr>
          <p:cNvPr id="1960" name="Google Shape;1960;p208"/>
          <p:cNvSpPr txBox="1"/>
          <p:nvPr/>
        </p:nvSpPr>
        <p:spPr>
          <a:xfrm>
            <a:off x="631500" y="3238633"/>
            <a:ext cx="1287900" cy="516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latin typeface="Georgia"/>
                <a:ea typeface="Georgia"/>
                <a:cs typeface="Georgia"/>
                <a:sym typeface="Georgia"/>
              </a:rPr>
              <a:t>Tailor the approach</a:t>
            </a:r>
            <a:endParaRPr sz="1100" b="1">
              <a:solidFill>
                <a:schemeClr val="dk2"/>
              </a:solidFill>
              <a:latin typeface="Georgia"/>
              <a:ea typeface="Georgia"/>
              <a:cs typeface="Georgia"/>
              <a:sym typeface="Georgia"/>
            </a:endParaRPr>
          </a:p>
        </p:txBody>
      </p:sp>
      <p:sp>
        <p:nvSpPr>
          <p:cNvPr id="1961" name="Google Shape;1961;p208"/>
          <p:cNvSpPr txBox="1"/>
          <p:nvPr/>
        </p:nvSpPr>
        <p:spPr>
          <a:xfrm>
            <a:off x="1678900" y="1787343"/>
            <a:ext cx="7202100" cy="1071300"/>
          </a:xfrm>
          <a:prstGeom prst="rect">
            <a:avLst/>
          </a:prstGeom>
          <a:noFill/>
          <a:ln>
            <a:noFill/>
          </a:ln>
        </p:spPr>
        <p:txBody>
          <a:bodyPr spcFirstLastPara="1" wrap="square" lIns="91425" tIns="91425" rIns="91425" bIns="91425" anchor="ctr" anchorCtr="0">
            <a:noAutofit/>
          </a:bodyPr>
          <a:lstStyle/>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Identify, track and publicize metrics: </a:t>
            </a:r>
            <a:r>
              <a:rPr lang="en" sz="900">
                <a:solidFill>
                  <a:srgbClr val="434343"/>
                </a:solidFill>
                <a:latin typeface="Georgia"/>
                <a:ea typeface="Georgia"/>
                <a:cs typeface="Georgia"/>
                <a:sym typeface="Georgia"/>
              </a:rPr>
              <a:t>define adoption metrics and user stories and incorporate them into your leadership readouts; this will increase buy in and advocacy for the use of Salesforce.</a:t>
            </a:r>
            <a:endParaRPr sz="900">
              <a:solidFill>
                <a:srgbClr val="434343"/>
              </a:solidFill>
              <a:latin typeface="Georgia"/>
              <a:ea typeface="Georgia"/>
              <a:cs typeface="Georgia"/>
              <a:sym typeface="Georgia"/>
            </a:endParaRPr>
          </a:p>
          <a:p>
            <a:pPr marL="342900" lvl="0" indent="-114300" algn="l" rtl="0">
              <a:spcBef>
                <a:spcPts val="0"/>
              </a:spcBef>
              <a:spcAft>
                <a:spcPts val="0"/>
              </a:spcAft>
              <a:buNone/>
            </a:pPr>
            <a:endParaRPr sz="400">
              <a:solidFill>
                <a:srgbClr val="434343"/>
              </a:solidFill>
              <a:latin typeface="Georgia"/>
              <a:ea typeface="Georgia"/>
              <a:cs typeface="Georgia"/>
              <a:sym typeface="Georgia"/>
            </a:endParaRPr>
          </a:p>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Utilize go / no go dates heavily:</a:t>
            </a:r>
            <a:r>
              <a:rPr lang="en" sz="900">
                <a:solidFill>
                  <a:srgbClr val="434343"/>
                </a:solidFill>
                <a:latin typeface="Georgia"/>
                <a:ea typeface="Georgia"/>
                <a:cs typeface="Georgia"/>
                <a:sym typeface="Georgia"/>
              </a:rPr>
              <a:t> establishing go / no go meetings early and mandating attendance by business leadership, PMO and technical partners is key to setting expectations and gaining commitment to move forward with rollout phases.</a:t>
            </a:r>
            <a:endParaRPr sz="900">
              <a:solidFill>
                <a:srgbClr val="434343"/>
              </a:solidFill>
              <a:latin typeface="Georgia"/>
              <a:ea typeface="Georgia"/>
              <a:cs typeface="Georgia"/>
              <a:sym typeface="Georgia"/>
            </a:endParaRPr>
          </a:p>
          <a:p>
            <a:pPr marL="342900" lvl="0" indent="-114300" algn="l" rtl="0">
              <a:spcBef>
                <a:spcPts val="0"/>
              </a:spcBef>
              <a:spcAft>
                <a:spcPts val="0"/>
              </a:spcAft>
              <a:buNone/>
            </a:pPr>
            <a:endParaRPr sz="400" b="1">
              <a:solidFill>
                <a:schemeClr val="dk2"/>
              </a:solidFill>
              <a:latin typeface="Georgia"/>
              <a:ea typeface="Georgia"/>
              <a:cs typeface="Georgia"/>
              <a:sym typeface="Georgia"/>
            </a:endParaRPr>
          </a:p>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Maintain transition plans:</a:t>
            </a:r>
            <a:r>
              <a:rPr lang="en" sz="900">
                <a:solidFill>
                  <a:srgbClr val="434343"/>
                </a:solidFill>
                <a:latin typeface="Georgia"/>
                <a:ea typeface="Georgia"/>
                <a:cs typeface="Georgia"/>
                <a:sym typeface="Georgia"/>
              </a:rPr>
              <a:t> as team members roll on and off the project, maintain an updated onboarding guide and transition plan to make for smoother movement of resources.</a:t>
            </a:r>
            <a:endParaRPr sz="1000">
              <a:solidFill>
                <a:srgbClr val="434343"/>
              </a:solidFill>
              <a:latin typeface="Georgia"/>
              <a:ea typeface="Georgia"/>
              <a:cs typeface="Georgia"/>
              <a:sym typeface="Georgia"/>
            </a:endParaRPr>
          </a:p>
        </p:txBody>
      </p:sp>
      <p:sp>
        <p:nvSpPr>
          <p:cNvPr id="1962" name="Google Shape;1962;p208"/>
          <p:cNvSpPr txBox="1"/>
          <p:nvPr/>
        </p:nvSpPr>
        <p:spPr>
          <a:xfrm>
            <a:off x="1678900" y="4151429"/>
            <a:ext cx="7202100" cy="707400"/>
          </a:xfrm>
          <a:prstGeom prst="rect">
            <a:avLst/>
          </a:prstGeom>
          <a:noFill/>
          <a:ln>
            <a:noFill/>
          </a:ln>
        </p:spPr>
        <p:txBody>
          <a:bodyPr spcFirstLastPara="1" wrap="square" lIns="91425" tIns="91425" rIns="91425" bIns="91425" anchor="ctr" anchorCtr="0">
            <a:noAutofit/>
          </a:bodyPr>
          <a:lstStyle/>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Be willing to pilot:</a:t>
            </a:r>
            <a:r>
              <a:rPr lang="en" sz="900">
                <a:solidFill>
                  <a:srgbClr val="434343"/>
                </a:solidFill>
                <a:latin typeface="Georgia"/>
                <a:ea typeface="Georgia"/>
                <a:cs typeface="Georgia"/>
                <a:sym typeface="Georgia"/>
              </a:rPr>
              <a:t> piloting planned change activities with smaller groups will allow you to incorporate feedback and course correct for more effective product adoption across your main user groups.</a:t>
            </a:r>
            <a:endParaRPr sz="900">
              <a:solidFill>
                <a:srgbClr val="434343"/>
              </a:solidFill>
              <a:latin typeface="Georgia"/>
              <a:ea typeface="Georgia"/>
              <a:cs typeface="Georgia"/>
              <a:sym typeface="Georgia"/>
            </a:endParaRPr>
          </a:p>
          <a:p>
            <a:pPr marL="342900" lvl="0" indent="-114300" algn="l" rtl="0">
              <a:spcBef>
                <a:spcPts val="0"/>
              </a:spcBef>
              <a:spcAft>
                <a:spcPts val="0"/>
              </a:spcAft>
              <a:buNone/>
            </a:pPr>
            <a:endParaRPr sz="400" b="1">
              <a:solidFill>
                <a:srgbClr val="434343"/>
              </a:solidFill>
              <a:latin typeface="Georgia"/>
              <a:ea typeface="Georgia"/>
              <a:cs typeface="Georgia"/>
              <a:sym typeface="Georgia"/>
            </a:endParaRPr>
          </a:p>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Listen and gather feedback: </a:t>
            </a:r>
            <a:r>
              <a:rPr lang="en" sz="900">
                <a:solidFill>
                  <a:srgbClr val="434343"/>
                </a:solidFill>
                <a:latin typeface="Georgia"/>
                <a:ea typeface="Georgia"/>
                <a:cs typeface="Georgia"/>
                <a:sym typeface="Georgia"/>
              </a:rPr>
              <a:t>take the time needed to understand your stakeholder groups and their needs, and engage a diverse set of SMEs to consolidate, analyze and address feedback.</a:t>
            </a:r>
            <a:endParaRPr sz="1000">
              <a:solidFill>
                <a:srgbClr val="434343"/>
              </a:solidFill>
              <a:latin typeface="Georgia"/>
              <a:ea typeface="Georgia"/>
              <a:cs typeface="Georgia"/>
              <a:sym typeface="Georgia"/>
            </a:endParaRPr>
          </a:p>
        </p:txBody>
      </p:sp>
      <p:sp>
        <p:nvSpPr>
          <p:cNvPr id="1963" name="Google Shape;1963;p208"/>
          <p:cNvSpPr txBox="1"/>
          <p:nvPr/>
        </p:nvSpPr>
        <p:spPr>
          <a:xfrm>
            <a:off x="1678900" y="2961433"/>
            <a:ext cx="7202100" cy="1071300"/>
          </a:xfrm>
          <a:prstGeom prst="rect">
            <a:avLst/>
          </a:prstGeom>
          <a:noFill/>
          <a:ln>
            <a:noFill/>
          </a:ln>
        </p:spPr>
        <p:txBody>
          <a:bodyPr spcFirstLastPara="1" wrap="square" lIns="91425" tIns="91425" rIns="91425" bIns="91425" anchor="ctr" anchorCtr="0">
            <a:noAutofit/>
          </a:bodyPr>
          <a:lstStyle/>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Understand the organization’s tone and culture: </a:t>
            </a:r>
            <a:r>
              <a:rPr lang="en" sz="900">
                <a:solidFill>
                  <a:srgbClr val="434343"/>
                </a:solidFill>
                <a:latin typeface="Georgia"/>
                <a:ea typeface="Georgia"/>
                <a:cs typeface="Georgia"/>
                <a:sym typeface="Georgia"/>
              </a:rPr>
              <a:t>work to understand the tone, cultural elements and channels that will make users more receptive to your messaging, and leverage that for standard and tailored communications.</a:t>
            </a:r>
            <a:endParaRPr sz="900">
              <a:solidFill>
                <a:srgbClr val="434343"/>
              </a:solidFill>
              <a:latin typeface="Georgia"/>
              <a:ea typeface="Georgia"/>
              <a:cs typeface="Georgia"/>
              <a:sym typeface="Georgia"/>
            </a:endParaRPr>
          </a:p>
          <a:p>
            <a:pPr marL="342900" lvl="0" indent="-114300" algn="l" rtl="0">
              <a:spcBef>
                <a:spcPts val="0"/>
              </a:spcBef>
              <a:spcAft>
                <a:spcPts val="0"/>
              </a:spcAft>
              <a:buNone/>
            </a:pPr>
            <a:endParaRPr sz="400">
              <a:solidFill>
                <a:srgbClr val="434343"/>
              </a:solidFill>
              <a:latin typeface="Georgia"/>
              <a:ea typeface="Georgia"/>
              <a:cs typeface="Georgia"/>
              <a:sym typeface="Georgia"/>
            </a:endParaRPr>
          </a:p>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Distribute with leadership support:</a:t>
            </a:r>
            <a:r>
              <a:rPr lang="en" sz="900">
                <a:solidFill>
                  <a:srgbClr val="434343"/>
                </a:solidFill>
                <a:latin typeface="Georgia"/>
                <a:ea typeface="Georgia"/>
                <a:cs typeface="Georgia"/>
                <a:sym typeface="Georgia"/>
              </a:rPr>
              <a:t> encouragement from leaders is sometimes required to generate higher traffic, and managers (in addition to leadership) should be proactive in asking their team members to actively participate in training.</a:t>
            </a:r>
            <a:endParaRPr sz="900">
              <a:solidFill>
                <a:srgbClr val="434343"/>
              </a:solidFill>
              <a:latin typeface="Georgia"/>
              <a:ea typeface="Georgia"/>
              <a:cs typeface="Georgia"/>
              <a:sym typeface="Georgia"/>
            </a:endParaRPr>
          </a:p>
          <a:p>
            <a:pPr marL="342900" lvl="0" indent="-114300" algn="l" rtl="0">
              <a:spcBef>
                <a:spcPts val="0"/>
              </a:spcBef>
              <a:spcAft>
                <a:spcPts val="0"/>
              </a:spcAft>
              <a:buNone/>
            </a:pPr>
            <a:endParaRPr sz="400">
              <a:solidFill>
                <a:srgbClr val="434343"/>
              </a:solidFill>
              <a:latin typeface="Georgia"/>
              <a:ea typeface="Georgia"/>
              <a:cs typeface="Georgia"/>
              <a:sym typeface="Georgia"/>
            </a:endParaRPr>
          </a:p>
          <a:p>
            <a:pPr marL="342900" lvl="0" indent="-171450" algn="l" rtl="0">
              <a:spcBef>
                <a:spcPts val="0"/>
              </a:spcBef>
              <a:spcAft>
                <a:spcPts val="0"/>
              </a:spcAft>
              <a:buClr>
                <a:srgbClr val="434343"/>
              </a:buClr>
              <a:buSzPts val="900"/>
              <a:buFont typeface="Georgia"/>
              <a:buChar char="●"/>
            </a:pPr>
            <a:r>
              <a:rPr lang="en" sz="900" b="1">
                <a:solidFill>
                  <a:srgbClr val="434343"/>
                </a:solidFill>
                <a:latin typeface="Georgia"/>
                <a:ea typeface="Georgia"/>
                <a:cs typeface="Georgia"/>
                <a:sym typeface="Georgia"/>
              </a:rPr>
              <a:t>Provide support: </a:t>
            </a:r>
            <a:r>
              <a:rPr lang="en" sz="900">
                <a:solidFill>
                  <a:srgbClr val="434343"/>
                </a:solidFill>
                <a:latin typeface="Georgia"/>
                <a:ea typeface="Georgia"/>
                <a:cs typeface="Georgia"/>
                <a:sym typeface="Georgia"/>
              </a:rPr>
              <a:t>establish guidelines for the way in which users should seek support (change champions, Chatter groups, etc.) and make those support channels known through communications.</a:t>
            </a:r>
            <a:endParaRPr sz="1000">
              <a:solidFill>
                <a:srgbClr val="434343"/>
              </a:solidFill>
              <a:latin typeface="Georgia"/>
              <a:ea typeface="Georgia"/>
              <a:cs typeface="Georgia"/>
              <a:sym typeface="Georgia"/>
            </a:endParaRPr>
          </a:p>
        </p:txBody>
      </p:sp>
      <p:sp>
        <p:nvSpPr>
          <p:cNvPr id="1964" name="Google Shape;1964;p208"/>
          <p:cNvSpPr/>
          <p:nvPr/>
        </p:nvSpPr>
        <p:spPr>
          <a:xfrm>
            <a:off x="302400" y="2175410"/>
            <a:ext cx="307800" cy="307800"/>
          </a:xfrm>
          <a:custGeom>
            <a:avLst/>
            <a:gdLst/>
            <a:ahLst/>
            <a:cxnLst/>
            <a:rect l="l" t="t" r="r" b="b"/>
            <a:pathLst>
              <a:path w="120000" h="120000" extrusionOk="0">
                <a:moveTo>
                  <a:pt x="55532" y="86437"/>
                </a:moveTo>
                <a:cubicBezTo>
                  <a:pt x="45530" y="76410"/>
                  <a:pt x="35969" y="66823"/>
                  <a:pt x="26107" y="56936"/>
                </a:cubicBezTo>
                <a:cubicBezTo>
                  <a:pt x="28590" y="54823"/>
                  <a:pt x="31258" y="52549"/>
                  <a:pt x="34577" y="49740"/>
                </a:cubicBezTo>
                <a:cubicBezTo>
                  <a:pt x="40680" y="56379"/>
                  <a:pt x="47503" y="63760"/>
                  <a:pt x="54465" y="71326"/>
                </a:cubicBezTo>
                <a:cubicBezTo>
                  <a:pt x="73564" y="53106"/>
                  <a:pt x="91549" y="35907"/>
                  <a:pt x="109394" y="18870"/>
                </a:cubicBezTo>
                <a:cubicBezTo>
                  <a:pt x="112318" y="21470"/>
                  <a:pt x="114987" y="23814"/>
                  <a:pt x="118004" y="26506"/>
                </a:cubicBezTo>
                <a:cubicBezTo>
                  <a:pt x="96932" y="46723"/>
                  <a:pt x="76279" y="66522"/>
                  <a:pt x="55532" y="86437"/>
                </a:cubicBezTo>
                <a:moveTo>
                  <a:pt x="107747" y="69841"/>
                </a:moveTo>
                <a:cubicBezTo>
                  <a:pt x="103128" y="92379"/>
                  <a:pt x="83055" y="108742"/>
                  <a:pt x="59988" y="108742"/>
                </a:cubicBezTo>
                <a:cubicBezTo>
                  <a:pt x="33115" y="108742"/>
                  <a:pt x="11255" y="86878"/>
                  <a:pt x="11255" y="60000"/>
                </a:cubicBezTo>
                <a:cubicBezTo>
                  <a:pt x="11255" y="33121"/>
                  <a:pt x="33115" y="11257"/>
                  <a:pt x="59988" y="11257"/>
                </a:cubicBezTo>
                <a:cubicBezTo>
                  <a:pt x="67669" y="11257"/>
                  <a:pt x="75002" y="12974"/>
                  <a:pt x="81802" y="16386"/>
                </a:cubicBezTo>
                <a:cubicBezTo>
                  <a:pt x="82266" y="16618"/>
                  <a:pt x="82730" y="16874"/>
                  <a:pt x="83171" y="17129"/>
                </a:cubicBezTo>
                <a:cubicBezTo>
                  <a:pt x="91409" y="8889"/>
                  <a:pt x="91409" y="8889"/>
                  <a:pt x="91409" y="8889"/>
                </a:cubicBezTo>
                <a:cubicBezTo>
                  <a:pt x="89924" y="7984"/>
                  <a:pt x="88392" y="7102"/>
                  <a:pt x="86838" y="6313"/>
                </a:cubicBezTo>
                <a:cubicBezTo>
                  <a:pt x="78460" y="2112"/>
                  <a:pt x="69433" y="0"/>
                  <a:pt x="59988" y="0"/>
                </a:cubicBezTo>
                <a:cubicBezTo>
                  <a:pt x="26919" y="0"/>
                  <a:pt x="0" y="26924"/>
                  <a:pt x="0" y="60000"/>
                </a:cubicBezTo>
                <a:cubicBezTo>
                  <a:pt x="0" y="93098"/>
                  <a:pt x="26919" y="120000"/>
                  <a:pt x="59988" y="120000"/>
                </a:cubicBezTo>
                <a:cubicBezTo>
                  <a:pt x="88369" y="120000"/>
                  <a:pt x="113107" y="99852"/>
                  <a:pt x="118770" y="72092"/>
                </a:cubicBezTo>
                <a:cubicBezTo>
                  <a:pt x="119582" y="68123"/>
                  <a:pt x="120000" y="64061"/>
                  <a:pt x="120000" y="60000"/>
                </a:cubicBezTo>
                <a:cubicBezTo>
                  <a:pt x="108744" y="60000"/>
                  <a:pt x="108744" y="60000"/>
                  <a:pt x="108744" y="60000"/>
                </a:cubicBezTo>
                <a:cubicBezTo>
                  <a:pt x="108744" y="63319"/>
                  <a:pt x="108420" y="66615"/>
                  <a:pt x="107747" y="69841"/>
                </a:cubicBezTo>
              </a:path>
            </a:pathLst>
          </a:custGeom>
          <a:solidFill>
            <a:schemeClr val="dk2"/>
          </a:solidFill>
          <a:ln>
            <a:noFill/>
          </a:ln>
        </p:spPr>
        <p:txBody>
          <a:bodyPr spcFirstLastPara="1" wrap="square" lIns="106925" tIns="53450" rIns="106925" bIns="53450" anchor="t" anchorCtr="0">
            <a:noAutofit/>
          </a:bodyPr>
          <a:lstStyle/>
          <a:p>
            <a:pPr marL="0" marR="0" lvl="0" indent="0" algn="l" rtl="0">
              <a:lnSpc>
                <a:spcPct val="100000"/>
              </a:lnSpc>
              <a:spcBef>
                <a:spcPts val="0"/>
              </a:spcBef>
              <a:spcAft>
                <a:spcPts val="0"/>
              </a:spcAft>
              <a:buClr>
                <a:srgbClr val="000000"/>
              </a:buClr>
              <a:buFont typeface="Arial"/>
              <a:buNone/>
            </a:pPr>
            <a:endParaRPr sz="2339" b="0" i="0" u="none" strike="noStrike" cap="none">
              <a:solidFill>
                <a:srgbClr val="000000"/>
              </a:solidFill>
              <a:latin typeface="Arial"/>
              <a:ea typeface="Arial"/>
              <a:cs typeface="Arial"/>
              <a:sym typeface="Arial"/>
            </a:endParaRPr>
          </a:p>
        </p:txBody>
      </p:sp>
      <p:sp>
        <p:nvSpPr>
          <p:cNvPr id="1965" name="Google Shape;1965;p208"/>
          <p:cNvSpPr/>
          <p:nvPr/>
        </p:nvSpPr>
        <p:spPr>
          <a:xfrm>
            <a:off x="302400" y="4360004"/>
            <a:ext cx="307800" cy="307800"/>
          </a:xfrm>
          <a:custGeom>
            <a:avLst/>
            <a:gdLst/>
            <a:ahLst/>
            <a:cxnLst/>
            <a:rect l="l" t="t" r="r" b="b"/>
            <a:pathLst>
              <a:path w="120000" h="120000" extrusionOk="0">
                <a:moveTo>
                  <a:pt x="55532" y="86437"/>
                </a:moveTo>
                <a:cubicBezTo>
                  <a:pt x="45530" y="76410"/>
                  <a:pt x="35969" y="66823"/>
                  <a:pt x="26107" y="56936"/>
                </a:cubicBezTo>
                <a:cubicBezTo>
                  <a:pt x="28590" y="54823"/>
                  <a:pt x="31258" y="52549"/>
                  <a:pt x="34577" y="49740"/>
                </a:cubicBezTo>
                <a:cubicBezTo>
                  <a:pt x="40680" y="56379"/>
                  <a:pt x="47503" y="63760"/>
                  <a:pt x="54465" y="71326"/>
                </a:cubicBezTo>
                <a:cubicBezTo>
                  <a:pt x="73564" y="53106"/>
                  <a:pt x="91549" y="35907"/>
                  <a:pt x="109394" y="18870"/>
                </a:cubicBezTo>
                <a:cubicBezTo>
                  <a:pt x="112318" y="21470"/>
                  <a:pt x="114987" y="23814"/>
                  <a:pt x="118004" y="26506"/>
                </a:cubicBezTo>
                <a:cubicBezTo>
                  <a:pt x="96932" y="46723"/>
                  <a:pt x="76279" y="66522"/>
                  <a:pt x="55532" y="86437"/>
                </a:cubicBezTo>
                <a:moveTo>
                  <a:pt x="107747" y="69841"/>
                </a:moveTo>
                <a:cubicBezTo>
                  <a:pt x="103128" y="92379"/>
                  <a:pt x="83055" y="108742"/>
                  <a:pt x="59988" y="108742"/>
                </a:cubicBezTo>
                <a:cubicBezTo>
                  <a:pt x="33115" y="108742"/>
                  <a:pt x="11255" y="86878"/>
                  <a:pt x="11255" y="60000"/>
                </a:cubicBezTo>
                <a:cubicBezTo>
                  <a:pt x="11255" y="33121"/>
                  <a:pt x="33115" y="11257"/>
                  <a:pt x="59988" y="11257"/>
                </a:cubicBezTo>
                <a:cubicBezTo>
                  <a:pt x="67669" y="11257"/>
                  <a:pt x="75002" y="12974"/>
                  <a:pt x="81802" y="16386"/>
                </a:cubicBezTo>
                <a:cubicBezTo>
                  <a:pt x="82266" y="16618"/>
                  <a:pt x="82730" y="16874"/>
                  <a:pt x="83171" y="17129"/>
                </a:cubicBezTo>
                <a:cubicBezTo>
                  <a:pt x="91409" y="8889"/>
                  <a:pt x="91409" y="8889"/>
                  <a:pt x="91409" y="8889"/>
                </a:cubicBezTo>
                <a:cubicBezTo>
                  <a:pt x="89924" y="7984"/>
                  <a:pt x="88392" y="7102"/>
                  <a:pt x="86838" y="6313"/>
                </a:cubicBezTo>
                <a:cubicBezTo>
                  <a:pt x="78460" y="2112"/>
                  <a:pt x="69433" y="0"/>
                  <a:pt x="59988" y="0"/>
                </a:cubicBezTo>
                <a:cubicBezTo>
                  <a:pt x="26919" y="0"/>
                  <a:pt x="0" y="26924"/>
                  <a:pt x="0" y="60000"/>
                </a:cubicBezTo>
                <a:cubicBezTo>
                  <a:pt x="0" y="93098"/>
                  <a:pt x="26919" y="120000"/>
                  <a:pt x="59988" y="120000"/>
                </a:cubicBezTo>
                <a:cubicBezTo>
                  <a:pt x="88369" y="120000"/>
                  <a:pt x="113107" y="99852"/>
                  <a:pt x="118770" y="72092"/>
                </a:cubicBezTo>
                <a:cubicBezTo>
                  <a:pt x="119582" y="68123"/>
                  <a:pt x="120000" y="64061"/>
                  <a:pt x="120000" y="60000"/>
                </a:cubicBezTo>
                <a:cubicBezTo>
                  <a:pt x="108744" y="60000"/>
                  <a:pt x="108744" y="60000"/>
                  <a:pt x="108744" y="60000"/>
                </a:cubicBezTo>
                <a:cubicBezTo>
                  <a:pt x="108744" y="63319"/>
                  <a:pt x="108420" y="66615"/>
                  <a:pt x="107747" y="69841"/>
                </a:cubicBezTo>
              </a:path>
            </a:pathLst>
          </a:custGeom>
          <a:solidFill>
            <a:schemeClr val="dk2"/>
          </a:solidFill>
          <a:ln>
            <a:noFill/>
          </a:ln>
        </p:spPr>
        <p:txBody>
          <a:bodyPr spcFirstLastPara="1" wrap="square" lIns="106925" tIns="53450" rIns="106925" bIns="53450" anchor="t" anchorCtr="0">
            <a:noAutofit/>
          </a:bodyPr>
          <a:lstStyle/>
          <a:p>
            <a:pPr marL="0" marR="0" lvl="0" indent="0" algn="l" rtl="0">
              <a:lnSpc>
                <a:spcPct val="100000"/>
              </a:lnSpc>
              <a:spcBef>
                <a:spcPts val="0"/>
              </a:spcBef>
              <a:spcAft>
                <a:spcPts val="0"/>
              </a:spcAft>
              <a:buClr>
                <a:srgbClr val="000000"/>
              </a:buClr>
              <a:buFont typeface="Arial"/>
              <a:buNone/>
            </a:pPr>
            <a:endParaRPr sz="2339" b="0" i="0" u="none" strike="noStrike" cap="none">
              <a:solidFill>
                <a:srgbClr val="000000"/>
              </a:solidFill>
              <a:latin typeface="Arial"/>
              <a:ea typeface="Arial"/>
              <a:cs typeface="Arial"/>
              <a:sym typeface="Arial"/>
            </a:endParaRPr>
          </a:p>
        </p:txBody>
      </p:sp>
      <p:sp>
        <p:nvSpPr>
          <p:cNvPr id="1966" name="Google Shape;1966;p208"/>
          <p:cNvSpPr/>
          <p:nvPr/>
        </p:nvSpPr>
        <p:spPr>
          <a:xfrm>
            <a:off x="302400" y="3343962"/>
            <a:ext cx="307800" cy="307800"/>
          </a:xfrm>
          <a:custGeom>
            <a:avLst/>
            <a:gdLst/>
            <a:ahLst/>
            <a:cxnLst/>
            <a:rect l="l" t="t" r="r" b="b"/>
            <a:pathLst>
              <a:path w="120000" h="120000" extrusionOk="0">
                <a:moveTo>
                  <a:pt x="55532" y="86437"/>
                </a:moveTo>
                <a:cubicBezTo>
                  <a:pt x="45530" y="76410"/>
                  <a:pt x="35969" y="66823"/>
                  <a:pt x="26107" y="56936"/>
                </a:cubicBezTo>
                <a:cubicBezTo>
                  <a:pt x="28590" y="54823"/>
                  <a:pt x="31258" y="52549"/>
                  <a:pt x="34577" y="49740"/>
                </a:cubicBezTo>
                <a:cubicBezTo>
                  <a:pt x="40680" y="56379"/>
                  <a:pt x="47503" y="63760"/>
                  <a:pt x="54465" y="71326"/>
                </a:cubicBezTo>
                <a:cubicBezTo>
                  <a:pt x="73564" y="53106"/>
                  <a:pt x="91549" y="35907"/>
                  <a:pt x="109394" y="18870"/>
                </a:cubicBezTo>
                <a:cubicBezTo>
                  <a:pt x="112318" y="21470"/>
                  <a:pt x="114987" y="23814"/>
                  <a:pt x="118004" y="26506"/>
                </a:cubicBezTo>
                <a:cubicBezTo>
                  <a:pt x="96932" y="46723"/>
                  <a:pt x="76279" y="66522"/>
                  <a:pt x="55532" y="86437"/>
                </a:cubicBezTo>
                <a:moveTo>
                  <a:pt x="107747" y="69841"/>
                </a:moveTo>
                <a:cubicBezTo>
                  <a:pt x="103128" y="92379"/>
                  <a:pt x="83055" y="108742"/>
                  <a:pt x="59988" y="108742"/>
                </a:cubicBezTo>
                <a:cubicBezTo>
                  <a:pt x="33115" y="108742"/>
                  <a:pt x="11255" y="86878"/>
                  <a:pt x="11255" y="60000"/>
                </a:cubicBezTo>
                <a:cubicBezTo>
                  <a:pt x="11255" y="33121"/>
                  <a:pt x="33115" y="11257"/>
                  <a:pt x="59988" y="11257"/>
                </a:cubicBezTo>
                <a:cubicBezTo>
                  <a:pt x="67669" y="11257"/>
                  <a:pt x="75002" y="12974"/>
                  <a:pt x="81802" y="16386"/>
                </a:cubicBezTo>
                <a:cubicBezTo>
                  <a:pt x="82266" y="16618"/>
                  <a:pt x="82730" y="16874"/>
                  <a:pt x="83171" y="17129"/>
                </a:cubicBezTo>
                <a:cubicBezTo>
                  <a:pt x="91409" y="8889"/>
                  <a:pt x="91409" y="8889"/>
                  <a:pt x="91409" y="8889"/>
                </a:cubicBezTo>
                <a:cubicBezTo>
                  <a:pt x="89924" y="7984"/>
                  <a:pt x="88392" y="7102"/>
                  <a:pt x="86838" y="6313"/>
                </a:cubicBezTo>
                <a:cubicBezTo>
                  <a:pt x="78460" y="2112"/>
                  <a:pt x="69433" y="0"/>
                  <a:pt x="59988" y="0"/>
                </a:cubicBezTo>
                <a:cubicBezTo>
                  <a:pt x="26919" y="0"/>
                  <a:pt x="0" y="26924"/>
                  <a:pt x="0" y="60000"/>
                </a:cubicBezTo>
                <a:cubicBezTo>
                  <a:pt x="0" y="93098"/>
                  <a:pt x="26919" y="120000"/>
                  <a:pt x="59988" y="120000"/>
                </a:cubicBezTo>
                <a:cubicBezTo>
                  <a:pt x="88369" y="120000"/>
                  <a:pt x="113107" y="99852"/>
                  <a:pt x="118770" y="72092"/>
                </a:cubicBezTo>
                <a:cubicBezTo>
                  <a:pt x="119582" y="68123"/>
                  <a:pt x="120000" y="64061"/>
                  <a:pt x="120000" y="60000"/>
                </a:cubicBezTo>
                <a:cubicBezTo>
                  <a:pt x="108744" y="60000"/>
                  <a:pt x="108744" y="60000"/>
                  <a:pt x="108744" y="60000"/>
                </a:cubicBezTo>
                <a:cubicBezTo>
                  <a:pt x="108744" y="63319"/>
                  <a:pt x="108420" y="66615"/>
                  <a:pt x="107747" y="69841"/>
                </a:cubicBezTo>
              </a:path>
            </a:pathLst>
          </a:custGeom>
          <a:solidFill>
            <a:schemeClr val="dk2"/>
          </a:solidFill>
          <a:ln>
            <a:noFill/>
          </a:ln>
        </p:spPr>
        <p:txBody>
          <a:bodyPr spcFirstLastPara="1" wrap="square" lIns="106925" tIns="53450" rIns="106925" bIns="53450" anchor="t" anchorCtr="0">
            <a:noAutofit/>
          </a:bodyPr>
          <a:lstStyle/>
          <a:p>
            <a:pPr marL="0" marR="0" lvl="0" indent="0" algn="l" rtl="0">
              <a:lnSpc>
                <a:spcPct val="100000"/>
              </a:lnSpc>
              <a:spcBef>
                <a:spcPts val="0"/>
              </a:spcBef>
              <a:spcAft>
                <a:spcPts val="0"/>
              </a:spcAft>
              <a:buClr>
                <a:srgbClr val="000000"/>
              </a:buClr>
              <a:buFont typeface="Arial"/>
              <a:buNone/>
            </a:pPr>
            <a:endParaRPr sz="2339" b="0" i="0" u="none" strike="noStrike" cap="none">
              <a:solidFill>
                <a:srgbClr val="000000"/>
              </a:solidFill>
              <a:latin typeface="Arial"/>
              <a:ea typeface="Arial"/>
              <a:cs typeface="Arial"/>
              <a:sym typeface="Arial"/>
            </a:endParaRPr>
          </a:p>
        </p:txBody>
      </p:sp>
      <p:cxnSp>
        <p:nvCxnSpPr>
          <p:cNvPr id="1967" name="Google Shape;1967;p208"/>
          <p:cNvCxnSpPr/>
          <p:nvPr/>
        </p:nvCxnSpPr>
        <p:spPr>
          <a:xfrm>
            <a:off x="233056" y="1708924"/>
            <a:ext cx="8535900" cy="0"/>
          </a:xfrm>
          <a:prstGeom prst="straightConnector1">
            <a:avLst/>
          </a:prstGeom>
          <a:noFill/>
          <a:ln w="9525" cap="flat" cmpd="sng">
            <a:solidFill>
              <a:schemeClr val="dk2"/>
            </a:solidFill>
            <a:prstDash val="dot"/>
            <a:round/>
            <a:headEnd type="none" w="med" len="med"/>
            <a:tailEnd type="none" w="med" len="med"/>
          </a:ln>
        </p:spPr>
      </p:cxnSp>
      <p:cxnSp>
        <p:nvCxnSpPr>
          <p:cNvPr id="1968" name="Google Shape;1968;p208"/>
          <p:cNvCxnSpPr/>
          <p:nvPr/>
        </p:nvCxnSpPr>
        <p:spPr>
          <a:xfrm>
            <a:off x="233056" y="2919664"/>
            <a:ext cx="8535900" cy="0"/>
          </a:xfrm>
          <a:prstGeom prst="straightConnector1">
            <a:avLst/>
          </a:prstGeom>
          <a:noFill/>
          <a:ln w="9525" cap="flat" cmpd="sng">
            <a:solidFill>
              <a:schemeClr val="dk2"/>
            </a:solidFill>
            <a:prstDash val="dot"/>
            <a:round/>
            <a:headEnd type="none" w="med" len="med"/>
            <a:tailEnd type="none" w="med" len="med"/>
          </a:ln>
        </p:spPr>
      </p:cxnSp>
      <p:cxnSp>
        <p:nvCxnSpPr>
          <p:cNvPr id="1969" name="Google Shape;1969;p208"/>
          <p:cNvCxnSpPr/>
          <p:nvPr/>
        </p:nvCxnSpPr>
        <p:spPr>
          <a:xfrm>
            <a:off x="233056" y="4071061"/>
            <a:ext cx="8535900" cy="0"/>
          </a:xfrm>
          <a:prstGeom prst="straightConnector1">
            <a:avLst/>
          </a:prstGeom>
          <a:noFill/>
          <a:ln w="9525" cap="flat" cmpd="sng">
            <a:solidFill>
              <a:schemeClr val="dk2"/>
            </a:solidFill>
            <a:prstDash val="dot"/>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209"/>
          <p:cNvSpPr/>
          <p:nvPr/>
        </p:nvSpPr>
        <p:spPr>
          <a:xfrm>
            <a:off x="311950" y="980425"/>
            <a:ext cx="6536400" cy="4845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Georgia"/>
                <a:ea typeface="Georgia"/>
                <a:cs typeface="Georgia"/>
                <a:sym typeface="Georgia"/>
              </a:rPr>
              <a:t>PwC has continued to evolve it</a:t>
            </a:r>
            <a:r>
              <a:rPr lang="en">
                <a:solidFill>
                  <a:schemeClr val="dk1"/>
                </a:solidFill>
                <a:latin typeface="Georgia"/>
                <a:ea typeface="Georgia"/>
                <a:cs typeface="Georgia"/>
                <a:sym typeface="Georgia"/>
              </a:rPr>
              <a:t>’s view on change, and has</a:t>
            </a:r>
            <a:r>
              <a:rPr lang="en" sz="1400">
                <a:solidFill>
                  <a:schemeClr val="dk1"/>
                </a:solidFill>
                <a:latin typeface="Georgia"/>
                <a:ea typeface="Georgia"/>
                <a:cs typeface="Georgia"/>
                <a:sym typeface="Georgia"/>
              </a:rPr>
              <a:t> developed a handful of its approaches that are useful </a:t>
            </a:r>
            <a:r>
              <a:rPr lang="en">
                <a:solidFill>
                  <a:schemeClr val="dk1"/>
                </a:solidFill>
                <a:latin typeface="Georgia"/>
                <a:ea typeface="Georgia"/>
                <a:cs typeface="Georgia"/>
                <a:sym typeface="Georgia"/>
              </a:rPr>
              <a:t>in thinking through how to support your client </a:t>
            </a:r>
            <a:endParaRPr sz="1400">
              <a:solidFill>
                <a:schemeClr val="dk1"/>
              </a:solidFill>
              <a:latin typeface="Georgia"/>
              <a:ea typeface="Georgia"/>
              <a:cs typeface="Georgia"/>
              <a:sym typeface="Georgia"/>
            </a:endParaRPr>
          </a:p>
        </p:txBody>
      </p:sp>
      <p:sp>
        <p:nvSpPr>
          <p:cNvPr id="1975" name="Google Shape;1975;p209"/>
          <p:cNvSpPr txBox="1">
            <a:spLocks noGrp="1"/>
          </p:cNvSpPr>
          <p:nvPr>
            <p:ph type="title"/>
          </p:nvPr>
        </p:nvSpPr>
        <p:spPr>
          <a:xfrm>
            <a:off x="309562" y="301752"/>
            <a:ext cx="8524800" cy="30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And remember that there are different ways to approach change...</a:t>
            </a:r>
            <a:endParaRPr/>
          </a:p>
        </p:txBody>
      </p:sp>
      <p:sp>
        <p:nvSpPr>
          <p:cNvPr id="1976" name="Google Shape;1976;p209"/>
          <p:cNvSpPr txBox="1">
            <a:spLocks noGrp="1"/>
          </p:cNvSpPr>
          <p:nvPr>
            <p:ph type="sldNum" idx="12"/>
          </p:nvPr>
        </p:nvSpPr>
        <p:spPr>
          <a:xfrm>
            <a:off x="6691138" y="4759032"/>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10</a:t>
            </a:fld>
            <a:endParaRPr/>
          </a:p>
        </p:txBody>
      </p:sp>
      <p:sp>
        <p:nvSpPr>
          <p:cNvPr id="1977" name="Google Shape;1977;p209"/>
          <p:cNvSpPr/>
          <p:nvPr/>
        </p:nvSpPr>
        <p:spPr>
          <a:xfrm>
            <a:off x="506096" y="1710275"/>
            <a:ext cx="2493600" cy="416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b="1" u="sng">
                <a:solidFill>
                  <a:schemeClr val="hlink"/>
                </a:solidFill>
                <a:latin typeface="Georgia"/>
                <a:ea typeface="Georgia"/>
                <a:cs typeface="Georgia"/>
                <a:sym typeface="Georgia"/>
                <a:hlinkClick r:id="rId3"/>
              </a:rPr>
              <a:t>Building Blocks</a:t>
            </a:r>
            <a:endParaRPr sz="1400" b="1">
              <a:solidFill>
                <a:schemeClr val="dk2"/>
              </a:solidFill>
              <a:latin typeface="Georgia"/>
              <a:ea typeface="Georgia"/>
              <a:cs typeface="Georgia"/>
              <a:sym typeface="Georgia"/>
            </a:endParaRPr>
          </a:p>
        </p:txBody>
      </p:sp>
      <p:sp>
        <p:nvSpPr>
          <p:cNvPr id="1978" name="Google Shape;1978;p209"/>
          <p:cNvSpPr/>
          <p:nvPr/>
        </p:nvSpPr>
        <p:spPr>
          <a:xfrm>
            <a:off x="415046" y="3759493"/>
            <a:ext cx="2675700" cy="1232700"/>
          </a:xfrm>
          <a:prstGeom prst="rect">
            <a:avLst/>
          </a:prstGeom>
          <a:solidFill>
            <a:schemeClr val="lt1"/>
          </a:solidFill>
          <a:ln>
            <a:noFill/>
          </a:ln>
        </p:spPr>
        <p:txBody>
          <a:bodyPr spcFirstLastPara="1" wrap="square" lIns="137150" tIns="109725" rIns="137150" bIns="109725" anchor="ctr" anchorCtr="0">
            <a:noAutofit/>
          </a:bodyPr>
          <a:lstStyle/>
          <a:p>
            <a:pPr marL="0" marR="0" lvl="0" indent="0" algn="ctr" rtl="0">
              <a:lnSpc>
                <a:spcPct val="100000"/>
              </a:lnSpc>
              <a:spcBef>
                <a:spcPts val="0"/>
              </a:spcBef>
              <a:spcAft>
                <a:spcPts val="0"/>
              </a:spcAft>
              <a:buNone/>
            </a:pPr>
            <a:r>
              <a:rPr lang="en" sz="900" i="1">
                <a:solidFill>
                  <a:schemeClr val="dk1"/>
                </a:solidFill>
                <a:latin typeface="Georgia"/>
                <a:ea typeface="Georgia"/>
                <a:cs typeface="Georgia"/>
                <a:sym typeface="Georgia"/>
              </a:rPr>
              <a:t>Effective Change Management strategies and approaches take into consideration the 10 critical building blocks of change. It is important to address each building block through the dimensions of </a:t>
            </a:r>
            <a:r>
              <a:rPr lang="en" sz="900" b="1" i="1">
                <a:solidFill>
                  <a:schemeClr val="dk1"/>
                </a:solidFill>
                <a:latin typeface="Georgia"/>
                <a:ea typeface="Georgia"/>
                <a:cs typeface="Georgia"/>
                <a:sym typeface="Georgia"/>
              </a:rPr>
              <a:t>people</a:t>
            </a:r>
            <a:r>
              <a:rPr lang="en" sz="900" i="1">
                <a:solidFill>
                  <a:schemeClr val="dk1"/>
                </a:solidFill>
                <a:latin typeface="Georgia"/>
                <a:ea typeface="Georgia"/>
                <a:cs typeface="Georgia"/>
                <a:sym typeface="Georgia"/>
              </a:rPr>
              <a:t>, </a:t>
            </a:r>
            <a:r>
              <a:rPr lang="en" sz="900" b="1" i="1">
                <a:solidFill>
                  <a:schemeClr val="dk1"/>
                </a:solidFill>
                <a:latin typeface="Georgia"/>
                <a:ea typeface="Georgia"/>
                <a:cs typeface="Georgia"/>
                <a:sym typeface="Georgia"/>
              </a:rPr>
              <a:t>process</a:t>
            </a:r>
            <a:r>
              <a:rPr lang="en" sz="900" i="1">
                <a:solidFill>
                  <a:schemeClr val="dk1"/>
                </a:solidFill>
                <a:latin typeface="Georgia"/>
                <a:ea typeface="Georgia"/>
                <a:cs typeface="Georgia"/>
                <a:sym typeface="Georgia"/>
              </a:rPr>
              <a:t>, and </a:t>
            </a:r>
            <a:r>
              <a:rPr lang="en" sz="900" b="1" i="1">
                <a:solidFill>
                  <a:schemeClr val="dk1"/>
                </a:solidFill>
                <a:latin typeface="Georgia"/>
                <a:ea typeface="Georgia"/>
                <a:cs typeface="Georgia"/>
                <a:sym typeface="Georgia"/>
              </a:rPr>
              <a:t>technology</a:t>
            </a:r>
            <a:r>
              <a:rPr lang="en" sz="900" i="1">
                <a:solidFill>
                  <a:schemeClr val="dk1"/>
                </a:solidFill>
                <a:latin typeface="Georgia"/>
                <a:ea typeface="Georgia"/>
                <a:cs typeface="Georgia"/>
                <a:sym typeface="Georgia"/>
              </a:rPr>
              <a:t>.  </a:t>
            </a:r>
            <a:endParaRPr sz="900" i="1">
              <a:latin typeface="Georgia"/>
              <a:ea typeface="Georgia"/>
              <a:cs typeface="Georgia"/>
              <a:sym typeface="Georgia"/>
            </a:endParaRPr>
          </a:p>
        </p:txBody>
      </p:sp>
      <p:pic>
        <p:nvPicPr>
          <p:cNvPr id="1979" name="Google Shape;1979;p209"/>
          <p:cNvPicPr preferRelativeResize="0"/>
          <p:nvPr/>
        </p:nvPicPr>
        <p:blipFill rotWithShape="1">
          <a:blip r:embed="rId4">
            <a:alphaModFix/>
          </a:blip>
          <a:srcRect/>
          <a:stretch/>
        </p:blipFill>
        <p:spPr>
          <a:xfrm>
            <a:off x="791605" y="2155426"/>
            <a:ext cx="1922582" cy="1342384"/>
          </a:xfrm>
          <a:prstGeom prst="rect">
            <a:avLst/>
          </a:prstGeom>
          <a:noFill/>
          <a:ln>
            <a:noFill/>
          </a:ln>
        </p:spPr>
      </p:pic>
      <p:sp>
        <p:nvSpPr>
          <p:cNvPr id="1980" name="Google Shape;1980;p209"/>
          <p:cNvSpPr/>
          <p:nvPr/>
        </p:nvSpPr>
        <p:spPr>
          <a:xfrm>
            <a:off x="3587589" y="1710275"/>
            <a:ext cx="1922700" cy="416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b="1" u="sng">
                <a:solidFill>
                  <a:schemeClr val="hlink"/>
                </a:solidFill>
                <a:latin typeface="Georgia"/>
                <a:ea typeface="Georgia"/>
                <a:cs typeface="Georgia"/>
                <a:sym typeface="Georgia"/>
                <a:hlinkClick r:id="rId5"/>
              </a:rPr>
              <a:t>People Centric Change Approach</a:t>
            </a:r>
            <a:endParaRPr sz="1400" b="1">
              <a:solidFill>
                <a:schemeClr val="dk2"/>
              </a:solidFill>
              <a:latin typeface="Georgia"/>
              <a:ea typeface="Georgia"/>
              <a:cs typeface="Georgia"/>
              <a:sym typeface="Georgia"/>
            </a:endParaRPr>
          </a:p>
        </p:txBody>
      </p:sp>
      <p:sp>
        <p:nvSpPr>
          <p:cNvPr id="1981" name="Google Shape;1981;p209"/>
          <p:cNvSpPr txBox="1"/>
          <p:nvPr/>
        </p:nvSpPr>
        <p:spPr>
          <a:xfrm>
            <a:off x="3302139" y="3897530"/>
            <a:ext cx="2493600" cy="10134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en" sz="900" i="1">
                <a:solidFill>
                  <a:schemeClr val="dk1"/>
                </a:solidFill>
                <a:latin typeface="Georgia"/>
                <a:ea typeface="Georgia"/>
                <a:cs typeface="Georgia"/>
                <a:sym typeface="Georgia"/>
              </a:rPr>
              <a:t>Research and experience tells us organizations that put their people at the heart of change are </a:t>
            </a:r>
            <a:r>
              <a:rPr lang="en" sz="900" b="1" i="1">
                <a:solidFill>
                  <a:schemeClr val="dk1"/>
                </a:solidFill>
                <a:latin typeface="Georgia"/>
                <a:ea typeface="Georgia"/>
                <a:cs typeface="Georgia"/>
                <a:sym typeface="Georgia"/>
              </a:rPr>
              <a:t>more likely to deliver successful outcomes</a:t>
            </a:r>
            <a:r>
              <a:rPr lang="en" sz="900" i="1">
                <a:solidFill>
                  <a:schemeClr val="dk1"/>
                </a:solidFill>
                <a:latin typeface="Georgia"/>
                <a:ea typeface="Georgia"/>
                <a:cs typeface="Georgia"/>
                <a:sym typeface="Georgia"/>
              </a:rPr>
              <a:t>.  It is increasingly important to run their business in a way that accounts for wider stakeholder expectations. </a:t>
            </a:r>
            <a:endParaRPr sz="900" i="1">
              <a:solidFill>
                <a:schemeClr val="dk1"/>
              </a:solidFill>
              <a:latin typeface="Georgia"/>
              <a:ea typeface="Georgia"/>
              <a:cs typeface="Georgia"/>
              <a:sym typeface="Georgia"/>
            </a:endParaRPr>
          </a:p>
        </p:txBody>
      </p:sp>
      <p:pic>
        <p:nvPicPr>
          <p:cNvPr id="1982" name="Google Shape;1982;p209"/>
          <p:cNvPicPr preferRelativeResize="0"/>
          <p:nvPr/>
        </p:nvPicPr>
        <p:blipFill rotWithShape="1">
          <a:blip r:embed="rId6">
            <a:alphaModFix/>
          </a:blip>
          <a:srcRect/>
          <a:stretch/>
        </p:blipFill>
        <p:spPr>
          <a:xfrm>
            <a:off x="3434752" y="2476619"/>
            <a:ext cx="2228375" cy="1013544"/>
          </a:xfrm>
          <a:prstGeom prst="rect">
            <a:avLst/>
          </a:prstGeom>
          <a:noFill/>
          <a:ln>
            <a:noFill/>
          </a:ln>
        </p:spPr>
      </p:pic>
      <p:sp>
        <p:nvSpPr>
          <p:cNvPr id="1983" name="Google Shape;1983;p209"/>
          <p:cNvSpPr/>
          <p:nvPr/>
        </p:nvSpPr>
        <p:spPr>
          <a:xfrm>
            <a:off x="6363150" y="1710275"/>
            <a:ext cx="1922700" cy="416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b="1" u="sng">
                <a:solidFill>
                  <a:schemeClr val="hlink"/>
                </a:solidFill>
                <a:latin typeface="Georgia"/>
                <a:ea typeface="Georgia"/>
                <a:cs typeface="Georgia"/>
                <a:sym typeface="Georgia"/>
                <a:hlinkClick r:id="rId7"/>
              </a:rPr>
              <a:t>nxtgenChange</a:t>
            </a:r>
            <a:endParaRPr sz="1400" b="1">
              <a:solidFill>
                <a:schemeClr val="dk2"/>
              </a:solidFill>
              <a:latin typeface="Georgia"/>
              <a:ea typeface="Georgia"/>
              <a:cs typeface="Georgia"/>
              <a:sym typeface="Georgia"/>
            </a:endParaRPr>
          </a:p>
        </p:txBody>
      </p:sp>
      <p:sp>
        <p:nvSpPr>
          <p:cNvPr id="1984" name="Google Shape;1984;p209"/>
          <p:cNvSpPr txBox="1"/>
          <p:nvPr/>
        </p:nvSpPr>
        <p:spPr>
          <a:xfrm>
            <a:off x="6077700" y="3869150"/>
            <a:ext cx="2493600" cy="10134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en" sz="900" i="1">
                <a:solidFill>
                  <a:schemeClr val="dk1"/>
                </a:solidFill>
                <a:latin typeface="Georgia"/>
                <a:ea typeface="Georgia"/>
                <a:cs typeface="Georgia"/>
                <a:sym typeface="Georgia"/>
              </a:rPr>
              <a:t>nxtgenChange is a People-Centric Transformation approach that advocates for </a:t>
            </a:r>
            <a:r>
              <a:rPr lang="en" sz="900" b="1" i="1">
                <a:solidFill>
                  <a:schemeClr val="dk1"/>
                </a:solidFill>
                <a:latin typeface="Georgia"/>
                <a:ea typeface="Georgia"/>
                <a:cs typeface="Georgia"/>
                <a:sym typeface="Georgia"/>
              </a:rPr>
              <a:t>treating change as a movement</a:t>
            </a:r>
            <a:r>
              <a:rPr lang="en" sz="900" i="1">
                <a:solidFill>
                  <a:schemeClr val="dk1"/>
                </a:solidFill>
                <a:latin typeface="Georgia"/>
                <a:ea typeface="Georgia"/>
                <a:cs typeface="Georgia"/>
                <a:sym typeface="Georgia"/>
              </a:rPr>
              <a:t>. It helps generate desired business outcomes by rallying the right people and equipping them and their environment to realize value.</a:t>
            </a:r>
            <a:endParaRPr sz="900">
              <a:solidFill>
                <a:schemeClr val="dk1"/>
              </a:solidFill>
              <a:latin typeface="Georgia"/>
              <a:ea typeface="Georgia"/>
              <a:cs typeface="Georgia"/>
              <a:sym typeface="Georgia"/>
            </a:endParaRPr>
          </a:p>
        </p:txBody>
      </p:sp>
      <p:pic>
        <p:nvPicPr>
          <p:cNvPr id="1985" name="Google Shape;1985;p209"/>
          <p:cNvPicPr preferRelativeResize="0"/>
          <p:nvPr/>
        </p:nvPicPr>
        <p:blipFill rotWithShape="1">
          <a:blip r:embed="rId8">
            <a:alphaModFix/>
          </a:blip>
          <a:srcRect l="16076" t="36085" r="16144"/>
          <a:stretch/>
        </p:blipFill>
        <p:spPr>
          <a:xfrm>
            <a:off x="6781963" y="3554831"/>
            <a:ext cx="1085074" cy="256919"/>
          </a:xfrm>
          <a:prstGeom prst="rect">
            <a:avLst/>
          </a:prstGeom>
          <a:noFill/>
          <a:ln>
            <a:noFill/>
          </a:ln>
        </p:spPr>
      </p:pic>
      <p:grpSp>
        <p:nvGrpSpPr>
          <p:cNvPr id="1986" name="Google Shape;1986;p209"/>
          <p:cNvGrpSpPr/>
          <p:nvPr/>
        </p:nvGrpSpPr>
        <p:grpSpPr>
          <a:xfrm>
            <a:off x="6586650" y="2077766"/>
            <a:ext cx="1475699" cy="1445338"/>
            <a:chOff x="98860" y="1211755"/>
            <a:chExt cx="3145809" cy="3081087"/>
          </a:xfrm>
        </p:grpSpPr>
        <p:sp>
          <p:nvSpPr>
            <p:cNvPr id="1987" name="Google Shape;1987;p209"/>
            <p:cNvSpPr/>
            <p:nvPr/>
          </p:nvSpPr>
          <p:spPr>
            <a:xfrm>
              <a:off x="2221824" y="2773095"/>
              <a:ext cx="640200" cy="640200"/>
            </a:xfrm>
            <a:prstGeom prst="ellipse">
              <a:avLst/>
            </a:prstGeom>
            <a:solidFill>
              <a:srgbClr val="C5585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900" b="1" i="1" u="none" strike="noStrike" cap="none">
                <a:solidFill>
                  <a:srgbClr val="FFFFFF"/>
                </a:solidFill>
                <a:latin typeface="Arial"/>
                <a:ea typeface="Arial"/>
                <a:cs typeface="Arial"/>
                <a:sym typeface="Arial"/>
              </a:endParaRPr>
            </a:p>
          </p:txBody>
        </p:sp>
        <p:sp>
          <p:nvSpPr>
            <p:cNvPr id="1988" name="Google Shape;1988;p209"/>
            <p:cNvSpPr/>
            <p:nvPr/>
          </p:nvSpPr>
          <p:spPr>
            <a:xfrm>
              <a:off x="1351665" y="1886710"/>
              <a:ext cx="640200" cy="640200"/>
            </a:xfrm>
            <a:prstGeom prst="ellipse">
              <a:avLst/>
            </a:prstGeom>
            <a:solidFill>
              <a:srgbClr val="DF606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900" b="1" i="1" u="none" strike="noStrike" cap="none">
                <a:solidFill>
                  <a:srgbClr val="FFFFFF"/>
                </a:solidFill>
                <a:latin typeface="Arial"/>
                <a:ea typeface="Arial"/>
                <a:cs typeface="Arial"/>
                <a:sym typeface="Arial"/>
              </a:endParaRPr>
            </a:p>
          </p:txBody>
        </p:sp>
        <p:sp>
          <p:nvSpPr>
            <p:cNvPr id="1989" name="Google Shape;1989;p209"/>
            <p:cNvSpPr/>
            <p:nvPr/>
          </p:nvSpPr>
          <p:spPr>
            <a:xfrm>
              <a:off x="425323" y="2753106"/>
              <a:ext cx="640200" cy="640200"/>
            </a:xfrm>
            <a:prstGeom prst="ellipse">
              <a:avLst/>
            </a:prstGeom>
            <a:solidFill>
              <a:srgbClr val="DA908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900" b="0" i="0" u="none" strike="noStrike" cap="none">
                <a:solidFill>
                  <a:srgbClr val="FFFFFF"/>
                </a:solidFill>
                <a:latin typeface="Arial"/>
                <a:ea typeface="Arial"/>
                <a:cs typeface="Arial"/>
                <a:sym typeface="Arial"/>
              </a:endParaRPr>
            </a:p>
          </p:txBody>
        </p:sp>
        <p:sp>
          <p:nvSpPr>
            <p:cNvPr id="1990" name="Google Shape;1990;p209"/>
            <p:cNvSpPr/>
            <p:nvPr/>
          </p:nvSpPr>
          <p:spPr>
            <a:xfrm>
              <a:off x="1351665" y="3606348"/>
              <a:ext cx="640200" cy="640200"/>
            </a:xfrm>
            <a:prstGeom prst="ellipse">
              <a:avLst/>
            </a:prstGeom>
            <a:solidFill>
              <a:srgbClr val="ED807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900" b="1" i="1" u="none" strike="noStrike" cap="none">
                <a:solidFill>
                  <a:srgbClr val="FFFFFF"/>
                </a:solidFill>
                <a:latin typeface="Arial"/>
                <a:ea typeface="Arial"/>
                <a:cs typeface="Arial"/>
                <a:sym typeface="Arial"/>
              </a:endParaRPr>
            </a:p>
          </p:txBody>
        </p:sp>
        <p:pic>
          <p:nvPicPr>
            <p:cNvPr id="1991" name="Google Shape;1991;p209"/>
            <p:cNvPicPr preferRelativeResize="0"/>
            <p:nvPr/>
          </p:nvPicPr>
          <p:blipFill rotWithShape="1">
            <a:blip r:embed="rId9">
              <a:alphaModFix/>
            </a:blip>
            <a:srcRect/>
            <a:stretch/>
          </p:blipFill>
          <p:spPr>
            <a:xfrm>
              <a:off x="343324" y="1843194"/>
              <a:ext cx="2604494" cy="2449648"/>
            </a:xfrm>
            <a:prstGeom prst="rect">
              <a:avLst/>
            </a:prstGeom>
            <a:noFill/>
            <a:ln>
              <a:noFill/>
            </a:ln>
          </p:spPr>
        </p:pic>
        <p:pic>
          <p:nvPicPr>
            <p:cNvPr id="1992" name="Google Shape;1992;p209"/>
            <p:cNvPicPr preferRelativeResize="0"/>
            <p:nvPr/>
          </p:nvPicPr>
          <p:blipFill rotWithShape="1">
            <a:blip r:embed="rId10">
              <a:alphaModFix/>
            </a:blip>
            <a:srcRect l="16922" t="52491"/>
            <a:stretch/>
          </p:blipFill>
          <p:spPr>
            <a:xfrm rot="-8559910">
              <a:off x="384594" y="1689874"/>
              <a:ext cx="605321" cy="574255"/>
            </a:xfrm>
            <a:prstGeom prst="rect">
              <a:avLst/>
            </a:prstGeom>
            <a:noFill/>
            <a:ln>
              <a:noFill/>
            </a:ln>
          </p:spPr>
        </p:pic>
        <p:pic>
          <p:nvPicPr>
            <p:cNvPr id="1993" name="Google Shape;1993;p209"/>
            <p:cNvPicPr preferRelativeResize="0"/>
            <p:nvPr/>
          </p:nvPicPr>
          <p:blipFill rotWithShape="1">
            <a:blip r:embed="rId10">
              <a:alphaModFix/>
            </a:blip>
            <a:srcRect l="16922" t="52491"/>
            <a:stretch/>
          </p:blipFill>
          <p:spPr>
            <a:xfrm rot="8559910" flipH="1">
              <a:off x="2338034" y="1703493"/>
              <a:ext cx="605321" cy="574255"/>
            </a:xfrm>
            <a:prstGeom prst="rect">
              <a:avLst/>
            </a:prstGeom>
            <a:noFill/>
            <a:ln>
              <a:noFill/>
            </a:ln>
          </p:spPr>
        </p:pic>
        <p:pic>
          <p:nvPicPr>
            <p:cNvPr id="1994" name="Google Shape;1994;p209"/>
            <p:cNvPicPr preferRelativeResize="0"/>
            <p:nvPr/>
          </p:nvPicPr>
          <p:blipFill rotWithShape="1">
            <a:blip r:embed="rId11">
              <a:alphaModFix/>
            </a:blip>
            <a:srcRect/>
            <a:stretch/>
          </p:blipFill>
          <p:spPr>
            <a:xfrm>
              <a:off x="336626" y="1901372"/>
              <a:ext cx="2594294" cy="2369867"/>
            </a:xfrm>
            <a:prstGeom prst="rect">
              <a:avLst/>
            </a:prstGeom>
            <a:noFill/>
            <a:ln>
              <a:noFill/>
            </a:ln>
          </p:spPr>
        </p:pic>
        <p:pic>
          <p:nvPicPr>
            <p:cNvPr id="1995" name="Google Shape;1995;p209"/>
            <p:cNvPicPr preferRelativeResize="0"/>
            <p:nvPr/>
          </p:nvPicPr>
          <p:blipFill rotWithShape="1">
            <a:blip r:embed="rId12">
              <a:alphaModFix/>
            </a:blip>
            <a:srcRect/>
            <a:stretch/>
          </p:blipFill>
          <p:spPr>
            <a:xfrm>
              <a:off x="98860" y="1211755"/>
              <a:ext cx="3145809" cy="1341236"/>
            </a:xfrm>
            <a:prstGeom prst="rect">
              <a:avLst/>
            </a:prstGeom>
            <a:noFill/>
            <a:ln>
              <a:noFill/>
            </a:ln>
          </p:spPr>
        </p:pic>
      </p:grpSp>
      <p:sp>
        <p:nvSpPr>
          <p:cNvPr id="1996" name="Google Shape;1996;p209"/>
          <p:cNvSpPr/>
          <p:nvPr/>
        </p:nvSpPr>
        <p:spPr>
          <a:xfrm>
            <a:off x="7319875" y="867300"/>
            <a:ext cx="1629900" cy="484500"/>
          </a:xfrm>
          <a:prstGeom prst="wedgeRoundRectCallout">
            <a:avLst>
              <a:gd name="adj1" fmla="val -49741"/>
              <a:gd name="adj2" fmla="val 101404"/>
              <a:gd name="adj3" fmla="val 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FFFFFF"/>
                </a:solidFill>
                <a:latin typeface="Georgia"/>
                <a:ea typeface="Georgia"/>
                <a:cs typeface="Georgia"/>
                <a:sym typeface="Georgia"/>
              </a:rPr>
              <a:t>Click the links to learn more about each approach!</a:t>
            </a:r>
            <a:endParaRPr sz="900">
              <a:solidFill>
                <a:srgbClr val="FFFFFF"/>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pic>
        <p:nvPicPr>
          <p:cNvPr id="2001" name="Google Shape;2001;p210"/>
          <p:cNvPicPr preferRelativeResize="0"/>
          <p:nvPr/>
        </p:nvPicPr>
        <p:blipFill rotWithShape="1">
          <a:blip r:embed="rId3">
            <a:alphaModFix/>
          </a:blip>
          <a:srcRect t="15611"/>
          <a:stretch/>
        </p:blipFill>
        <p:spPr>
          <a:xfrm flipH="1">
            <a:off x="2001" y="0"/>
            <a:ext cx="9141999" cy="5143502"/>
          </a:xfrm>
          <a:prstGeom prst="rect">
            <a:avLst/>
          </a:prstGeom>
          <a:noFill/>
          <a:ln>
            <a:noFill/>
          </a:ln>
        </p:spPr>
      </p:pic>
      <p:sp>
        <p:nvSpPr>
          <p:cNvPr id="2002" name="Google Shape;2002;p210"/>
          <p:cNvSpPr/>
          <p:nvPr/>
        </p:nvSpPr>
        <p:spPr>
          <a:xfrm>
            <a:off x="0" y="0"/>
            <a:ext cx="9144000" cy="5167500"/>
          </a:xfrm>
          <a:prstGeom prst="rect">
            <a:avLst/>
          </a:prstGeom>
          <a:solidFill>
            <a:srgbClr val="000000">
              <a:alpha val="70196"/>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450"/>
              <a:buFont typeface="Arial"/>
              <a:buNone/>
            </a:pPr>
            <a:endParaRPr sz="1800" b="0" i="0" u="none" strike="noStrike" cap="none">
              <a:solidFill>
                <a:srgbClr val="FFFFFF"/>
              </a:solidFill>
              <a:latin typeface="Georgia"/>
              <a:ea typeface="Georgia"/>
              <a:cs typeface="Georgia"/>
              <a:sym typeface="Georgia"/>
            </a:endParaRPr>
          </a:p>
        </p:txBody>
      </p:sp>
      <p:sp>
        <p:nvSpPr>
          <p:cNvPr id="2003" name="Google Shape;2003;p210"/>
          <p:cNvSpPr txBox="1"/>
          <p:nvPr/>
        </p:nvSpPr>
        <p:spPr>
          <a:xfrm>
            <a:off x="310775" y="2327963"/>
            <a:ext cx="6086400" cy="60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800"/>
              </a:spcBef>
              <a:spcAft>
                <a:spcPts val="0"/>
              </a:spcAft>
              <a:buClr>
                <a:srgbClr val="000000"/>
              </a:buClr>
              <a:buSzPts val="3600"/>
              <a:buFont typeface="Arial"/>
              <a:buNone/>
            </a:pPr>
            <a:r>
              <a:rPr lang="en" sz="3600" b="1" i="1" u="none" strike="noStrike" cap="none">
                <a:solidFill>
                  <a:srgbClr val="FFFFFF"/>
                </a:solidFill>
                <a:latin typeface="Georgia"/>
                <a:ea typeface="Georgia"/>
                <a:cs typeface="Georgia"/>
                <a:sym typeface="Georgia"/>
              </a:rPr>
              <a:t>3 – </a:t>
            </a:r>
            <a:r>
              <a:rPr lang="en" sz="3600" b="0" i="0" u="none" strike="noStrike" cap="none">
                <a:solidFill>
                  <a:srgbClr val="FFFFFF"/>
                </a:solidFill>
                <a:latin typeface="Georgia"/>
                <a:ea typeface="Georgia"/>
                <a:cs typeface="Georgia"/>
                <a:sym typeface="Georgia"/>
              </a:rPr>
              <a:t>Planning &amp; Execution</a:t>
            </a:r>
            <a:endParaRPr sz="3600" b="0" i="0" u="none" strike="noStrike" cap="none">
              <a:solidFill>
                <a:srgbClr val="FFFFFF"/>
              </a:solidFill>
              <a:latin typeface="Georgia"/>
              <a:ea typeface="Georgia"/>
              <a:cs typeface="Georgia"/>
              <a:sym typeface="Georgia"/>
            </a:endParaRPr>
          </a:p>
        </p:txBody>
      </p:sp>
      <p:sp>
        <p:nvSpPr>
          <p:cNvPr id="2004" name="Google Shape;2004;p210"/>
          <p:cNvSpPr/>
          <p:nvPr/>
        </p:nvSpPr>
        <p:spPr>
          <a:xfrm>
            <a:off x="2000" y="3335188"/>
            <a:ext cx="9136500" cy="131225"/>
          </a:xfrm>
          <a:custGeom>
            <a:avLst/>
            <a:gdLst/>
            <a:ahLst/>
            <a:cxnLst/>
            <a:rect l="l" t="t" r="r" b="b"/>
            <a:pathLst>
              <a:path w="10000" h="10000" extrusionOk="0">
                <a:moveTo>
                  <a:pt x="10000" y="0"/>
                </a:moveTo>
                <a:lnTo>
                  <a:pt x="1695" y="0"/>
                </a:lnTo>
                <a:cubicBezTo>
                  <a:pt x="1655" y="3333"/>
                  <a:pt x="1616" y="6667"/>
                  <a:pt x="1578" y="10000"/>
                </a:cubicBezTo>
                <a:cubicBezTo>
                  <a:pt x="1533" y="6667"/>
                  <a:pt x="1489" y="3333"/>
                  <a:pt x="1446" y="0"/>
                </a:cubicBezTo>
                <a:lnTo>
                  <a:pt x="0" y="0"/>
                </a:lnTo>
              </a:path>
            </a:pathLst>
          </a:custGeom>
          <a:noFill/>
          <a:ln w="9525" cap="rnd" cmpd="sng">
            <a:solidFill>
              <a:srgbClr val="82141E"/>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2005" name="Google Shape;2005;p210"/>
          <p:cNvSpPr txBox="1"/>
          <p:nvPr/>
        </p:nvSpPr>
        <p:spPr>
          <a:xfrm>
            <a:off x="6274538" y="4800785"/>
            <a:ext cx="25599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 sz="600" b="0" i="0" u="none" strike="noStrike" cap="none">
                <a:solidFill>
                  <a:srgbClr val="FFFFFF"/>
                </a:solidFill>
                <a:latin typeface="Arial"/>
                <a:ea typeface="Arial"/>
                <a:cs typeface="Arial"/>
                <a:sym typeface="Arial"/>
              </a:rPr>
              <a:t>11</a:t>
            </a:fld>
            <a:endParaRPr sz="600" b="0" i="0" u="none" strike="noStrike" cap="non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9"/>
        <p:cNvGrpSpPr/>
        <p:nvPr/>
      </p:nvGrpSpPr>
      <p:grpSpPr>
        <a:xfrm>
          <a:off x="0" y="0"/>
          <a:ext cx="0" cy="0"/>
          <a:chOff x="0" y="0"/>
          <a:chExt cx="0" cy="0"/>
        </a:xfrm>
      </p:grpSpPr>
      <p:sp>
        <p:nvSpPr>
          <p:cNvPr id="2010" name="Google Shape;2010;p211"/>
          <p:cNvSpPr txBox="1">
            <a:spLocks noGrp="1"/>
          </p:cNvSpPr>
          <p:nvPr>
            <p:ph type="title"/>
          </p:nvPr>
        </p:nvSpPr>
        <p:spPr>
          <a:xfrm>
            <a:off x="309562" y="0"/>
            <a:ext cx="8524800" cy="6761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Georgia"/>
              <a:buNone/>
            </a:pPr>
            <a:r>
              <a:rPr lang="en">
                <a:solidFill>
                  <a:schemeClr val="dk1"/>
                </a:solidFill>
              </a:rPr>
              <a:t>Key </a:t>
            </a:r>
            <a:r>
              <a:rPr lang="en"/>
              <a:t>d</a:t>
            </a:r>
            <a:r>
              <a:rPr lang="en">
                <a:solidFill>
                  <a:schemeClr val="dk1"/>
                </a:solidFill>
              </a:rPr>
              <a:t>eliverables by </a:t>
            </a:r>
            <a:r>
              <a:rPr lang="en"/>
              <a:t>s</a:t>
            </a:r>
            <a:r>
              <a:rPr lang="en">
                <a:solidFill>
                  <a:schemeClr val="dk1"/>
                </a:solidFill>
              </a:rPr>
              <a:t>tage </a:t>
            </a:r>
            <a:r>
              <a:rPr lang="en"/>
              <a:t>and</a:t>
            </a:r>
            <a:r>
              <a:rPr lang="en">
                <a:solidFill>
                  <a:schemeClr val="dk1"/>
                </a:solidFill>
              </a:rPr>
              <a:t> </a:t>
            </a:r>
            <a:r>
              <a:rPr lang="en"/>
              <a:t>focus area</a:t>
            </a:r>
            <a:endParaRPr>
              <a:solidFill>
                <a:schemeClr val="dk1"/>
              </a:solidFill>
            </a:endParaRPr>
          </a:p>
        </p:txBody>
      </p:sp>
      <p:sp>
        <p:nvSpPr>
          <p:cNvPr id="2011" name="Google Shape;2011;p21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12</a:t>
            </a:fld>
            <a:endParaRPr/>
          </a:p>
        </p:txBody>
      </p:sp>
      <p:graphicFrame>
        <p:nvGraphicFramePr>
          <p:cNvPr id="2012" name="Google Shape;2012;p211"/>
          <p:cNvGraphicFramePr/>
          <p:nvPr/>
        </p:nvGraphicFramePr>
        <p:xfrm>
          <a:off x="1539499" y="1728581"/>
          <a:ext cx="7281000" cy="3175110"/>
        </p:xfrm>
        <a:graphic>
          <a:graphicData uri="http://schemas.openxmlformats.org/drawingml/2006/table">
            <a:tbl>
              <a:tblPr>
                <a:noFill/>
                <a:tableStyleId>{61E8407B-1261-46C3-B5A8-4D40B4F10EF5}</a:tableStyleId>
              </a:tblPr>
              <a:tblGrid>
                <a:gridCol w="1470075">
                  <a:extLst>
                    <a:ext uri="{9D8B030D-6E8A-4147-A177-3AD203B41FA5}">
                      <a16:colId xmlns:a16="http://schemas.microsoft.com/office/drawing/2014/main" val="20000"/>
                    </a:ext>
                  </a:extLst>
                </a:gridCol>
                <a:gridCol w="1442325">
                  <a:extLst>
                    <a:ext uri="{9D8B030D-6E8A-4147-A177-3AD203B41FA5}">
                      <a16:colId xmlns:a16="http://schemas.microsoft.com/office/drawing/2014/main" val="20001"/>
                    </a:ext>
                  </a:extLst>
                </a:gridCol>
                <a:gridCol w="1456200">
                  <a:extLst>
                    <a:ext uri="{9D8B030D-6E8A-4147-A177-3AD203B41FA5}">
                      <a16:colId xmlns:a16="http://schemas.microsoft.com/office/drawing/2014/main" val="20002"/>
                    </a:ext>
                  </a:extLst>
                </a:gridCol>
                <a:gridCol w="1456200">
                  <a:extLst>
                    <a:ext uri="{9D8B030D-6E8A-4147-A177-3AD203B41FA5}">
                      <a16:colId xmlns:a16="http://schemas.microsoft.com/office/drawing/2014/main" val="20003"/>
                    </a:ext>
                  </a:extLst>
                </a:gridCol>
                <a:gridCol w="1456200">
                  <a:extLst>
                    <a:ext uri="{9D8B030D-6E8A-4147-A177-3AD203B41FA5}">
                      <a16:colId xmlns:a16="http://schemas.microsoft.com/office/drawing/2014/main" val="20004"/>
                    </a:ext>
                  </a:extLst>
                </a:gridCol>
              </a:tblGrid>
              <a:tr h="784050">
                <a:tc>
                  <a:txBody>
                    <a:bodyPr/>
                    <a:lstStyle/>
                    <a:p>
                      <a:pPr marL="457200" marR="0" lvl="0" indent="0" algn="l" rtl="0">
                        <a:lnSpc>
                          <a:spcPct val="100000"/>
                        </a:lnSpc>
                        <a:spcBef>
                          <a:spcPts val="0"/>
                        </a:spcBef>
                        <a:spcAft>
                          <a:spcPts val="0"/>
                        </a:spcAft>
                        <a:buClr>
                          <a:srgbClr val="000000"/>
                        </a:buClr>
                        <a:buSzPts val="7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Change Strategy</a:t>
                      </a: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Vision Document</a:t>
                      </a: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Stakeholder Analysis</a:t>
                      </a: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Org. Impact Assessment</a:t>
                      </a: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Personas</a:t>
                      </a:r>
                      <a:endParaRPr sz="800">
                        <a:solidFill>
                          <a:schemeClr val="dk1"/>
                        </a:solidFill>
                        <a:latin typeface="Georgia"/>
                        <a:ea typeface="Georgia"/>
                        <a:cs typeface="Georgia"/>
                        <a:sym typeface="Georgia"/>
                      </a:endParaRPr>
                    </a:p>
                  </a:txBody>
                  <a:tcPr marL="91425" marR="91425" marT="0" marB="0">
                    <a:lnL w="9525" cap="flat" cmpd="sng">
                      <a:solidFill>
                        <a:srgbClr val="9E9E9E">
                          <a:alpha val="0"/>
                        </a:srgbClr>
                      </a:solidFill>
                      <a:prstDash val="solid"/>
                      <a:round/>
                      <a:headEnd type="none" w="sm" len="sm"/>
                      <a:tailEnd type="none" w="sm" len="sm"/>
                    </a:lnL>
                    <a:lnR w="9525" cap="flat" cmpd="sng">
                      <a:solidFill>
                        <a:srgbClr val="DB536A"/>
                      </a:solidFill>
                      <a:prstDash val="dot"/>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a:latin typeface="Georgia"/>
                          <a:ea typeface="Georgia"/>
                          <a:cs typeface="Georgia"/>
                          <a:sym typeface="Georgia"/>
                        </a:rPr>
                        <a:t>Journey Maps</a:t>
                      </a:r>
                      <a:endParaRPr sz="800">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Change Plan</a:t>
                      </a: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Change Agent Network</a:t>
                      </a: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Roles &amp; Responsibilities</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Change Readiness Assessment</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alpha val="0"/>
                        </a:srgbClr>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Go-Live Assessment</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alpha val="0"/>
                        </a:srgbClr>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B536A"/>
                      </a:solidFill>
                      <a:prstDash val="solid"/>
                      <a:round/>
                      <a:headEnd type="none" w="sm" len="sm"/>
                      <a:tailEnd type="none" w="sm" len="sm"/>
                    </a:lnB>
                  </a:tcPr>
                </a:tc>
                <a:extLst>
                  <a:ext uri="{0D108BD9-81ED-4DB2-BD59-A6C34878D82A}">
                    <a16:rowId xmlns:a16="http://schemas.microsoft.com/office/drawing/2014/main" val="10000"/>
                  </a:ext>
                </a:extLst>
              </a:tr>
              <a:tr h="784050">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latin typeface="Georgia"/>
                          <a:ea typeface="Georgia"/>
                          <a:cs typeface="Georgia"/>
                          <a:sym typeface="Georgia"/>
                        </a:rPr>
                        <a:t>Comms Strategy</a:t>
                      </a:r>
                      <a:endParaRPr sz="800" u="none" strike="noStrike" cap="none">
                        <a:latin typeface="Georgia"/>
                        <a:ea typeface="Georgia"/>
                        <a:cs typeface="Georgia"/>
                        <a:sym typeface="Georgia"/>
                      </a:endParaRPr>
                    </a:p>
                  </a:txBody>
                  <a:tcPr marL="91425" marR="91425" marT="0" marB="0">
                    <a:lnL w="9525" cap="flat" cmpd="sng">
                      <a:solidFill>
                        <a:srgbClr val="9E9E9E">
                          <a:alpha val="0"/>
                        </a:srgbClr>
                      </a:solidFill>
                      <a:prstDash val="solid"/>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Comms Plan</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Leadership Comms</a:t>
                      </a: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End User Comms: Ready / Set / Go</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Pulse Surveys</a:t>
                      </a:r>
                      <a:endParaRPr sz="800" i="1" u="none" strike="noStrike" cap="none">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extLst>
                  <a:ext uri="{0D108BD9-81ED-4DB2-BD59-A6C34878D82A}">
                    <a16:rowId xmlns:a16="http://schemas.microsoft.com/office/drawing/2014/main" val="10001"/>
                  </a:ext>
                </a:extLst>
              </a:tr>
              <a:tr h="807275">
                <a:tc>
                  <a:txBody>
                    <a:bodyPr/>
                    <a:lstStyle/>
                    <a:p>
                      <a:pPr marL="457200" marR="0" lvl="0" indent="0" algn="l" rtl="0">
                        <a:lnSpc>
                          <a:spcPct val="100000"/>
                        </a:lnSpc>
                        <a:spcBef>
                          <a:spcPts val="0"/>
                        </a:spcBef>
                        <a:spcAft>
                          <a:spcPts val="0"/>
                        </a:spcAft>
                        <a:buClr>
                          <a:srgbClr val="000000"/>
                        </a:buClr>
                        <a:buSzPts val="800"/>
                        <a:buFont typeface="Arial"/>
                        <a:buNone/>
                      </a:pPr>
                      <a:endParaRPr sz="6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latin typeface="Georgia"/>
                          <a:ea typeface="Georgia"/>
                          <a:cs typeface="Georgia"/>
                          <a:sym typeface="Georgia"/>
                        </a:rPr>
                        <a:t>Training Needs Assessment</a:t>
                      </a: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Training Strategy</a:t>
                      </a: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600"/>
                        <a:buFont typeface="Arial"/>
                        <a:buNone/>
                      </a:pP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9E9E9E">
                          <a:alpha val="0"/>
                        </a:srgbClr>
                      </a:solidFill>
                      <a:prstDash val="solid"/>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6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rgbClr val="000000"/>
                        </a:buClr>
                        <a:buSzPts val="800"/>
                        <a:buFont typeface="Georgia"/>
                        <a:buChar char="●"/>
                      </a:pPr>
                      <a:r>
                        <a:rPr lang="en" sz="800" u="none" strike="noStrike" cap="none">
                          <a:latin typeface="Georgia"/>
                          <a:ea typeface="Georgia"/>
                          <a:cs typeface="Georgia"/>
                          <a:sym typeface="Georgia"/>
                        </a:rPr>
                        <a:t>Training Plan</a:t>
                      </a: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6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Instructor-Led Training</a:t>
                      </a:r>
                      <a:endParaRPr sz="800">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Micro Videos</a:t>
                      </a:r>
                      <a:endParaRPr sz="800">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Quick Reference Guides</a:t>
                      </a:r>
                      <a:endParaRPr sz="800">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Job Aids</a:t>
                      </a:r>
                      <a:endParaRPr sz="800">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Training Hubs / Sites</a:t>
                      </a:r>
                      <a:endParaRPr sz="800">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a:solidFill>
                            <a:schemeClr val="dk1"/>
                          </a:solidFill>
                          <a:latin typeface="Georgia"/>
                          <a:ea typeface="Georgia"/>
                          <a:cs typeface="Georgia"/>
                          <a:sym typeface="Georgia"/>
                        </a:rPr>
                        <a:t>Gamification</a:t>
                      </a:r>
                      <a:endParaRPr sz="800">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6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Train-the-Trainer</a:t>
                      </a:r>
                      <a:endParaRPr sz="800" i="1" u="none" strike="noStrike" cap="none">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extLst>
                  <a:ext uri="{0D108BD9-81ED-4DB2-BD59-A6C34878D82A}">
                    <a16:rowId xmlns:a16="http://schemas.microsoft.com/office/drawing/2014/main" val="10002"/>
                  </a:ext>
                </a:extLst>
              </a:tr>
              <a:tr h="784050">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Adoption Metrics</a:t>
                      </a: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9E9E9E">
                          <a:alpha val="0"/>
                        </a:srgbClr>
                      </a:solidFill>
                      <a:prstDash val="solid"/>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45720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Go-Live Support Plan</a:t>
                      </a:r>
                      <a:endParaRPr sz="800" i="1" u="none" strike="noStrike" cap="none">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DB536A"/>
                      </a:solidFill>
                      <a:prstDash val="dot"/>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Post Go-Live Assessment</a:t>
                      </a:r>
                      <a:endParaRPr sz="800" u="none" strike="noStrike" cap="none">
                        <a:solidFill>
                          <a:schemeClr val="dk1"/>
                        </a:solidFill>
                        <a:latin typeface="Georgia"/>
                        <a:ea typeface="Georgia"/>
                        <a:cs typeface="Georgia"/>
                        <a:sym typeface="Georgia"/>
                      </a:endParaRPr>
                    </a:p>
                    <a:p>
                      <a:pPr marL="114300" marR="0" lvl="0" indent="-107950" algn="l" rtl="0">
                        <a:lnSpc>
                          <a:spcPct val="100000"/>
                        </a:lnSpc>
                        <a:spcBef>
                          <a:spcPts val="0"/>
                        </a:spcBef>
                        <a:spcAft>
                          <a:spcPts val="0"/>
                        </a:spcAft>
                        <a:buClr>
                          <a:schemeClr val="dk1"/>
                        </a:buClr>
                        <a:buSzPts val="800"/>
                        <a:buFont typeface="Georgia"/>
                        <a:buChar char="●"/>
                      </a:pPr>
                      <a:r>
                        <a:rPr lang="en" sz="800" u="none" strike="noStrike" cap="none">
                          <a:solidFill>
                            <a:schemeClr val="dk1"/>
                          </a:solidFill>
                          <a:latin typeface="Georgia"/>
                          <a:ea typeface="Georgia"/>
                          <a:cs typeface="Georgia"/>
                          <a:sym typeface="Georgia"/>
                        </a:rPr>
                        <a:t>Lessons Learned</a:t>
                      </a:r>
                      <a:endParaRPr sz="800" u="none" strike="noStrike" cap="none">
                        <a:solidFill>
                          <a:schemeClr val="dk1"/>
                        </a:solidFill>
                        <a:latin typeface="Georgia"/>
                        <a:ea typeface="Georgia"/>
                        <a:cs typeface="Georgia"/>
                        <a:sym typeface="Georgia"/>
                      </a:endParaRPr>
                    </a:p>
                  </a:txBody>
                  <a:tcPr marL="91425" marR="91425" marT="0" marB="0">
                    <a:lnL w="9525" cap="flat" cmpd="sng">
                      <a:solidFill>
                        <a:srgbClr val="DB536A"/>
                      </a:solidFill>
                      <a:prstDash val="dot"/>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B536A"/>
                      </a:solidFill>
                      <a:prstDash val="solid"/>
                      <a:round/>
                      <a:headEnd type="none" w="sm" len="sm"/>
                      <a:tailEnd type="none" w="sm" len="sm"/>
                    </a:lnT>
                    <a:lnB w="9525" cap="flat" cmpd="sng">
                      <a:solidFill>
                        <a:srgbClr val="DB536A"/>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13" name="Google Shape;2013;p211"/>
          <p:cNvSpPr/>
          <p:nvPr/>
        </p:nvSpPr>
        <p:spPr>
          <a:xfrm>
            <a:off x="224375" y="1728584"/>
            <a:ext cx="1206000" cy="676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b="1" i="0" u="none" strike="noStrike" cap="none">
                <a:solidFill>
                  <a:srgbClr val="FFFFFF"/>
                </a:solidFill>
                <a:latin typeface="Georgia"/>
                <a:ea typeface="Georgia"/>
                <a:cs typeface="Georgia"/>
                <a:sym typeface="Georgia"/>
              </a:rPr>
              <a:t>Readiness</a:t>
            </a:r>
            <a:endParaRPr sz="900" b="1" i="0" u="none" strike="noStrike" cap="none">
              <a:solidFill>
                <a:srgbClr val="FFFFFF"/>
              </a:solidFill>
              <a:latin typeface="Georgia"/>
              <a:ea typeface="Georgia"/>
              <a:cs typeface="Georgia"/>
              <a:sym typeface="Georgia"/>
            </a:endParaRPr>
          </a:p>
        </p:txBody>
      </p:sp>
      <p:grpSp>
        <p:nvGrpSpPr>
          <p:cNvPr id="2014" name="Google Shape;2014;p211"/>
          <p:cNvGrpSpPr/>
          <p:nvPr/>
        </p:nvGrpSpPr>
        <p:grpSpPr>
          <a:xfrm>
            <a:off x="1536222" y="978988"/>
            <a:ext cx="7458338" cy="305400"/>
            <a:chOff x="3386175" y="571525"/>
            <a:chExt cx="5614950" cy="305400"/>
          </a:xfrm>
        </p:grpSpPr>
        <p:sp>
          <p:nvSpPr>
            <p:cNvPr id="2015" name="Google Shape;2015;p211"/>
            <p:cNvSpPr/>
            <p:nvPr/>
          </p:nvSpPr>
          <p:spPr>
            <a:xfrm>
              <a:off x="3386175" y="571525"/>
              <a:ext cx="1181100" cy="305400"/>
            </a:xfrm>
            <a:prstGeom prst="homePlate">
              <a:avLst>
                <a:gd name="adj" fmla="val 50000"/>
              </a:avLst>
            </a:prstGeom>
            <a:solidFill>
              <a:srgbClr val="43434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800" b="1" i="1">
                  <a:solidFill>
                    <a:srgbClr val="FFFFFF"/>
                  </a:solidFill>
                  <a:latin typeface="Georgia"/>
                  <a:ea typeface="Georgia"/>
                  <a:cs typeface="Georgia"/>
                  <a:sym typeface="Georgia"/>
                </a:rPr>
                <a:t>Strategy &amp; </a:t>
              </a:r>
              <a:r>
                <a:rPr lang="en" sz="800" b="1" i="1" u="none" strike="noStrike" cap="none">
                  <a:solidFill>
                    <a:srgbClr val="FFFFFF"/>
                  </a:solidFill>
                  <a:latin typeface="Georgia"/>
                  <a:ea typeface="Georgia"/>
                  <a:cs typeface="Georgia"/>
                  <a:sym typeface="Georgia"/>
                </a:rPr>
                <a:t>Assess</a:t>
              </a:r>
              <a:endParaRPr sz="800" b="1" i="1" u="none" strike="noStrike" cap="none">
                <a:solidFill>
                  <a:srgbClr val="000000"/>
                </a:solidFill>
                <a:latin typeface="Arial"/>
                <a:ea typeface="Arial"/>
                <a:cs typeface="Arial"/>
                <a:sym typeface="Arial"/>
              </a:endParaRPr>
            </a:p>
          </p:txBody>
        </p:sp>
        <p:sp>
          <p:nvSpPr>
            <p:cNvPr id="2016" name="Google Shape;2016;p211"/>
            <p:cNvSpPr/>
            <p:nvPr/>
          </p:nvSpPr>
          <p:spPr>
            <a:xfrm>
              <a:off x="4494638" y="571525"/>
              <a:ext cx="1181100" cy="305400"/>
            </a:xfrm>
            <a:prstGeom prst="chevron">
              <a:avLst>
                <a:gd name="adj" fmla="val 50000"/>
              </a:avLst>
            </a:prstGeom>
            <a:solidFill>
              <a:srgbClr val="43434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800" b="1" i="1" u="none" strike="noStrike" cap="none">
                  <a:solidFill>
                    <a:srgbClr val="FFFFFF"/>
                  </a:solidFill>
                  <a:latin typeface="Georgia"/>
                  <a:ea typeface="Georgia"/>
                  <a:cs typeface="Georgia"/>
                  <a:sym typeface="Georgia"/>
                </a:rPr>
                <a:t>Design</a:t>
              </a:r>
              <a:endParaRPr sz="800" b="1" i="1" u="none" strike="noStrike" cap="none">
                <a:solidFill>
                  <a:srgbClr val="FFFFFF"/>
                </a:solidFill>
                <a:latin typeface="Georgia"/>
                <a:ea typeface="Georgia"/>
                <a:cs typeface="Georgia"/>
                <a:sym typeface="Georgia"/>
              </a:endParaRPr>
            </a:p>
          </p:txBody>
        </p:sp>
        <p:sp>
          <p:nvSpPr>
            <p:cNvPr id="2017" name="Google Shape;2017;p211"/>
            <p:cNvSpPr/>
            <p:nvPr/>
          </p:nvSpPr>
          <p:spPr>
            <a:xfrm>
              <a:off x="5603100" y="571525"/>
              <a:ext cx="1181100" cy="305400"/>
            </a:xfrm>
            <a:prstGeom prst="chevron">
              <a:avLst>
                <a:gd name="adj" fmla="val 50000"/>
              </a:avLst>
            </a:prstGeom>
            <a:solidFill>
              <a:srgbClr val="43434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800" b="1" i="1" u="none" strike="noStrike" cap="none">
                  <a:solidFill>
                    <a:srgbClr val="FFFFFF"/>
                  </a:solidFill>
                  <a:latin typeface="Georgia"/>
                  <a:ea typeface="Georgia"/>
                  <a:cs typeface="Georgia"/>
                  <a:sym typeface="Georgia"/>
                </a:rPr>
                <a:t>Construct</a:t>
              </a:r>
              <a:endParaRPr sz="800" b="1" i="1" u="none" strike="noStrike" cap="none">
                <a:solidFill>
                  <a:srgbClr val="FFFFFF"/>
                </a:solidFill>
                <a:latin typeface="Georgia"/>
                <a:ea typeface="Georgia"/>
                <a:cs typeface="Georgia"/>
                <a:sym typeface="Georgia"/>
              </a:endParaRPr>
            </a:p>
          </p:txBody>
        </p:sp>
        <p:sp>
          <p:nvSpPr>
            <p:cNvPr id="2018" name="Google Shape;2018;p211"/>
            <p:cNvSpPr/>
            <p:nvPr/>
          </p:nvSpPr>
          <p:spPr>
            <a:xfrm>
              <a:off x="6711563" y="571525"/>
              <a:ext cx="1181100" cy="305400"/>
            </a:xfrm>
            <a:prstGeom prst="chevron">
              <a:avLst>
                <a:gd name="adj" fmla="val 50000"/>
              </a:avLst>
            </a:prstGeom>
            <a:solidFill>
              <a:srgbClr val="43434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800" b="1" i="1" u="none" strike="noStrike" cap="none">
                  <a:solidFill>
                    <a:srgbClr val="FFFFFF"/>
                  </a:solidFill>
                  <a:latin typeface="Georgia"/>
                  <a:ea typeface="Georgia"/>
                  <a:cs typeface="Georgia"/>
                  <a:sym typeface="Georgia"/>
                </a:rPr>
                <a:t>Implement</a:t>
              </a:r>
              <a:endParaRPr sz="800" b="1" i="1" u="none" strike="noStrike" cap="none">
                <a:solidFill>
                  <a:srgbClr val="FFFFFF"/>
                </a:solidFill>
                <a:latin typeface="Georgia"/>
                <a:ea typeface="Georgia"/>
                <a:cs typeface="Georgia"/>
                <a:sym typeface="Georgia"/>
              </a:endParaRPr>
            </a:p>
          </p:txBody>
        </p:sp>
        <p:sp>
          <p:nvSpPr>
            <p:cNvPr id="2019" name="Google Shape;2019;p211"/>
            <p:cNvSpPr/>
            <p:nvPr/>
          </p:nvSpPr>
          <p:spPr>
            <a:xfrm>
              <a:off x="7820025" y="571525"/>
              <a:ext cx="1181100" cy="305400"/>
            </a:xfrm>
            <a:prstGeom prst="chevron">
              <a:avLst>
                <a:gd name="adj" fmla="val 50000"/>
              </a:avLst>
            </a:prstGeom>
            <a:solidFill>
              <a:srgbClr val="43434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800" b="1" i="1" u="none" strike="noStrike" cap="none">
                  <a:solidFill>
                    <a:srgbClr val="FFFFFF"/>
                  </a:solidFill>
                  <a:latin typeface="Georgia"/>
                  <a:ea typeface="Georgia"/>
                  <a:cs typeface="Georgia"/>
                  <a:sym typeface="Georgia"/>
                </a:rPr>
                <a:t>Operate</a:t>
              </a:r>
              <a:r>
                <a:rPr lang="en" sz="800" b="1" i="1">
                  <a:solidFill>
                    <a:srgbClr val="FFFFFF"/>
                  </a:solidFill>
                  <a:latin typeface="Georgia"/>
                  <a:ea typeface="Georgia"/>
                  <a:cs typeface="Georgia"/>
                  <a:sym typeface="Georgia"/>
                </a:rPr>
                <a:t>,</a:t>
              </a:r>
              <a:r>
                <a:rPr lang="en" sz="800" b="1" i="1" u="none" strike="noStrike" cap="none">
                  <a:solidFill>
                    <a:srgbClr val="FFFFFF"/>
                  </a:solidFill>
                  <a:latin typeface="Georgia"/>
                  <a:ea typeface="Georgia"/>
                  <a:cs typeface="Georgia"/>
                  <a:sym typeface="Georgia"/>
                </a:rPr>
                <a:t> Review &amp; Sustain</a:t>
              </a:r>
              <a:endParaRPr sz="800" b="1" i="1" u="none" strike="noStrike" cap="none">
                <a:solidFill>
                  <a:srgbClr val="FFFFFF"/>
                </a:solidFill>
                <a:latin typeface="Georgia"/>
                <a:ea typeface="Georgia"/>
                <a:cs typeface="Georgia"/>
                <a:sym typeface="Georgia"/>
              </a:endParaRPr>
            </a:p>
          </p:txBody>
        </p:sp>
      </p:grpSp>
      <p:sp>
        <p:nvSpPr>
          <p:cNvPr id="2020" name="Google Shape;2020;p211"/>
          <p:cNvSpPr txBox="1"/>
          <p:nvPr/>
        </p:nvSpPr>
        <p:spPr>
          <a:xfrm rot="-5400000">
            <a:off x="7105325" y="2585059"/>
            <a:ext cx="2046600" cy="543600"/>
          </a:xfrm>
          <a:prstGeom prst="rect">
            <a:avLst/>
          </a:prstGeom>
          <a:solidFill>
            <a:srgbClr val="F0F0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Georgia"/>
                <a:ea typeface="Georgia"/>
                <a:cs typeface="Georgia"/>
                <a:sym typeface="Georgia"/>
              </a:rPr>
              <a:t>Continuation of Outstanding Activities</a:t>
            </a:r>
            <a:endParaRPr sz="1100" b="0" i="0" u="none" strike="noStrike" cap="none">
              <a:solidFill>
                <a:srgbClr val="000000"/>
              </a:solidFill>
              <a:latin typeface="Georgia"/>
              <a:ea typeface="Georgia"/>
              <a:cs typeface="Georgia"/>
              <a:sym typeface="Georgia"/>
            </a:endParaRPr>
          </a:p>
        </p:txBody>
      </p:sp>
      <p:sp>
        <p:nvSpPr>
          <p:cNvPr id="2021" name="Google Shape;2021;p211"/>
          <p:cNvSpPr/>
          <p:nvPr/>
        </p:nvSpPr>
        <p:spPr>
          <a:xfrm>
            <a:off x="224375" y="2558804"/>
            <a:ext cx="1206000" cy="676800"/>
          </a:xfrm>
          <a:prstGeom prst="rect">
            <a:avLst/>
          </a:prstGeom>
          <a:solidFill>
            <a:srgbClr val="A3202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b="1" i="0" u="none" strike="noStrike" cap="none">
                <a:solidFill>
                  <a:srgbClr val="FFFFFF"/>
                </a:solidFill>
                <a:latin typeface="Georgia"/>
                <a:ea typeface="Georgia"/>
                <a:cs typeface="Georgia"/>
                <a:sym typeface="Georgia"/>
              </a:rPr>
              <a:t>Communications</a:t>
            </a:r>
            <a:endParaRPr sz="900" b="1" i="0" u="none" strike="noStrike" cap="none">
              <a:solidFill>
                <a:srgbClr val="FFFFFF"/>
              </a:solidFill>
              <a:latin typeface="Georgia"/>
              <a:ea typeface="Georgia"/>
              <a:cs typeface="Georgia"/>
              <a:sym typeface="Georgia"/>
            </a:endParaRPr>
          </a:p>
        </p:txBody>
      </p:sp>
      <p:sp>
        <p:nvSpPr>
          <p:cNvPr id="2022" name="Google Shape;2022;p211"/>
          <p:cNvSpPr/>
          <p:nvPr/>
        </p:nvSpPr>
        <p:spPr>
          <a:xfrm>
            <a:off x="224375" y="3389025"/>
            <a:ext cx="1206000" cy="676800"/>
          </a:xfrm>
          <a:prstGeom prst="rect">
            <a:avLst/>
          </a:prstGeom>
          <a:solidFill>
            <a:srgbClr val="5B0F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b="1" i="0" u="none" strike="noStrike" cap="none">
                <a:solidFill>
                  <a:srgbClr val="FFFFFF"/>
                </a:solidFill>
                <a:latin typeface="Georgia"/>
                <a:ea typeface="Georgia"/>
                <a:cs typeface="Georgia"/>
                <a:sym typeface="Georgia"/>
              </a:rPr>
              <a:t>Training</a:t>
            </a:r>
            <a:endParaRPr sz="900" b="1" i="0" u="none" strike="noStrike" cap="none">
              <a:solidFill>
                <a:srgbClr val="FFFFFF"/>
              </a:solidFill>
              <a:latin typeface="Georgia"/>
              <a:ea typeface="Georgia"/>
              <a:cs typeface="Georgia"/>
              <a:sym typeface="Georgia"/>
            </a:endParaRPr>
          </a:p>
        </p:txBody>
      </p:sp>
      <p:sp>
        <p:nvSpPr>
          <p:cNvPr id="2023" name="Google Shape;2023;p211"/>
          <p:cNvSpPr/>
          <p:nvPr/>
        </p:nvSpPr>
        <p:spPr>
          <a:xfrm>
            <a:off x="224375" y="4211077"/>
            <a:ext cx="1206000" cy="676800"/>
          </a:xfrm>
          <a:prstGeom prst="rect">
            <a:avLst/>
          </a:prstGeom>
          <a:solidFill>
            <a:srgbClr val="666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b="1" i="0" u="none" strike="noStrike" cap="none">
                <a:solidFill>
                  <a:srgbClr val="FFFFFF"/>
                </a:solidFill>
                <a:latin typeface="Georgia"/>
                <a:ea typeface="Georgia"/>
                <a:cs typeface="Georgia"/>
                <a:sym typeface="Georgia"/>
              </a:rPr>
              <a:t>Support</a:t>
            </a:r>
            <a:endParaRPr sz="900" b="1" i="0" u="none" strike="noStrike" cap="none">
              <a:solidFill>
                <a:srgbClr val="FFFFFF"/>
              </a:solidFill>
              <a:latin typeface="Georgia"/>
              <a:ea typeface="Georgia"/>
              <a:cs typeface="Georgia"/>
              <a:sym typeface="Georgia"/>
            </a:endParaRPr>
          </a:p>
        </p:txBody>
      </p:sp>
      <p:grpSp>
        <p:nvGrpSpPr>
          <p:cNvPr id="2024" name="Google Shape;2024;p211"/>
          <p:cNvGrpSpPr/>
          <p:nvPr/>
        </p:nvGrpSpPr>
        <p:grpSpPr>
          <a:xfrm>
            <a:off x="1536222" y="1337077"/>
            <a:ext cx="7458338" cy="305400"/>
            <a:chOff x="3386175" y="571525"/>
            <a:chExt cx="5614950" cy="305400"/>
          </a:xfrm>
        </p:grpSpPr>
        <p:sp>
          <p:nvSpPr>
            <p:cNvPr id="2025" name="Google Shape;2025;p211"/>
            <p:cNvSpPr/>
            <p:nvPr/>
          </p:nvSpPr>
          <p:spPr>
            <a:xfrm>
              <a:off x="3386175" y="571525"/>
              <a:ext cx="1181100" cy="305400"/>
            </a:xfrm>
            <a:prstGeom prst="homePlate">
              <a:avLst>
                <a:gd name="adj" fmla="val 50000"/>
              </a:avLst>
            </a:prstGeom>
            <a:solidFill>
              <a:srgbClr val="968C6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i="1">
                  <a:solidFill>
                    <a:srgbClr val="FFFFFF"/>
                  </a:solidFill>
                  <a:latin typeface="Georgia"/>
                  <a:ea typeface="Georgia"/>
                  <a:cs typeface="Georgia"/>
                  <a:sym typeface="Georgia"/>
                </a:rPr>
                <a:t>Start from where you are</a:t>
              </a:r>
              <a:endParaRPr sz="1800" i="1" u="none" strike="noStrike" cap="none">
                <a:solidFill>
                  <a:srgbClr val="000000"/>
                </a:solidFill>
              </a:endParaRPr>
            </a:p>
          </p:txBody>
        </p:sp>
        <p:sp>
          <p:nvSpPr>
            <p:cNvPr id="2026" name="Google Shape;2026;p211"/>
            <p:cNvSpPr/>
            <p:nvPr/>
          </p:nvSpPr>
          <p:spPr>
            <a:xfrm>
              <a:off x="4494638" y="571525"/>
              <a:ext cx="1181100" cy="305400"/>
            </a:xfrm>
            <a:prstGeom prst="chevron">
              <a:avLst>
                <a:gd name="adj" fmla="val 50000"/>
              </a:avLst>
            </a:prstGeom>
            <a:solidFill>
              <a:srgbClr val="5B0F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i="1">
                  <a:solidFill>
                    <a:srgbClr val="FFFFFF"/>
                  </a:solidFill>
                  <a:latin typeface="Georgia"/>
                  <a:ea typeface="Georgia"/>
                  <a:cs typeface="Georgia"/>
                  <a:sym typeface="Georgia"/>
                </a:rPr>
                <a:t>Envision your future</a:t>
              </a:r>
              <a:endParaRPr sz="900" i="1" u="none" strike="noStrike" cap="none">
                <a:solidFill>
                  <a:srgbClr val="FFFFFF"/>
                </a:solidFill>
                <a:latin typeface="Georgia"/>
                <a:ea typeface="Georgia"/>
                <a:cs typeface="Georgia"/>
                <a:sym typeface="Georgia"/>
              </a:endParaRPr>
            </a:p>
          </p:txBody>
        </p:sp>
        <p:sp>
          <p:nvSpPr>
            <p:cNvPr id="2027" name="Google Shape;2027;p211"/>
            <p:cNvSpPr/>
            <p:nvPr/>
          </p:nvSpPr>
          <p:spPr>
            <a:xfrm>
              <a:off x="5603100" y="571525"/>
              <a:ext cx="1181100" cy="305400"/>
            </a:xfrm>
            <a:prstGeom prst="chevron">
              <a:avLst>
                <a:gd name="adj" fmla="val 50000"/>
              </a:avLst>
            </a:prstGeom>
            <a:solidFill>
              <a:srgbClr val="DB536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i="1">
                  <a:solidFill>
                    <a:srgbClr val="FFFFFF"/>
                  </a:solidFill>
                  <a:latin typeface="Georgia"/>
                  <a:ea typeface="Georgia"/>
                  <a:cs typeface="Georgia"/>
                  <a:sym typeface="Georgia"/>
                </a:rPr>
                <a:t>Build the solution</a:t>
              </a:r>
              <a:endParaRPr sz="900" i="1" u="none" strike="noStrike" cap="none">
                <a:solidFill>
                  <a:srgbClr val="FFFFFF"/>
                </a:solidFill>
                <a:latin typeface="Georgia"/>
                <a:ea typeface="Georgia"/>
                <a:cs typeface="Georgia"/>
                <a:sym typeface="Georgia"/>
              </a:endParaRPr>
            </a:p>
          </p:txBody>
        </p:sp>
        <p:sp>
          <p:nvSpPr>
            <p:cNvPr id="2028" name="Google Shape;2028;p211"/>
            <p:cNvSpPr/>
            <p:nvPr/>
          </p:nvSpPr>
          <p:spPr>
            <a:xfrm>
              <a:off x="6711563" y="571525"/>
              <a:ext cx="1181100" cy="305400"/>
            </a:xfrm>
            <a:prstGeom prst="chevron">
              <a:avLst>
                <a:gd name="adj" fmla="val 50000"/>
              </a:avLst>
            </a:prstGeom>
            <a:solidFill>
              <a:srgbClr val="9800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i="1">
                  <a:solidFill>
                    <a:srgbClr val="FFFFFF"/>
                  </a:solidFill>
                  <a:latin typeface="Georgia"/>
                  <a:ea typeface="Georgia"/>
                  <a:cs typeface="Georgia"/>
                  <a:sym typeface="Georgia"/>
                </a:rPr>
                <a:t>Deliver impact</a:t>
              </a:r>
              <a:endParaRPr sz="900" i="1" u="none" strike="noStrike" cap="none">
                <a:solidFill>
                  <a:srgbClr val="FFFFFF"/>
                </a:solidFill>
                <a:latin typeface="Georgia"/>
                <a:ea typeface="Georgia"/>
                <a:cs typeface="Georgia"/>
                <a:sym typeface="Georgia"/>
              </a:endParaRPr>
            </a:p>
          </p:txBody>
        </p:sp>
        <p:sp>
          <p:nvSpPr>
            <p:cNvPr id="2029" name="Google Shape;2029;p211"/>
            <p:cNvSpPr/>
            <p:nvPr/>
          </p:nvSpPr>
          <p:spPr>
            <a:xfrm>
              <a:off x="7820025" y="571525"/>
              <a:ext cx="1181100" cy="3054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900"/>
                <a:buFont typeface="Arial"/>
                <a:buNone/>
              </a:pPr>
              <a:r>
                <a:rPr lang="en" sz="900" i="1">
                  <a:solidFill>
                    <a:srgbClr val="FFFFFF"/>
                  </a:solidFill>
                  <a:latin typeface="Georgia"/>
                  <a:ea typeface="Georgia"/>
                  <a:cs typeface="Georgia"/>
                  <a:sym typeface="Georgia"/>
                </a:rPr>
                <a:t>Review &amp; iterate</a:t>
              </a:r>
              <a:endParaRPr sz="900" i="1" u="none" strike="noStrike" cap="none">
                <a:solidFill>
                  <a:srgbClr val="FFFFFF"/>
                </a:solidFill>
                <a:latin typeface="Georgia"/>
                <a:ea typeface="Georgia"/>
                <a:cs typeface="Georgia"/>
                <a:sym typeface="Georgi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3"/>
        <p:cNvGrpSpPr/>
        <p:nvPr/>
      </p:nvGrpSpPr>
      <p:grpSpPr>
        <a:xfrm>
          <a:off x="0" y="0"/>
          <a:ext cx="0" cy="0"/>
          <a:chOff x="0" y="0"/>
          <a:chExt cx="0" cy="0"/>
        </a:xfrm>
      </p:grpSpPr>
      <p:sp>
        <p:nvSpPr>
          <p:cNvPr id="2034" name="Google Shape;2034;p212"/>
          <p:cNvSpPr txBox="1">
            <a:spLocks noGrp="1"/>
          </p:cNvSpPr>
          <p:nvPr>
            <p:ph type="title"/>
          </p:nvPr>
        </p:nvSpPr>
        <p:spPr>
          <a:xfrm>
            <a:off x="309562" y="0"/>
            <a:ext cx="8524800" cy="6761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Georgia"/>
              <a:buNone/>
            </a:pPr>
            <a:r>
              <a:rPr lang="en">
                <a:solidFill>
                  <a:schemeClr val="dk1"/>
                </a:solidFill>
              </a:rPr>
              <a:t>Library of </a:t>
            </a:r>
            <a:r>
              <a:rPr lang="en"/>
              <a:t>m</a:t>
            </a:r>
            <a:r>
              <a:rPr lang="en">
                <a:solidFill>
                  <a:schemeClr val="dk1"/>
                </a:solidFill>
              </a:rPr>
              <a:t>aterials</a:t>
            </a:r>
            <a:endParaRPr>
              <a:solidFill>
                <a:schemeClr val="dk1"/>
              </a:solidFill>
            </a:endParaRPr>
          </a:p>
        </p:txBody>
      </p:sp>
      <p:sp>
        <p:nvSpPr>
          <p:cNvPr id="2035" name="Google Shape;2035;p212"/>
          <p:cNvSpPr txBox="1">
            <a:spLocks noGrp="1"/>
          </p:cNvSpPr>
          <p:nvPr>
            <p:ph type="sldNum" idx="12"/>
          </p:nvPr>
        </p:nvSpPr>
        <p:spPr>
          <a:xfrm>
            <a:off x="6700850" y="4807566"/>
            <a:ext cx="2133600" cy="858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13</a:t>
            </a:fld>
            <a:endParaRPr/>
          </a:p>
        </p:txBody>
      </p:sp>
      <p:sp>
        <p:nvSpPr>
          <p:cNvPr id="2036" name="Google Shape;2036;p212"/>
          <p:cNvSpPr/>
          <p:nvPr/>
        </p:nvSpPr>
        <p:spPr>
          <a:xfrm>
            <a:off x="410609" y="2814716"/>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Change Strategy</a:t>
            </a:r>
            <a:endParaRPr sz="1100" b="0" i="0" u="none" strike="noStrike" cap="none">
              <a:solidFill>
                <a:srgbClr val="FFFFFF"/>
              </a:solidFill>
              <a:latin typeface="Georgia"/>
              <a:ea typeface="Georgia"/>
              <a:cs typeface="Georgia"/>
              <a:sym typeface="Georgia"/>
            </a:endParaRPr>
          </a:p>
        </p:txBody>
      </p:sp>
      <p:sp>
        <p:nvSpPr>
          <p:cNvPr id="2037" name="Google Shape;2037;p212"/>
          <p:cNvSpPr/>
          <p:nvPr/>
        </p:nvSpPr>
        <p:spPr>
          <a:xfrm>
            <a:off x="419959" y="3398269"/>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Impact Assessment</a:t>
            </a:r>
            <a:endParaRPr sz="1100" b="0" i="0" u="none" strike="noStrike" cap="none">
              <a:solidFill>
                <a:srgbClr val="FFFFFF"/>
              </a:solidFill>
              <a:latin typeface="Georgia"/>
              <a:ea typeface="Georgia"/>
              <a:cs typeface="Georgia"/>
              <a:sym typeface="Georgia"/>
            </a:endParaRPr>
          </a:p>
        </p:txBody>
      </p:sp>
      <p:sp>
        <p:nvSpPr>
          <p:cNvPr id="2038" name="Google Shape;2038;p212"/>
          <p:cNvSpPr/>
          <p:nvPr/>
        </p:nvSpPr>
        <p:spPr>
          <a:xfrm>
            <a:off x="410609" y="3009378"/>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Vision Document</a:t>
            </a:r>
            <a:endParaRPr sz="1100" b="0" i="0" u="none" strike="noStrike" cap="none">
              <a:solidFill>
                <a:srgbClr val="FFFFFF"/>
              </a:solidFill>
              <a:latin typeface="Georgia"/>
              <a:ea typeface="Georgia"/>
              <a:cs typeface="Georgia"/>
              <a:sym typeface="Georgia"/>
            </a:endParaRPr>
          </a:p>
        </p:txBody>
      </p:sp>
      <p:sp>
        <p:nvSpPr>
          <p:cNvPr id="2039" name="Google Shape;2039;p212"/>
          <p:cNvSpPr/>
          <p:nvPr/>
        </p:nvSpPr>
        <p:spPr>
          <a:xfrm>
            <a:off x="419959" y="3786485"/>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Change Plan</a:t>
            </a:r>
            <a:endParaRPr sz="1100" b="0" i="0" u="none" strike="noStrike" cap="none">
              <a:solidFill>
                <a:srgbClr val="FFFFFF"/>
              </a:solidFill>
              <a:latin typeface="Georgia"/>
              <a:ea typeface="Georgia"/>
              <a:cs typeface="Georgia"/>
              <a:sym typeface="Georgia"/>
            </a:endParaRPr>
          </a:p>
        </p:txBody>
      </p:sp>
      <p:pic>
        <p:nvPicPr>
          <p:cNvPr id="2040" name="Google Shape;2040;p212"/>
          <p:cNvPicPr preferRelativeResize="0"/>
          <p:nvPr/>
        </p:nvPicPr>
        <p:blipFill rotWithShape="1">
          <a:blip r:embed="rId3">
            <a:alphaModFix/>
          </a:blip>
          <a:srcRect/>
          <a:stretch/>
        </p:blipFill>
        <p:spPr>
          <a:xfrm>
            <a:off x="404737" y="2441275"/>
            <a:ext cx="420718" cy="327225"/>
          </a:xfrm>
          <a:prstGeom prst="rect">
            <a:avLst/>
          </a:prstGeom>
          <a:noFill/>
          <a:ln>
            <a:noFill/>
          </a:ln>
        </p:spPr>
      </p:pic>
      <p:sp>
        <p:nvSpPr>
          <p:cNvPr id="2041" name="Google Shape;2041;p212"/>
          <p:cNvSpPr txBox="1"/>
          <p:nvPr/>
        </p:nvSpPr>
        <p:spPr>
          <a:xfrm>
            <a:off x="825462" y="2534101"/>
            <a:ext cx="2073600" cy="19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Georgia"/>
                <a:ea typeface="Georgia"/>
                <a:cs typeface="Georgia"/>
                <a:sym typeface="Georgia"/>
                <a:hlinkClick r:id="rId4"/>
              </a:rPr>
              <a:t>Readiness</a:t>
            </a:r>
            <a:endParaRPr sz="1400" b="0" i="0" u="none" strike="noStrike" cap="none">
              <a:solidFill>
                <a:srgbClr val="666666"/>
              </a:solidFill>
              <a:latin typeface="Georgia"/>
              <a:ea typeface="Georgia"/>
              <a:cs typeface="Georgia"/>
              <a:sym typeface="Georgia"/>
            </a:endParaRPr>
          </a:p>
        </p:txBody>
      </p:sp>
      <p:sp>
        <p:nvSpPr>
          <p:cNvPr id="2042" name="Google Shape;2042;p212"/>
          <p:cNvSpPr/>
          <p:nvPr/>
        </p:nvSpPr>
        <p:spPr>
          <a:xfrm>
            <a:off x="419959" y="4174933"/>
            <a:ext cx="2463900" cy="155700"/>
          </a:xfrm>
          <a:prstGeom prst="rect">
            <a:avLst/>
          </a:prstGeom>
          <a:solidFill>
            <a:schemeClr val="accent1"/>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Roles &amp; Responsibilities</a:t>
            </a:r>
            <a:endParaRPr sz="1100" b="0" i="0" u="none" strike="noStrike" cap="none">
              <a:solidFill>
                <a:srgbClr val="FFFFFF"/>
              </a:solidFill>
              <a:latin typeface="Georgia"/>
              <a:ea typeface="Georgia"/>
              <a:cs typeface="Georgia"/>
              <a:sym typeface="Georgia"/>
            </a:endParaRPr>
          </a:p>
        </p:txBody>
      </p:sp>
      <p:sp>
        <p:nvSpPr>
          <p:cNvPr id="2043" name="Google Shape;2043;p212"/>
          <p:cNvSpPr/>
          <p:nvPr/>
        </p:nvSpPr>
        <p:spPr>
          <a:xfrm>
            <a:off x="419959" y="4369157"/>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Change Readiness Assessment</a:t>
            </a:r>
            <a:endParaRPr sz="1100" b="0" i="0" u="none" strike="noStrike" cap="none">
              <a:solidFill>
                <a:srgbClr val="FFFFFF"/>
              </a:solidFill>
              <a:latin typeface="Georgia"/>
              <a:ea typeface="Georgia"/>
              <a:cs typeface="Georgia"/>
              <a:sym typeface="Georgia"/>
            </a:endParaRPr>
          </a:p>
        </p:txBody>
      </p:sp>
      <p:sp>
        <p:nvSpPr>
          <p:cNvPr id="2044" name="Google Shape;2044;p212"/>
          <p:cNvSpPr/>
          <p:nvPr/>
        </p:nvSpPr>
        <p:spPr>
          <a:xfrm>
            <a:off x="419959" y="3204045"/>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Stakeholder Analysis</a:t>
            </a:r>
            <a:endParaRPr sz="1100" b="0" i="0" u="none" strike="noStrike" cap="none">
              <a:solidFill>
                <a:srgbClr val="FFFFFF"/>
              </a:solidFill>
              <a:latin typeface="Georgia"/>
              <a:ea typeface="Georgia"/>
              <a:cs typeface="Georgia"/>
              <a:sym typeface="Georgia"/>
            </a:endParaRPr>
          </a:p>
        </p:txBody>
      </p:sp>
      <p:sp>
        <p:nvSpPr>
          <p:cNvPr id="2045" name="Google Shape;2045;p212"/>
          <p:cNvSpPr/>
          <p:nvPr/>
        </p:nvSpPr>
        <p:spPr>
          <a:xfrm>
            <a:off x="419959" y="3980709"/>
            <a:ext cx="2463900" cy="155700"/>
          </a:xfrm>
          <a:prstGeom prst="rect">
            <a:avLst/>
          </a:prstGeom>
          <a:solidFill>
            <a:schemeClr val="accent1"/>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Change Agent Network</a:t>
            </a:r>
            <a:endParaRPr sz="1100" b="0" i="0" u="none" strike="noStrike" cap="none">
              <a:solidFill>
                <a:srgbClr val="FFFFFF"/>
              </a:solidFill>
              <a:latin typeface="Georgia"/>
              <a:ea typeface="Georgia"/>
              <a:cs typeface="Georgia"/>
              <a:sym typeface="Georgia"/>
            </a:endParaRPr>
          </a:p>
        </p:txBody>
      </p:sp>
      <p:sp>
        <p:nvSpPr>
          <p:cNvPr id="2046" name="Google Shape;2046;p212"/>
          <p:cNvSpPr/>
          <p:nvPr/>
        </p:nvSpPr>
        <p:spPr>
          <a:xfrm>
            <a:off x="419959" y="4563380"/>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Go-Live Assessment</a:t>
            </a:r>
            <a:endParaRPr sz="1100" b="0" i="0" u="none" strike="noStrike" cap="none">
              <a:solidFill>
                <a:srgbClr val="FFFFFF"/>
              </a:solidFill>
              <a:latin typeface="Georgia"/>
              <a:ea typeface="Georgia"/>
              <a:cs typeface="Georgia"/>
              <a:sym typeface="Georgia"/>
            </a:endParaRPr>
          </a:p>
        </p:txBody>
      </p:sp>
      <p:sp>
        <p:nvSpPr>
          <p:cNvPr id="2047" name="Google Shape;2047;p212"/>
          <p:cNvSpPr/>
          <p:nvPr/>
        </p:nvSpPr>
        <p:spPr>
          <a:xfrm>
            <a:off x="3305101" y="2008382"/>
            <a:ext cx="2463900" cy="1557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Communications Plan</a:t>
            </a:r>
            <a:endParaRPr sz="1100" b="0" i="0" u="none" strike="noStrike" cap="none">
              <a:solidFill>
                <a:srgbClr val="FFFFFF"/>
              </a:solidFill>
              <a:latin typeface="Georgia"/>
              <a:ea typeface="Georgia"/>
              <a:cs typeface="Georgia"/>
              <a:sym typeface="Georgia"/>
            </a:endParaRPr>
          </a:p>
        </p:txBody>
      </p:sp>
      <p:sp>
        <p:nvSpPr>
          <p:cNvPr id="2048" name="Google Shape;2048;p212"/>
          <p:cNvSpPr/>
          <p:nvPr/>
        </p:nvSpPr>
        <p:spPr>
          <a:xfrm>
            <a:off x="3305101" y="2205127"/>
            <a:ext cx="2463900" cy="1557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Leadership Communications</a:t>
            </a:r>
            <a:endParaRPr sz="1100" b="0" i="0" u="none" strike="noStrike" cap="none">
              <a:solidFill>
                <a:srgbClr val="FFFFFF"/>
              </a:solidFill>
              <a:latin typeface="Georgia"/>
              <a:ea typeface="Georgia"/>
              <a:cs typeface="Georgia"/>
              <a:sym typeface="Georgia"/>
            </a:endParaRPr>
          </a:p>
        </p:txBody>
      </p:sp>
      <p:sp>
        <p:nvSpPr>
          <p:cNvPr id="2049" name="Google Shape;2049;p212"/>
          <p:cNvSpPr/>
          <p:nvPr/>
        </p:nvSpPr>
        <p:spPr>
          <a:xfrm>
            <a:off x="3305101" y="1815422"/>
            <a:ext cx="2463900" cy="1557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Communications Strategy</a:t>
            </a:r>
            <a:endParaRPr sz="1100" b="0" i="0" u="none" strike="noStrike" cap="none">
              <a:solidFill>
                <a:srgbClr val="FFFFFF"/>
              </a:solidFill>
              <a:latin typeface="Georgia"/>
              <a:ea typeface="Georgia"/>
              <a:cs typeface="Georgia"/>
              <a:sym typeface="Georgia"/>
            </a:endParaRPr>
          </a:p>
        </p:txBody>
      </p:sp>
      <p:sp>
        <p:nvSpPr>
          <p:cNvPr id="2050" name="Google Shape;2050;p212"/>
          <p:cNvSpPr/>
          <p:nvPr/>
        </p:nvSpPr>
        <p:spPr>
          <a:xfrm>
            <a:off x="3305101" y="2398094"/>
            <a:ext cx="2463900" cy="1557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End User Communications</a:t>
            </a:r>
            <a:endParaRPr sz="1100" b="0" i="0" u="none" strike="noStrike" cap="none">
              <a:solidFill>
                <a:srgbClr val="FFFFFF"/>
              </a:solidFill>
              <a:latin typeface="Georgia"/>
              <a:ea typeface="Georgia"/>
              <a:cs typeface="Georgia"/>
              <a:sym typeface="Georgia"/>
            </a:endParaRPr>
          </a:p>
        </p:txBody>
      </p:sp>
      <p:pic>
        <p:nvPicPr>
          <p:cNvPr id="2051" name="Google Shape;2051;p212"/>
          <p:cNvPicPr preferRelativeResize="0"/>
          <p:nvPr/>
        </p:nvPicPr>
        <p:blipFill rotWithShape="1">
          <a:blip r:embed="rId3">
            <a:alphaModFix/>
          </a:blip>
          <a:srcRect/>
          <a:stretch/>
        </p:blipFill>
        <p:spPr>
          <a:xfrm>
            <a:off x="3289881" y="1453339"/>
            <a:ext cx="420718" cy="327225"/>
          </a:xfrm>
          <a:prstGeom prst="rect">
            <a:avLst/>
          </a:prstGeom>
          <a:noFill/>
          <a:ln>
            <a:noFill/>
          </a:ln>
        </p:spPr>
      </p:pic>
      <p:sp>
        <p:nvSpPr>
          <p:cNvPr id="2052" name="Google Shape;2052;p212"/>
          <p:cNvSpPr txBox="1"/>
          <p:nvPr/>
        </p:nvSpPr>
        <p:spPr>
          <a:xfrm>
            <a:off x="3710606" y="1546165"/>
            <a:ext cx="2073600" cy="19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Georgia"/>
                <a:ea typeface="Georgia"/>
                <a:cs typeface="Georgia"/>
                <a:sym typeface="Georgia"/>
                <a:hlinkClick r:id="rId5"/>
              </a:rPr>
              <a:t>Communications</a:t>
            </a:r>
            <a:endParaRPr sz="1400" b="0" i="0" u="none" strike="noStrike" cap="none">
              <a:solidFill>
                <a:srgbClr val="666666"/>
              </a:solidFill>
              <a:latin typeface="Georgia"/>
              <a:ea typeface="Georgia"/>
              <a:cs typeface="Georgia"/>
              <a:sym typeface="Georgia"/>
            </a:endParaRPr>
          </a:p>
        </p:txBody>
      </p:sp>
      <p:sp>
        <p:nvSpPr>
          <p:cNvPr id="2053" name="Google Shape;2053;p212"/>
          <p:cNvSpPr/>
          <p:nvPr/>
        </p:nvSpPr>
        <p:spPr>
          <a:xfrm>
            <a:off x="3305101" y="2592318"/>
            <a:ext cx="2463900" cy="1557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Pulse Surveys</a:t>
            </a:r>
            <a:endParaRPr sz="1100" b="0" i="0" u="none" strike="noStrike" cap="none">
              <a:solidFill>
                <a:srgbClr val="FFFFFF"/>
              </a:solidFill>
              <a:latin typeface="Georgia"/>
              <a:ea typeface="Georgia"/>
              <a:cs typeface="Georgia"/>
              <a:sym typeface="Georgia"/>
            </a:endParaRPr>
          </a:p>
        </p:txBody>
      </p:sp>
      <p:sp>
        <p:nvSpPr>
          <p:cNvPr id="2054" name="Google Shape;2054;p212"/>
          <p:cNvSpPr/>
          <p:nvPr/>
        </p:nvSpPr>
        <p:spPr>
          <a:xfrm>
            <a:off x="3305114" y="3370893"/>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Training Strategy</a:t>
            </a:r>
            <a:endParaRPr sz="1100" b="0" i="0" u="none" strike="noStrike" cap="none">
              <a:solidFill>
                <a:srgbClr val="FFFFFF"/>
              </a:solidFill>
              <a:latin typeface="Georgia"/>
              <a:ea typeface="Georgia"/>
              <a:cs typeface="Georgia"/>
              <a:sym typeface="Georgia"/>
            </a:endParaRPr>
          </a:p>
        </p:txBody>
      </p:sp>
      <p:sp>
        <p:nvSpPr>
          <p:cNvPr id="2055" name="Google Shape;2055;p212"/>
          <p:cNvSpPr/>
          <p:nvPr/>
        </p:nvSpPr>
        <p:spPr>
          <a:xfrm>
            <a:off x="3305114" y="3563853"/>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Training Plan</a:t>
            </a:r>
            <a:endParaRPr sz="1100" b="0" i="0" u="none" strike="noStrike" cap="none">
              <a:solidFill>
                <a:srgbClr val="FFFFFF"/>
              </a:solidFill>
              <a:latin typeface="Georgia"/>
              <a:ea typeface="Georgia"/>
              <a:cs typeface="Georgia"/>
              <a:sym typeface="Georgia"/>
            </a:endParaRPr>
          </a:p>
        </p:txBody>
      </p:sp>
      <p:sp>
        <p:nvSpPr>
          <p:cNvPr id="2056" name="Google Shape;2056;p212"/>
          <p:cNvSpPr/>
          <p:nvPr/>
        </p:nvSpPr>
        <p:spPr>
          <a:xfrm>
            <a:off x="3305114" y="3177933"/>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Training Needs Assessment</a:t>
            </a:r>
            <a:endParaRPr sz="1100" b="0" i="0" u="none" strike="noStrike" cap="none">
              <a:solidFill>
                <a:srgbClr val="FFFFFF"/>
              </a:solidFill>
              <a:latin typeface="Georgia"/>
              <a:ea typeface="Georgia"/>
              <a:cs typeface="Georgia"/>
              <a:sym typeface="Georgia"/>
            </a:endParaRPr>
          </a:p>
        </p:txBody>
      </p:sp>
      <p:sp>
        <p:nvSpPr>
          <p:cNvPr id="2057" name="Google Shape;2057;p212"/>
          <p:cNvSpPr/>
          <p:nvPr/>
        </p:nvSpPr>
        <p:spPr>
          <a:xfrm>
            <a:off x="3305114" y="3756820"/>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Instructor-Led Training</a:t>
            </a:r>
            <a:endParaRPr sz="1100" b="0" i="0" u="none" strike="noStrike" cap="none">
              <a:solidFill>
                <a:srgbClr val="FFFFFF"/>
              </a:solidFill>
              <a:latin typeface="Georgia"/>
              <a:ea typeface="Georgia"/>
              <a:cs typeface="Georgia"/>
              <a:sym typeface="Georgia"/>
            </a:endParaRPr>
          </a:p>
        </p:txBody>
      </p:sp>
      <p:pic>
        <p:nvPicPr>
          <p:cNvPr id="2058" name="Google Shape;2058;p212"/>
          <p:cNvPicPr preferRelativeResize="0"/>
          <p:nvPr/>
        </p:nvPicPr>
        <p:blipFill rotWithShape="1">
          <a:blip r:embed="rId3">
            <a:alphaModFix/>
          </a:blip>
          <a:srcRect/>
          <a:stretch/>
        </p:blipFill>
        <p:spPr>
          <a:xfrm>
            <a:off x="3289898" y="2824043"/>
            <a:ext cx="420718" cy="327225"/>
          </a:xfrm>
          <a:prstGeom prst="rect">
            <a:avLst/>
          </a:prstGeom>
          <a:noFill/>
          <a:ln>
            <a:noFill/>
          </a:ln>
        </p:spPr>
      </p:pic>
      <p:sp>
        <p:nvSpPr>
          <p:cNvPr id="2059" name="Google Shape;2059;p212"/>
          <p:cNvSpPr txBox="1"/>
          <p:nvPr/>
        </p:nvSpPr>
        <p:spPr>
          <a:xfrm>
            <a:off x="3710623" y="2916869"/>
            <a:ext cx="2073600" cy="19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Georgia"/>
                <a:ea typeface="Georgia"/>
                <a:cs typeface="Georgia"/>
                <a:sym typeface="Georgia"/>
                <a:hlinkClick r:id="rId6"/>
              </a:rPr>
              <a:t>Training</a:t>
            </a:r>
            <a:endParaRPr sz="1400" b="0" i="0" u="none" strike="noStrike" cap="none">
              <a:solidFill>
                <a:srgbClr val="666666"/>
              </a:solidFill>
              <a:latin typeface="Georgia"/>
              <a:ea typeface="Georgia"/>
              <a:cs typeface="Georgia"/>
              <a:sym typeface="Georgia"/>
            </a:endParaRPr>
          </a:p>
        </p:txBody>
      </p:sp>
      <p:sp>
        <p:nvSpPr>
          <p:cNvPr id="2060" name="Google Shape;2060;p212"/>
          <p:cNvSpPr/>
          <p:nvPr/>
        </p:nvSpPr>
        <p:spPr>
          <a:xfrm>
            <a:off x="6131387" y="2205235"/>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Post Go-Live Assessment</a:t>
            </a:r>
            <a:endParaRPr sz="1100" b="0" i="0" u="none" strike="noStrike" cap="none">
              <a:solidFill>
                <a:srgbClr val="FFFFFF"/>
              </a:solidFill>
              <a:latin typeface="Georgia"/>
              <a:ea typeface="Georgia"/>
              <a:cs typeface="Georgia"/>
              <a:sym typeface="Georgia"/>
            </a:endParaRPr>
          </a:p>
        </p:txBody>
      </p:sp>
      <p:sp>
        <p:nvSpPr>
          <p:cNvPr id="2061" name="Google Shape;2061;p212"/>
          <p:cNvSpPr/>
          <p:nvPr/>
        </p:nvSpPr>
        <p:spPr>
          <a:xfrm>
            <a:off x="3300456" y="4717054"/>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Adoption Metrics</a:t>
            </a:r>
            <a:endParaRPr sz="1100" b="0" i="0" u="none" strike="noStrike" cap="none">
              <a:solidFill>
                <a:srgbClr val="FFFFFF"/>
              </a:solidFill>
              <a:latin typeface="Georgia"/>
              <a:ea typeface="Georgia"/>
              <a:cs typeface="Georgia"/>
              <a:sym typeface="Georgia"/>
            </a:endParaRPr>
          </a:p>
        </p:txBody>
      </p:sp>
      <p:pic>
        <p:nvPicPr>
          <p:cNvPr id="2062" name="Google Shape;2062;p212"/>
          <p:cNvPicPr preferRelativeResize="0"/>
          <p:nvPr/>
        </p:nvPicPr>
        <p:blipFill rotWithShape="1">
          <a:blip r:embed="rId3">
            <a:alphaModFix/>
          </a:blip>
          <a:srcRect/>
          <a:stretch/>
        </p:blipFill>
        <p:spPr>
          <a:xfrm>
            <a:off x="6131371" y="1452675"/>
            <a:ext cx="420718" cy="327225"/>
          </a:xfrm>
          <a:prstGeom prst="rect">
            <a:avLst/>
          </a:prstGeom>
          <a:noFill/>
          <a:ln>
            <a:noFill/>
          </a:ln>
        </p:spPr>
      </p:pic>
      <p:sp>
        <p:nvSpPr>
          <p:cNvPr id="2063" name="Google Shape;2063;p212"/>
          <p:cNvSpPr txBox="1"/>
          <p:nvPr/>
        </p:nvSpPr>
        <p:spPr>
          <a:xfrm>
            <a:off x="6552095" y="1545501"/>
            <a:ext cx="2194500" cy="15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Georgia"/>
                <a:ea typeface="Georgia"/>
                <a:cs typeface="Georgia"/>
                <a:sym typeface="Georgia"/>
                <a:hlinkClick r:id="rId7"/>
              </a:rPr>
              <a:t>Support</a:t>
            </a:r>
            <a:endParaRPr sz="1400" b="0" i="0" u="none" strike="noStrike" cap="none">
              <a:solidFill>
                <a:srgbClr val="666666"/>
              </a:solidFill>
              <a:latin typeface="Georgia"/>
              <a:ea typeface="Georgia"/>
              <a:cs typeface="Georgia"/>
              <a:sym typeface="Georgia"/>
            </a:endParaRPr>
          </a:p>
        </p:txBody>
      </p:sp>
      <p:sp>
        <p:nvSpPr>
          <p:cNvPr id="2064" name="Google Shape;2064;p212"/>
          <p:cNvSpPr/>
          <p:nvPr/>
        </p:nvSpPr>
        <p:spPr>
          <a:xfrm>
            <a:off x="6131387" y="2394929"/>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Lessons Learned</a:t>
            </a:r>
            <a:endParaRPr sz="1100" b="0" i="0" u="none" strike="noStrike" cap="none">
              <a:solidFill>
                <a:srgbClr val="FFFFFF"/>
              </a:solidFill>
              <a:latin typeface="Georgia"/>
              <a:ea typeface="Georgia"/>
              <a:cs typeface="Georgia"/>
              <a:sym typeface="Georgia"/>
            </a:endParaRPr>
          </a:p>
        </p:txBody>
      </p:sp>
      <p:sp>
        <p:nvSpPr>
          <p:cNvPr id="2065" name="Google Shape;2065;p212"/>
          <p:cNvSpPr/>
          <p:nvPr/>
        </p:nvSpPr>
        <p:spPr>
          <a:xfrm>
            <a:off x="6131387" y="2006482"/>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Go-Live Support Plan</a:t>
            </a:r>
            <a:endParaRPr sz="1100" b="0" i="0" u="none" strike="noStrike" cap="none">
              <a:solidFill>
                <a:srgbClr val="FFFFFF"/>
              </a:solidFill>
              <a:latin typeface="Georgia"/>
              <a:ea typeface="Georgia"/>
              <a:cs typeface="Georgia"/>
              <a:sym typeface="Georgia"/>
            </a:endParaRPr>
          </a:p>
        </p:txBody>
      </p:sp>
      <p:pic>
        <p:nvPicPr>
          <p:cNvPr id="2066" name="Google Shape;2066;p212"/>
          <p:cNvPicPr preferRelativeResize="0"/>
          <p:nvPr/>
        </p:nvPicPr>
        <p:blipFill rotWithShape="1">
          <a:blip r:embed="rId3">
            <a:alphaModFix/>
          </a:blip>
          <a:srcRect/>
          <a:stretch/>
        </p:blipFill>
        <p:spPr>
          <a:xfrm>
            <a:off x="404722" y="1453339"/>
            <a:ext cx="420718" cy="327225"/>
          </a:xfrm>
          <a:prstGeom prst="rect">
            <a:avLst/>
          </a:prstGeom>
          <a:noFill/>
          <a:ln>
            <a:noFill/>
          </a:ln>
        </p:spPr>
      </p:pic>
      <p:sp>
        <p:nvSpPr>
          <p:cNvPr id="2067" name="Google Shape;2067;p212"/>
          <p:cNvSpPr txBox="1"/>
          <p:nvPr/>
        </p:nvSpPr>
        <p:spPr>
          <a:xfrm>
            <a:off x="825446" y="1546165"/>
            <a:ext cx="1920300" cy="15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Georgia"/>
                <a:ea typeface="Georgia"/>
                <a:cs typeface="Georgia"/>
                <a:sym typeface="Georgia"/>
                <a:hlinkClick r:id="rId8"/>
              </a:rPr>
              <a:t>Proposal Resources</a:t>
            </a:r>
            <a:endParaRPr sz="1400" b="0" i="0" u="none" strike="noStrike" cap="none">
              <a:solidFill>
                <a:srgbClr val="666666"/>
              </a:solidFill>
              <a:latin typeface="Georgia"/>
              <a:ea typeface="Georgia"/>
              <a:cs typeface="Georgia"/>
              <a:sym typeface="Georgia"/>
            </a:endParaRPr>
          </a:p>
        </p:txBody>
      </p:sp>
      <p:sp>
        <p:nvSpPr>
          <p:cNvPr id="2068" name="Google Shape;2068;p212"/>
          <p:cNvSpPr/>
          <p:nvPr/>
        </p:nvSpPr>
        <p:spPr>
          <a:xfrm>
            <a:off x="129136" y="760219"/>
            <a:ext cx="8924700" cy="478800"/>
          </a:xfrm>
          <a:prstGeom prst="rect">
            <a:avLst/>
          </a:prstGeom>
          <a:noFill/>
          <a:ln>
            <a:noFill/>
          </a:ln>
        </p:spPr>
        <p:txBody>
          <a:bodyPr spcFirstLastPara="1" wrap="square" lIns="91425" tIns="45700" rIns="91425" bIns="45700" anchor="t" anchorCtr="0">
            <a:noAutofit/>
          </a:bodyPr>
          <a:lstStyle/>
          <a:p>
            <a:pPr marL="15875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000000"/>
                </a:solidFill>
                <a:latin typeface="Georgia"/>
                <a:ea typeface="Georgia"/>
                <a:cs typeface="Georgia"/>
                <a:sym typeface="Georgia"/>
              </a:rPr>
              <a:t>The</a:t>
            </a:r>
            <a:r>
              <a:rPr lang="en" sz="1200" b="1" i="0" u="none" strike="noStrike" cap="none">
                <a:solidFill>
                  <a:srgbClr val="000000"/>
                </a:solidFill>
                <a:latin typeface="Georgia"/>
                <a:ea typeface="Georgia"/>
                <a:cs typeface="Georgia"/>
                <a:sym typeface="Georgia"/>
              </a:rPr>
              <a:t> </a:t>
            </a:r>
            <a:r>
              <a:rPr lang="en" sz="1200" b="1" i="0" u="sng" strike="noStrike" cap="none">
                <a:solidFill>
                  <a:schemeClr val="hlink"/>
                </a:solidFill>
                <a:latin typeface="Georgia"/>
                <a:ea typeface="Georgia"/>
                <a:cs typeface="Georgia"/>
                <a:sym typeface="Georgia"/>
                <a:hlinkClick r:id="rId8"/>
              </a:rPr>
              <a:t>Salesforce </a:t>
            </a:r>
            <a:r>
              <a:rPr lang="en" sz="1200" b="1" u="sng">
                <a:solidFill>
                  <a:schemeClr val="hlink"/>
                </a:solidFill>
                <a:latin typeface="Georgia"/>
                <a:ea typeface="Georgia"/>
                <a:cs typeface="Georgia"/>
                <a:sym typeface="Georgia"/>
                <a:hlinkClick r:id="rId8"/>
              </a:rPr>
              <a:t>“Change &amp; Adoption in a Box” Toolkit</a:t>
            </a:r>
            <a:r>
              <a:rPr lang="en" sz="1200" b="1" i="0" u="none" strike="noStrike" cap="none">
                <a:solidFill>
                  <a:srgbClr val="000000"/>
                </a:solidFill>
                <a:latin typeface="Georgia"/>
                <a:ea typeface="Georgia"/>
                <a:cs typeface="Georgia"/>
                <a:sym typeface="Georgia"/>
              </a:rPr>
              <a:t> </a:t>
            </a:r>
            <a:r>
              <a:rPr lang="en" sz="1200" b="0" i="0" u="none" strike="noStrike" cap="none">
                <a:solidFill>
                  <a:srgbClr val="000000"/>
                </a:solidFill>
                <a:latin typeface="Georgia"/>
                <a:ea typeface="Georgia"/>
                <a:cs typeface="Georgia"/>
                <a:sym typeface="Georgia"/>
              </a:rPr>
              <a:t>G</a:t>
            </a:r>
            <a:r>
              <a:rPr lang="en" sz="1200">
                <a:latin typeface="Georgia"/>
                <a:ea typeface="Georgia"/>
                <a:cs typeface="Georgia"/>
                <a:sym typeface="Georgia"/>
              </a:rPr>
              <a:t>-drive</a:t>
            </a:r>
            <a:r>
              <a:rPr lang="en" sz="1200" b="0" i="0" u="none" strike="noStrike" cap="none">
                <a:solidFill>
                  <a:srgbClr val="000000"/>
                </a:solidFill>
                <a:latin typeface="Georgia"/>
                <a:ea typeface="Georgia"/>
                <a:cs typeface="Georgia"/>
                <a:sym typeface="Georgia"/>
              </a:rPr>
              <a:t> houses everything you need to plan for and execute a Salesforce Transformation project. The contents of this folder include sample deliverables </a:t>
            </a:r>
            <a:r>
              <a:rPr lang="en" sz="1200">
                <a:latin typeface="Georgia"/>
                <a:ea typeface="Georgia"/>
                <a:cs typeface="Georgia"/>
                <a:sym typeface="Georgia"/>
              </a:rPr>
              <a:t>across the categories described below.  </a:t>
            </a:r>
            <a:r>
              <a:rPr lang="en" sz="1200" i="1">
                <a:latin typeface="Georgia"/>
                <a:ea typeface="Georgia"/>
                <a:cs typeface="Georgia"/>
                <a:sym typeface="Georgia"/>
              </a:rPr>
              <a:t>Please note that examples come from both Salesforce Rollout projects and Lightning Adoption projects.</a:t>
            </a:r>
            <a:endParaRPr sz="1200" i="1" u="none" strike="noStrike" cap="none">
              <a:solidFill>
                <a:srgbClr val="000000"/>
              </a:solidFill>
            </a:endParaRPr>
          </a:p>
        </p:txBody>
      </p:sp>
      <p:sp>
        <p:nvSpPr>
          <p:cNvPr id="2069" name="Google Shape;2069;p212"/>
          <p:cNvSpPr/>
          <p:nvPr/>
        </p:nvSpPr>
        <p:spPr>
          <a:xfrm>
            <a:off x="3309790" y="3946743"/>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Micro Videos</a:t>
            </a:r>
            <a:endParaRPr sz="1100" b="0" i="0" u="none" strike="noStrike" cap="none">
              <a:solidFill>
                <a:srgbClr val="FFFFFF"/>
              </a:solidFill>
              <a:latin typeface="Georgia"/>
              <a:ea typeface="Georgia"/>
              <a:cs typeface="Georgia"/>
              <a:sym typeface="Georgia"/>
            </a:endParaRPr>
          </a:p>
        </p:txBody>
      </p:sp>
      <p:sp>
        <p:nvSpPr>
          <p:cNvPr id="2070" name="Google Shape;2070;p212"/>
          <p:cNvSpPr/>
          <p:nvPr/>
        </p:nvSpPr>
        <p:spPr>
          <a:xfrm>
            <a:off x="3309790" y="4139710"/>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Quick Reference Guides</a:t>
            </a:r>
            <a:endParaRPr sz="1100" b="0" i="0" u="none" strike="noStrike" cap="none">
              <a:solidFill>
                <a:srgbClr val="FFFFFF"/>
              </a:solidFill>
              <a:latin typeface="Georgia"/>
              <a:ea typeface="Georgia"/>
              <a:cs typeface="Georgia"/>
              <a:sym typeface="Georgia"/>
            </a:endParaRPr>
          </a:p>
        </p:txBody>
      </p:sp>
      <p:sp>
        <p:nvSpPr>
          <p:cNvPr id="2071" name="Google Shape;2071;p212"/>
          <p:cNvSpPr/>
          <p:nvPr/>
        </p:nvSpPr>
        <p:spPr>
          <a:xfrm>
            <a:off x="3309790" y="4717429"/>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Gamification</a:t>
            </a:r>
            <a:endParaRPr sz="1100" b="0" i="0" u="none" strike="noStrike" cap="none">
              <a:solidFill>
                <a:srgbClr val="FFFFFF"/>
              </a:solidFill>
              <a:latin typeface="Georgia"/>
              <a:ea typeface="Georgia"/>
              <a:cs typeface="Georgia"/>
              <a:sym typeface="Georgia"/>
            </a:endParaRPr>
          </a:p>
        </p:txBody>
      </p:sp>
      <p:sp>
        <p:nvSpPr>
          <p:cNvPr id="2072" name="Google Shape;2072;p212"/>
          <p:cNvSpPr/>
          <p:nvPr/>
        </p:nvSpPr>
        <p:spPr>
          <a:xfrm>
            <a:off x="411034" y="1822563"/>
            <a:ext cx="2463900" cy="158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Salesforce Rollout Change Mgmt.</a:t>
            </a:r>
            <a:endParaRPr sz="1100" b="0" i="0" u="none" strike="noStrike" cap="none">
              <a:solidFill>
                <a:srgbClr val="FFFFFF"/>
              </a:solidFill>
              <a:latin typeface="Georgia"/>
              <a:ea typeface="Georgia"/>
              <a:cs typeface="Georgia"/>
              <a:sym typeface="Georgia"/>
            </a:endParaRPr>
          </a:p>
        </p:txBody>
      </p:sp>
      <p:sp>
        <p:nvSpPr>
          <p:cNvPr id="2073" name="Google Shape;2073;p212"/>
          <p:cNvSpPr/>
          <p:nvPr/>
        </p:nvSpPr>
        <p:spPr>
          <a:xfrm>
            <a:off x="3309790" y="4332086"/>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Job Aids</a:t>
            </a:r>
            <a:endParaRPr sz="1100" b="0" i="0" u="none" strike="noStrike" cap="none">
              <a:solidFill>
                <a:srgbClr val="FFFFFF"/>
              </a:solidFill>
              <a:latin typeface="Georgia"/>
              <a:ea typeface="Georgia"/>
              <a:cs typeface="Georgia"/>
              <a:sym typeface="Georgia"/>
            </a:endParaRPr>
          </a:p>
        </p:txBody>
      </p:sp>
      <p:sp>
        <p:nvSpPr>
          <p:cNvPr id="2074" name="Google Shape;2074;p212"/>
          <p:cNvSpPr/>
          <p:nvPr/>
        </p:nvSpPr>
        <p:spPr>
          <a:xfrm>
            <a:off x="3309790" y="4524462"/>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Training Hubs / Sites</a:t>
            </a:r>
            <a:endParaRPr sz="1100" b="0" i="0" u="none" strike="noStrike" cap="none">
              <a:solidFill>
                <a:srgbClr val="FFFFFF"/>
              </a:solidFill>
              <a:latin typeface="Georgia"/>
              <a:ea typeface="Georgia"/>
              <a:cs typeface="Georgia"/>
              <a:sym typeface="Georgia"/>
            </a:endParaRPr>
          </a:p>
        </p:txBody>
      </p:sp>
      <p:sp>
        <p:nvSpPr>
          <p:cNvPr id="2075" name="Google Shape;2075;p212"/>
          <p:cNvSpPr/>
          <p:nvPr/>
        </p:nvSpPr>
        <p:spPr>
          <a:xfrm>
            <a:off x="411034" y="2015933"/>
            <a:ext cx="2463900" cy="158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Lightning Adoption Change Mgm</a:t>
            </a:r>
            <a:r>
              <a:rPr lang="en" sz="1100">
                <a:solidFill>
                  <a:srgbClr val="FFFFFF"/>
                </a:solidFill>
                <a:latin typeface="Georgia"/>
                <a:ea typeface="Georgia"/>
                <a:cs typeface="Georgia"/>
                <a:sym typeface="Georgia"/>
              </a:rPr>
              <a:t>t.</a:t>
            </a:r>
            <a:endParaRPr sz="1100" b="0" i="0" u="none" strike="noStrike" cap="none">
              <a:solidFill>
                <a:srgbClr val="FFFFFF"/>
              </a:solidFill>
              <a:latin typeface="Georgia"/>
              <a:ea typeface="Georgia"/>
              <a:cs typeface="Georgia"/>
              <a:sym typeface="Georgia"/>
            </a:endParaRPr>
          </a:p>
        </p:txBody>
      </p:sp>
      <p:sp>
        <p:nvSpPr>
          <p:cNvPr id="2076" name="Google Shape;2076;p212"/>
          <p:cNvSpPr/>
          <p:nvPr/>
        </p:nvSpPr>
        <p:spPr>
          <a:xfrm>
            <a:off x="419959" y="3592493"/>
            <a:ext cx="2463900" cy="1557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Personas &amp; Journey Maps</a:t>
            </a:r>
            <a:endParaRPr sz="1100" b="0" i="0" u="none" strike="noStrike" cap="none">
              <a:solidFill>
                <a:srgbClr val="FFFFFF"/>
              </a:solidFill>
              <a:latin typeface="Georgia"/>
              <a:ea typeface="Georgia"/>
              <a:cs typeface="Georgia"/>
              <a:sym typeface="Georgia"/>
            </a:endParaRPr>
          </a:p>
        </p:txBody>
      </p:sp>
      <p:sp>
        <p:nvSpPr>
          <p:cNvPr id="2077" name="Google Shape;2077;p212"/>
          <p:cNvSpPr/>
          <p:nvPr/>
        </p:nvSpPr>
        <p:spPr>
          <a:xfrm>
            <a:off x="3300456" y="4917927"/>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Adoption Metrics</a:t>
            </a:r>
            <a:endParaRPr sz="1100" b="0" i="0" u="none" strike="noStrike" cap="none">
              <a:solidFill>
                <a:srgbClr val="FFFFFF"/>
              </a:solidFill>
              <a:latin typeface="Georgia"/>
              <a:ea typeface="Georgia"/>
              <a:cs typeface="Georgia"/>
              <a:sym typeface="Georgia"/>
            </a:endParaRPr>
          </a:p>
        </p:txBody>
      </p:sp>
      <p:sp>
        <p:nvSpPr>
          <p:cNvPr id="2078" name="Google Shape;2078;p212"/>
          <p:cNvSpPr/>
          <p:nvPr/>
        </p:nvSpPr>
        <p:spPr>
          <a:xfrm>
            <a:off x="3309790" y="4918302"/>
            <a:ext cx="2463900" cy="155700"/>
          </a:xfrm>
          <a:prstGeom prst="rect">
            <a:avLst/>
          </a:prstGeom>
          <a:solidFill>
            <a:srgbClr val="5B0F00"/>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b="0" i="0" u="none" strike="noStrike" cap="none">
                <a:solidFill>
                  <a:srgbClr val="FFFFFF"/>
                </a:solidFill>
                <a:latin typeface="Georgia"/>
                <a:ea typeface="Georgia"/>
                <a:cs typeface="Georgia"/>
                <a:sym typeface="Georgia"/>
              </a:rPr>
              <a:t>Train-the-Trainer</a:t>
            </a:r>
            <a:endParaRPr sz="1100" b="0" i="0" u="none" strike="noStrike" cap="none">
              <a:solidFill>
                <a:srgbClr val="FFFFFF"/>
              </a:solidFill>
              <a:latin typeface="Georgia"/>
              <a:ea typeface="Georgia"/>
              <a:cs typeface="Georgia"/>
              <a:sym typeface="Georgia"/>
            </a:endParaRPr>
          </a:p>
        </p:txBody>
      </p:sp>
      <p:sp>
        <p:nvSpPr>
          <p:cNvPr id="2079" name="Google Shape;2079;p212"/>
          <p:cNvSpPr/>
          <p:nvPr/>
        </p:nvSpPr>
        <p:spPr>
          <a:xfrm>
            <a:off x="6131387" y="1808882"/>
            <a:ext cx="2463900" cy="15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Adoption Metrics</a:t>
            </a:r>
            <a:endParaRPr sz="1100" b="0" i="0" u="none" strike="noStrike" cap="none">
              <a:solidFill>
                <a:srgbClr val="FFFFFF"/>
              </a:solidFill>
              <a:latin typeface="Georgia"/>
              <a:ea typeface="Georgia"/>
              <a:cs typeface="Georgia"/>
              <a:sym typeface="Georgia"/>
            </a:endParaRPr>
          </a:p>
        </p:txBody>
      </p:sp>
      <p:sp>
        <p:nvSpPr>
          <p:cNvPr id="2080" name="Google Shape;2080;p212"/>
          <p:cNvSpPr/>
          <p:nvPr/>
        </p:nvSpPr>
        <p:spPr>
          <a:xfrm>
            <a:off x="411034" y="2206714"/>
            <a:ext cx="2463900" cy="158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100">
                <a:solidFill>
                  <a:srgbClr val="FFFFFF"/>
                </a:solidFill>
                <a:latin typeface="Georgia"/>
                <a:ea typeface="Georgia"/>
                <a:cs typeface="Georgia"/>
                <a:sym typeface="Georgia"/>
              </a:rPr>
              <a:t>PwC Salesforce Adoption Journey</a:t>
            </a:r>
            <a:endParaRPr sz="1100" b="0" i="0" u="none" strike="noStrike" cap="none">
              <a:solidFill>
                <a:srgbClr val="FFFFFF"/>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4"/>
        <p:cNvGrpSpPr/>
        <p:nvPr/>
      </p:nvGrpSpPr>
      <p:grpSpPr>
        <a:xfrm>
          <a:off x="0" y="0"/>
          <a:ext cx="0" cy="0"/>
          <a:chOff x="0" y="0"/>
          <a:chExt cx="0" cy="0"/>
        </a:xfrm>
      </p:grpSpPr>
      <p:sp>
        <p:nvSpPr>
          <p:cNvPr id="2085" name="Google Shape;2085;p213"/>
          <p:cNvSpPr txBox="1"/>
          <p:nvPr/>
        </p:nvSpPr>
        <p:spPr>
          <a:xfrm>
            <a:off x="101600" y="814425"/>
            <a:ext cx="328773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Change Strategy</a:t>
            </a:r>
            <a:endParaRPr sz="1800" b="1" i="1" u="none" strike="noStrike" cap="none">
              <a:solidFill>
                <a:srgbClr val="000000"/>
              </a:solidFill>
              <a:latin typeface="Georgia"/>
              <a:ea typeface="Georgia"/>
              <a:cs typeface="Georgia"/>
              <a:sym typeface="Georgia"/>
            </a:endParaRPr>
          </a:p>
        </p:txBody>
      </p:sp>
      <p:sp>
        <p:nvSpPr>
          <p:cNvPr id="2086" name="Google Shape;2086;p213"/>
          <p:cNvSpPr txBox="1">
            <a:spLocks noGrp="1"/>
          </p:cNvSpPr>
          <p:nvPr>
            <p:ph type="title"/>
          </p:nvPr>
        </p:nvSpPr>
        <p:spPr>
          <a:xfrm>
            <a:off x="309638" y="-54600"/>
            <a:ext cx="8524800" cy="6462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Change Strategy: establish the foundational scope and objectives </a:t>
            </a:r>
            <a:endParaRPr/>
          </a:p>
        </p:txBody>
      </p:sp>
      <p:sp>
        <p:nvSpPr>
          <p:cNvPr id="2087" name="Google Shape;2087;p21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14</a:t>
            </a:fld>
            <a:endParaRPr/>
          </a:p>
        </p:txBody>
      </p:sp>
      <p:sp>
        <p:nvSpPr>
          <p:cNvPr id="2088" name="Google Shape;2088;p213"/>
          <p:cNvSpPr txBox="1"/>
          <p:nvPr/>
        </p:nvSpPr>
        <p:spPr>
          <a:xfrm>
            <a:off x="309650" y="1622125"/>
            <a:ext cx="31767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Change Strategy establishes </a:t>
            </a:r>
            <a:r>
              <a:rPr lang="en" sz="1000">
                <a:latin typeface="Georgia"/>
                <a:ea typeface="Georgia"/>
                <a:cs typeface="Georgia"/>
                <a:sym typeface="Georgia"/>
              </a:rPr>
              <a:t>a </a:t>
            </a:r>
            <a:r>
              <a:rPr lang="en" sz="1000" b="0" i="0" u="none" strike="noStrike" cap="none">
                <a:solidFill>
                  <a:srgbClr val="000000"/>
                </a:solidFill>
                <a:latin typeface="Georgia"/>
                <a:ea typeface="Georgia"/>
                <a:cs typeface="Georgia"/>
                <a:sym typeface="Georgia"/>
              </a:rPr>
              <a:t>foundation for </a:t>
            </a:r>
            <a:r>
              <a:rPr lang="en" sz="1000">
                <a:latin typeface="Georgia"/>
                <a:ea typeface="Georgia"/>
                <a:cs typeface="Georgia"/>
                <a:sym typeface="Georgia"/>
              </a:rPr>
              <a:t>the management of a change workstream during a transformation project. The change strategy outlines</a:t>
            </a:r>
            <a:r>
              <a:rPr lang="en" sz="1000" b="0" i="0" u="none" strike="noStrike" cap="none">
                <a:solidFill>
                  <a:srgbClr val="000000"/>
                </a:solidFill>
                <a:latin typeface="Georgia"/>
                <a:ea typeface="Georgia"/>
                <a:cs typeface="Georgia"/>
                <a:sym typeface="Georgia"/>
              </a:rPr>
              <a:t> the goals, tools, support mechanisms, plans and metrics necessary to support all stakeholders and users impacted over the course of the engagement.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b="0" i="0" u="none" strike="noStrike" cap="none">
                <a:solidFill>
                  <a:schemeClr val="dk1"/>
                </a:solidFill>
                <a:latin typeface="Georgia"/>
                <a:ea typeface="Georgia"/>
                <a:cs typeface="Georgia"/>
                <a:sym typeface="Georgia"/>
              </a:rPr>
              <a:t>This deliverable adds value by defining the scope, aligning key expectations and creating a powerful foundation for later work to be buil</a:t>
            </a:r>
            <a:r>
              <a:rPr lang="en" sz="1000">
                <a:solidFill>
                  <a:schemeClr val="dk1"/>
                </a:solidFill>
                <a:latin typeface="Georgia"/>
                <a:ea typeface="Georgia"/>
                <a:cs typeface="Georgia"/>
                <a:sym typeface="Georgia"/>
              </a:rPr>
              <a:t>t</a:t>
            </a:r>
            <a:r>
              <a:rPr lang="en" sz="1000" b="0" i="0" u="none" strike="noStrike" cap="none">
                <a:solidFill>
                  <a:schemeClr val="dk1"/>
                </a:solidFill>
                <a:latin typeface="Georgia"/>
                <a:ea typeface="Georgia"/>
                <a:cs typeface="Georgia"/>
                <a:sym typeface="Georgia"/>
              </a:rPr>
              <a:t> </a:t>
            </a:r>
            <a:r>
              <a:rPr lang="en" sz="1000">
                <a:solidFill>
                  <a:schemeClr val="dk1"/>
                </a:solidFill>
                <a:latin typeface="Georgia"/>
                <a:ea typeface="Georgia"/>
                <a:cs typeface="Georgia"/>
                <a:sym typeface="Georgia"/>
              </a:rPr>
              <a:t>on.</a:t>
            </a: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Change Strategy</a:t>
            </a:r>
            <a:endParaRPr sz="1000">
              <a:latin typeface="Georgia"/>
              <a:ea typeface="Georgia"/>
              <a:cs typeface="Georgia"/>
              <a:sym typeface="Georgia"/>
            </a:endParaRPr>
          </a:p>
        </p:txBody>
      </p:sp>
      <p:sp>
        <p:nvSpPr>
          <p:cNvPr id="2089" name="Google Shape;2089;p213"/>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090" name="Google Shape;2090;p21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14</a:t>
            </a:fld>
            <a:endParaRPr/>
          </a:p>
        </p:txBody>
      </p:sp>
      <p:pic>
        <p:nvPicPr>
          <p:cNvPr id="2091" name="Google Shape;2091;p213"/>
          <p:cNvPicPr preferRelativeResize="0"/>
          <p:nvPr/>
        </p:nvPicPr>
        <p:blipFill>
          <a:blip r:embed="rId4">
            <a:alphaModFix/>
          </a:blip>
          <a:stretch>
            <a:fillRect/>
          </a:stretch>
        </p:blipFill>
        <p:spPr>
          <a:xfrm>
            <a:off x="4015968" y="1001550"/>
            <a:ext cx="3864051" cy="2164526"/>
          </a:xfrm>
          <a:prstGeom prst="rect">
            <a:avLst/>
          </a:prstGeom>
          <a:noFill/>
          <a:ln w="9525" cap="flat" cmpd="sng">
            <a:solidFill>
              <a:schemeClr val="dk2"/>
            </a:solidFill>
            <a:prstDash val="solid"/>
            <a:round/>
            <a:headEnd type="none" w="sm" len="sm"/>
            <a:tailEnd type="none" w="sm" len="sm"/>
          </a:ln>
        </p:spPr>
      </p:pic>
      <p:pic>
        <p:nvPicPr>
          <p:cNvPr id="2092" name="Google Shape;2092;p213"/>
          <p:cNvPicPr preferRelativeResize="0"/>
          <p:nvPr/>
        </p:nvPicPr>
        <p:blipFill>
          <a:blip r:embed="rId5">
            <a:alphaModFix/>
          </a:blip>
          <a:stretch>
            <a:fillRect/>
          </a:stretch>
        </p:blipFill>
        <p:spPr>
          <a:xfrm>
            <a:off x="4533014" y="2460714"/>
            <a:ext cx="3906109" cy="21645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6"/>
        <p:cNvGrpSpPr/>
        <p:nvPr/>
      </p:nvGrpSpPr>
      <p:grpSpPr>
        <a:xfrm>
          <a:off x="0" y="0"/>
          <a:ext cx="0" cy="0"/>
          <a:chOff x="0" y="0"/>
          <a:chExt cx="0" cy="0"/>
        </a:xfrm>
      </p:grpSpPr>
      <p:sp>
        <p:nvSpPr>
          <p:cNvPr id="2097" name="Google Shape;2097;p214"/>
          <p:cNvSpPr txBox="1"/>
          <p:nvPr/>
        </p:nvSpPr>
        <p:spPr>
          <a:xfrm>
            <a:off x="101599" y="814425"/>
            <a:ext cx="5345471"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Vision Document</a:t>
            </a:r>
            <a:endParaRPr sz="1800" b="1" i="1" u="none" strike="noStrike" cap="none">
              <a:solidFill>
                <a:srgbClr val="000000"/>
              </a:solidFill>
              <a:latin typeface="Georgia"/>
              <a:ea typeface="Georgia"/>
              <a:cs typeface="Georgia"/>
              <a:sym typeface="Georgia"/>
            </a:endParaRPr>
          </a:p>
        </p:txBody>
      </p:sp>
      <p:sp>
        <p:nvSpPr>
          <p:cNvPr id="2098" name="Google Shape;2098;p21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15</a:t>
            </a:fld>
            <a:endParaRPr/>
          </a:p>
        </p:txBody>
      </p:sp>
      <p:sp>
        <p:nvSpPr>
          <p:cNvPr id="2099" name="Google Shape;2099;p214"/>
          <p:cNvSpPr txBox="1"/>
          <p:nvPr/>
        </p:nvSpPr>
        <p:spPr>
          <a:xfrm>
            <a:off x="309650" y="1622125"/>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Vision Document provides an overarching story about why the initiative is being undertaken, why it </a:t>
            </a:r>
            <a:r>
              <a:rPr lang="en" sz="1000">
                <a:latin typeface="Georgia"/>
                <a:ea typeface="Georgia"/>
                <a:cs typeface="Georgia"/>
                <a:sym typeface="Georgia"/>
              </a:rPr>
              <a:t>is important</a:t>
            </a:r>
            <a:r>
              <a:rPr lang="en" sz="1000" b="0" i="0" u="none" strike="noStrike" cap="none">
                <a:solidFill>
                  <a:srgbClr val="000000"/>
                </a:solidFill>
                <a:latin typeface="Georgia"/>
                <a:ea typeface="Georgia"/>
                <a:cs typeface="Georgia"/>
                <a:sym typeface="Georgia"/>
              </a:rPr>
              <a:t> and what the desired outcomes and benefits </a:t>
            </a:r>
            <a:r>
              <a:rPr lang="en" sz="1000">
                <a:latin typeface="Georgia"/>
                <a:ea typeface="Georgia"/>
                <a:cs typeface="Georgia"/>
                <a:sym typeface="Georgia"/>
              </a:rPr>
              <a:t>are</a:t>
            </a:r>
            <a:r>
              <a:rPr lang="en" sz="1000" b="0" i="0" u="none" strike="noStrike" cap="none">
                <a:solidFill>
                  <a:srgbClr val="000000"/>
                </a:solidFill>
                <a:latin typeface="Georgia"/>
                <a:ea typeface="Georgia"/>
                <a:cs typeface="Georgia"/>
                <a:sym typeface="Georgia"/>
              </a:rPr>
              <a:t>. It can be represented in words or visually.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b="0" i="0" u="none" strike="noStrike" cap="none">
                <a:solidFill>
                  <a:schemeClr val="dk1"/>
                </a:solidFill>
                <a:latin typeface="Georgia"/>
                <a:ea typeface="Georgia"/>
                <a:cs typeface="Georgia"/>
                <a:sym typeface="Georgia"/>
              </a:rPr>
              <a:t>This deliverable adds value by creating a consistent story that can be communicated throughout the change life cycle. It generates shared understanding, guidance, commitment and enthusiasm for the change within the organization.</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Vision Document</a:t>
            </a:r>
            <a:endParaRPr sz="1200" b="1" i="1" u="none" strike="noStrike" cap="none">
              <a:solidFill>
                <a:schemeClr val="accent1"/>
              </a:solidFill>
              <a:highlight>
                <a:srgbClr val="FFFF00"/>
              </a:highlight>
              <a:latin typeface="Georgia"/>
              <a:ea typeface="Georgia"/>
              <a:cs typeface="Georgia"/>
              <a:sym typeface="Georgia"/>
            </a:endParaRPr>
          </a:p>
        </p:txBody>
      </p:sp>
      <p:sp>
        <p:nvSpPr>
          <p:cNvPr id="2100" name="Google Shape;2100;p214"/>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pic>
        <p:nvPicPr>
          <p:cNvPr id="2101" name="Google Shape;2101;p214"/>
          <p:cNvPicPr preferRelativeResize="0"/>
          <p:nvPr/>
        </p:nvPicPr>
        <p:blipFill>
          <a:blip r:embed="rId4">
            <a:alphaModFix/>
          </a:blip>
          <a:stretch>
            <a:fillRect/>
          </a:stretch>
        </p:blipFill>
        <p:spPr>
          <a:xfrm>
            <a:off x="4055650" y="1476626"/>
            <a:ext cx="4646624" cy="2618125"/>
          </a:xfrm>
          <a:prstGeom prst="rect">
            <a:avLst/>
          </a:prstGeom>
          <a:noFill/>
          <a:ln w="9525" cap="flat" cmpd="sng">
            <a:solidFill>
              <a:schemeClr val="dk2"/>
            </a:solidFill>
            <a:prstDash val="solid"/>
            <a:round/>
            <a:headEnd type="none" w="sm" len="sm"/>
            <a:tailEnd type="none" w="sm" len="sm"/>
          </a:ln>
        </p:spPr>
      </p:pic>
      <p:sp>
        <p:nvSpPr>
          <p:cNvPr id="2102" name="Google Shape;2102;p214"/>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Vision Document: craft a compelling story to guide the project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6"/>
        <p:cNvGrpSpPr/>
        <p:nvPr/>
      </p:nvGrpSpPr>
      <p:grpSpPr>
        <a:xfrm>
          <a:off x="0" y="0"/>
          <a:ext cx="0" cy="0"/>
          <a:chOff x="0" y="0"/>
          <a:chExt cx="0" cy="0"/>
        </a:xfrm>
      </p:grpSpPr>
      <p:sp>
        <p:nvSpPr>
          <p:cNvPr id="2107" name="Google Shape;2107;p215"/>
          <p:cNvSpPr txBox="1"/>
          <p:nvPr/>
        </p:nvSpPr>
        <p:spPr>
          <a:xfrm>
            <a:off x="101600" y="814425"/>
            <a:ext cx="328773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Stakeholder Analysis</a:t>
            </a:r>
            <a:endParaRPr sz="1800" b="1" i="1" u="none" strike="noStrike" cap="none">
              <a:solidFill>
                <a:srgbClr val="000000"/>
              </a:solidFill>
              <a:latin typeface="Georgia"/>
              <a:ea typeface="Georgia"/>
              <a:cs typeface="Georgia"/>
              <a:sym typeface="Georgia"/>
            </a:endParaRPr>
          </a:p>
        </p:txBody>
      </p:sp>
      <p:sp>
        <p:nvSpPr>
          <p:cNvPr id="2108" name="Google Shape;2108;p215"/>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16</a:t>
            </a:fld>
            <a:endParaRPr/>
          </a:p>
        </p:txBody>
      </p:sp>
      <p:sp>
        <p:nvSpPr>
          <p:cNvPr id="2109" name="Google Shape;2109;p215"/>
          <p:cNvSpPr txBox="1"/>
          <p:nvPr/>
        </p:nvSpPr>
        <p:spPr>
          <a:xfrm>
            <a:off x="309650" y="1622125"/>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b="0" i="0" u="none" strike="noStrike" cap="none">
                <a:solidFill>
                  <a:srgbClr val="000000"/>
                </a:solidFill>
                <a:latin typeface="Georgia"/>
                <a:ea typeface="Georgia"/>
                <a:cs typeface="Georgia"/>
                <a:sym typeface="Georgia"/>
              </a:rPr>
              <a:t>The Stakeholder Analysis is a tool that identifies and sizes the stakeholde</a:t>
            </a:r>
            <a:r>
              <a:rPr lang="en" sz="1000">
                <a:latin typeface="Georgia"/>
                <a:ea typeface="Georgia"/>
                <a:cs typeface="Georgia"/>
                <a:sym typeface="Georgia"/>
              </a:rPr>
              <a:t>rs who are impacted by the project, and also </a:t>
            </a:r>
            <a:r>
              <a:rPr lang="en" sz="1000" b="0" i="0" u="none" strike="noStrike" cap="none">
                <a:solidFill>
                  <a:srgbClr val="000000"/>
                </a:solidFill>
                <a:latin typeface="Georgia"/>
                <a:ea typeface="Georgia"/>
                <a:cs typeface="Georgia"/>
                <a:sym typeface="Georgia"/>
              </a:rPr>
              <a:t>defines the needs and </a:t>
            </a:r>
            <a:r>
              <a:rPr lang="en" sz="1000">
                <a:latin typeface="Georgia"/>
                <a:ea typeface="Georgia"/>
                <a:cs typeface="Georgia"/>
                <a:sym typeface="Georgia"/>
              </a:rPr>
              <a:t>assesses the impact on each group.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b="0" i="0" u="none" strike="noStrike" cap="none">
                <a:solidFill>
                  <a:schemeClr val="dk1"/>
                </a:solidFill>
                <a:latin typeface="Georgia"/>
                <a:ea typeface="Georgia"/>
                <a:cs typeface="Georgia"/>
                <a:sym typeface="Georgia"/>
              </a:rPr>
              <a:t>This deliverable provides key information which can be used to</a:t>
            </a:r>
            <a:r>
              <a:rPr lang="en" sz="1000">
                <a:solidFill>
                  <a:schemeClr val="dk1"/>
                </a:solidFill>
                <a:latin typeface="Georgia"/>
                <a:ea typeface="Georgia"/>
                <a:cs typeface="Georgia"/>
                <a:sym typeface="Georgia"/>
              </a:rPr>
              <a:t> create a stakeholder map, which measures the level of impact and engagement for each stakeholder group. This map a</a:t>
            </a:r>
            <a:r>
              <a:rPr lang="en" sz="1000" b="0" i="0" u="none" strike="noStrike" cap="none">
                <a:solidFill>
                  <a:schemeClr val="dk1"/>
                </a:solidFill>
                <a:latin typeface="Georgia"/>
                <a:ea typeface="Georgia"/>
                <a:cs typeface="Georgia"/>
                <a:sym typeface="Georgia"/>
              </a:rPr>
              <a:t>ssesses how to engage with each group over the course of the projec</a:t>
            </a:r>
            <a:r>
              <a:rPr lang="en" sz="1000">
                <a:solidFill>
                  <a:schemeClr val="dk1"/>
                </a:solidFill>
                <a:latin typeface="Georgia"/>
                <a:ea typeface="Georgia"/>
                <a:cs typeface="Georgia"/>
                <a:sym typeface="Georgia"/>
              </a:rPr>
              <a:t>t, and may provide initial thoughts on communications, training and support needs. </a:t>
            </a: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Stakeholder Analysis</a:t>
            </a:r>
            <a:endParaRPr sz="1000">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endParaRPr sz="1000">
              <a:latin typeface="Georgia"/>
              <a:ea typeface="Georgia"/>
              <a:cs typeface="Georgia"/>
              <a:sym typeface="Georgia"/>
            </a:endParaRPr>
          </a:p>
        </p:txBody>
      </p:sp>
      <p:sp>
        <p:nvSpPr>
          <p:cNvPr id="2110" name="Google Shape;2110;p215"/>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11" name="Google Shape;2111;p215"/>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Stakeholder Analysis: map out stakeholder interaction and engagement</a:t>
            </a:r>
            <a:endParaRPr/>
          </a:p>
        </p:txBody>
      </p:sp>
      <p:pic>
        <p:nvPicPr>
          <p:cNvPr id="2112" name="Google Shape;2112;p215"/>
          <p:cNvPicPr preferRelativeResize="0"/>
          <p:nvPr/>
        </p:nvPicPr>
        <p:blipFill>
          <a:blip r:embed="rId4">
            <a:alphaModFix/>
          </a:blip>
          <a:stretch>
            <a:fillRect/>
          </a:stretch>
        </p:blipFill>
        <p:spPr>
          <a:xfrm>
            <a:off x="3963871" y="1253125"/>
            <a:ext cx="4244403" cy="2499150"/>
          </a:xfrm>
          <a:prstGeom prst="rect">
            <a:avLst/>
          </a:prstGeom>
          <a:noFill/>
          <a:ln w="9525" cap="flat" cmpd="sng">
            <a:solidFill>
              <a:schemeClr val="dk2"/>
            </a:solidFill>
            <a:prstDash val="solid"/>
            <a:round/>
            <a:headEnd type="none" w="sm" len="sm"/>
            <a:tailEnd type="none" w="sm" len="sm"/>
          </a:ln>
        </p:spPr>
      </p:pic>
      <p:pic>
        <p:nvPicPr>
          <p:cNvPr id="2113" name="Google Shape;2113;p215"/>
          <p:cNvPicPr preferRelativeResize="0"/>
          <p:nvPr/>
        </p:nvPicPr>
        <p:blipFill>
          <a:blip r:embed="rId5">
            <a:alphaModFix/>
          </a:blip>
          <a:stretch>
            <a:fillRect/>
          </a:stretch>
        </p:blipFill>
        <p:spPr>
          <a:xfrm>
            <a:off x="4760350" y="2184175"/>
            <a:ext cx="3728801" cy="26620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7"/>
        <p:cNvGrpSpPr/>
        <p:nvPr/>
      </p:nvGrpSpPr>
      <p:grpSpPr>
        <a:xfrm>
          <a:off x="0" y="0"/>
          <a:ext cx="0" cy="0"/>
          <a:chOff x="0" y="0"/>
          <a:chExt cx="0" cy="0"/>
        </a:xfrm>
      </p:grpSpPr>
      <p:sp>
        <p:nvSpPr>
          <p:cNvPr id="2118" name="Google Shape;2118;p216"/>
          <p:cNvSpPr txBox="1"/>
          <p:nvPr/>
        </p:nvSpPr>
        <p:spPr>
          <a:xfrm>
            <a:off x="101599" y="814425"/>
            <a:ext cx="5345471"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Impact Assessment</a:t>
            </a:r>
            <a:endParaRPr sz="1800" b="1" i="1" u="none" strike="noStrike" cap="none">
              <a:solidFill>
                <a:srgbClr val="000000"/>
              </a:solidFill>
              <a:latin typeface="Georgia"/>
              <a:ea typeface="Georgia"/>
              <a:cs typeface="Georgia"/>
              <a:sym typeface="Georgia"/>
            </a:endParaRPr>
          </a:p>
        </p:txBody>
      </p:sp>
      <p:sp>
        <p:nvSpPr>
          <p:cNvPr id="2119" name="Google Shape;2119;p216"/>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17</a:t>
            </a:fld>
            <a:endParaRPr/>
          </a:p>
        </p:txBody>
      </p:sp>
      <p:sp>
        <p:nvSpPr>
          <p:cNvPr id="2120" name="Google Shape;2120;p216"/>
          <p:cNvSpPr txBox="1"/>
          <p:nvPr/>
        </p:nvSpPr>
        <p:spPr>
          <a:xfrm>
            <a:off x="309650" y="1622125"/>
            <a:ext cx="32547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Organization Impact Assessment provides an organizational view of the changes that a Salesforce transformation will bring to an organization. The impacts are presented in a number of contexts, such as organization-wide shifts, department / business unit shifts, and changes in process between the current and future state.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helping the change team identify training, communications, and workforce implications that must be addressed to support the key end users as they transition to the future state. </a:t>
            </a: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Organization Impact Assessment</a:t>
            </a:r>
            <a:endParaRPr sz="1000" b="0" i="0" u="none" strike="noStrike" cap="none">
              <a:solidFill>
                <a:srgbClr val="000000"/>
              </a:solidFill>
              <a:latin typeface="Georgia"/>
              <a:ea typeface="Georgia"/>
              <a:cs typeface="Georgia"/>
              <a:sym typeface="Georgia"/>
            </a:endParaRPr>
          </a:p>
        </p:txBody>
      </p:sp>
      <p:sp>
        <p:nvSpPr>
          <p:cNvPr id="2121" name="Google Shape;2121;p216"/>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22" name="Google Shape;2122;p216"/>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Impact Assessment: identify critical change implications</a:t>
            </a:r>
            <a:endParaRPr/>
          </a:p>
        </p:txBody>
      </p:sp>
      <p:pic>
        <p:nvPicPr>
          <p:cNvPr id="2123" name="Google Shape;2123;p216"/>
          <p:cNvPicPr preferRelativeResize="0"/>
          <p:nvPr/>
        </p:nvPicPr>
        <p:blipFill rotWithShape="1">
          <a:blip r:embed="rId4">
            <a:alphaModFix/>
          </a:blip>
          <a:srcRect r="27952"/>
          <a:stretch/>
        </p:blipFill>
        <p:spPr>
          <a:xfrm>
            <a:off x="3888060" y="1253128"/>
            <a:ext cx="4445620" cy="2355469"/>
          </a:xfrm>
          <a:prstGeom prst="rect">
            <a:avLst/>
          </a:prstGeom>
          <a:noFill/>
          <a:ln w="9525" cap="flat" cmpd="sng">
            <a:solidFill>
              <a:schemeClr val="accent1"/>
            </a:solidFill>
            <a:prstDash val="solid"/>
            <a:round/>
            <a:headEnd type="none" w="sm" len="sm"/>
            <a:tailEnd type="none" w="sm" len="sm"/>
          </a:ln>
        </p:spPr>
      </p:pic>
      <p:pic>
        <p:nvPicPr>
          <p:cNvPr id="2124" name="Google Shape;2124;p216"/>
          <p:cNvPicPr preferRelativeResize="0"/>
          <p:nvPr/>
        </p:nvPicPr>
        <p:blipFill rotWithShape="1">
          <a:blip r:embed="rId5">
            <a:alphaModFix/>
          </a:blip>
          <a:srcRect/>
          <a:stretch/>
        </p:blipFill>
        <p:spPr>
          <a:xfrm>
            <a:off x="4297576" y="1992834"/>
            <a:ext cx="4422305" cy="249825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8"/>
        <p:cNvGrpSpPr/>
        <p:nvPr/>
      </p:nvGrpSpPr>
      <p:grpSpPr>
        <a:xfrm>
          <a:off x="0" y="0"/>
          <a:ext cx="0" cy="0"/>
          <a:chOff x="0" y="0"/>
          <a:chExt cx="0" cy="0"/>
        </a:xfrm>
      </p:grpSpPr>
      <p:sp>
        <p:nvSpPr>
          <p:cNvPr id="2129" name="Google Shape;2129;p217"/>
          <p:cNvSpPr txBox="1"/>
          <p:nvPr/>
        </p:nvSpPr>
        <p:spPr>
          <a:xfrm>
            <a:off x="101599" y="814425"/>
            <a:ext cx="53454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a:solidFill>
                  <a:schemeClr val="dk2"/>
                </a:solidFill>
                <a:latin typeface="Georgia"/>
                <a:ea typeface="Georgia"/>
                <a:cs typeface="Georgia"/>
                <a:sym typeface="Georgia"/>
              </a:rPr>
              <a:t>Personas &amp; Journey Maps</a:t>
            </a:r>
            <a:endParaRPr sz="1800" b="1" i="1" u="none" strike="noStrike" cap="none">
              <a:solidFill>
                <a:srgbClr val="000000"/>
              </a:solidFill>
              <a:latin typeface="Georgia"/>
              <a:ea typeface="Georgia"/>
              <a:cs typeface="Georgia"/>
              <a:sym typeface="Georgia"/>
            </a:endParaRPr>
          </a:p>
        </p:txBody>
      </p:sp>
      <p:sp>
        <p:nvSpPr>
          <p:cNvPr id="2130" name="Google Shape;2130;p217"/>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18</a:t>
            </a:fld>
            <a:endParaRPr/>
          </a:p>
        </p:txBody>
      </p:sp>
      <p:sp>
        <p:nvSpPr>
          <p:cNvPr id="2131" name="Google Shape;2131;p217"/>
          <p:cNvSpPr txBox="1"/>
          <p:nvPr/>
        </p:nvSpPr>
        <p:spPr>
          <a:xfrm>
            <a:off x="309650" y="1622125"/>
            <a:ext cx="32547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a:latin typeface="Georgia"/>
                <a:ea typeface="Georgia"/>
                <a:cs typeface="Georgia"/>
                <a:sym typeface="Georgia"/>
              </a:rPr>
              <a:t>Personas represent the needs, wants, and behaviors of a set of users that interact directly with Salesforce on a day-to-day basis. Journey maps portray the tactical activities that portray how those users would interact with Salesforce and how Salesforce would bring value to their role.</a:t>
            </a:r>
            <a:endParaRPr sz="1000">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endParaRPr sz="1000">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a:latin typeface="Georgia"/>
                <a:ea typeface="Georgia"/>
                <a:cs typeface="Georgia"/>
                <a:sym typeface="Georgia"/>
              </a:rPr>
              <a:t>These deliverables add value by illustrating the end-to-end experience of different Salesforce users, revealing key insights that can be embedded into change and adoption efforts, which ultimately help to maximize engagement and adoption. </a:t>
            </a:r>
            <a:endParaRPr sz="1200" b="1" i="0" u="none" strike="noStrike" cap="none">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Personas &amp; Journey Maps</a:t>
            </a:r>
            <a:endParaRPr sz="1000" b="0" i="0" u="none" strike="noStrike" cap="none">
              <a:solidFill>
                <a:srgbClr val="000000"/>
              </a:solidFill>
              <a:latin typeface="Georgia"/>
              <a:ea typeface="Georgia"/>
              <a:cs typeface="Georgia"/>
              <a:sym typeface="Georgia"/>
            </a:endParaRPr>
          </a:p>
        </p:txBody>
      </p:sp>
      <p:sp>
        <p:nvSpPr>
          <p:cNvPr id="2132" name="Google Shape;2132;p217"/>
          <p:cNvSpPr/>
          <p:nvPr/>
        </p:nvSpPr>
        <p:spPr>
          <a:xfrm>
            <a:off x="0" y="1253128"/>
            <a:ext cx="3657600" cy="270900"/>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33" name="Google Shape;2133;p217"/>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Personas &amp; Journey Maps: </a:t>
            </a:r>
            <a:r>
              <a:rPr lang="en">
                <a:solidFill>
                  <a:srgbClr val="000000"/>
                </a:solidFill>
              </a:rPr>
              <a:t>capture end-to-end user insights</a:t>
            </a:r>
            <a:endParaRPr>
              <a:solidFill>
                <a:srgbClr val="000000"/>
              </a:solidFill>
            </a:endParaRPr>
          </a:p>
        </p:txBody>
      </p:sp>
      <p:pic>
        <p:nvPicPr>
          <p:cNvPr id="2134" name="Google Shape;2134;p217"/>
          <p:cNvPicPr preferRelativeResize="0"/>
          <p:nvPr/>
        </p:nvPicPr>
        <p:blipFill>
          <a:blip r:embed="rId4">
            <a:alphaModFix/>
          </a:blip>
          <a:stretch>
            <a:fillRect/>
          </a:stretch>
        </p:blipFill>
        <p:spPr>
          <a:xfrm>
            <a:off x="4114900" y="1126075"/>
            <a:ext cx="3919714" cy="2184027"/>
          </a:xfrm>
          <a:prstGeom prst="rect">
            <a:avLst/>
          </a:prstGeom>
          <a:noFill/>
          <a:ln w="9525" cap="flat" cmpd="sng">
            <a:solidFill>
              <a:schemeClr val="dk2"/>
            </a:solidFill>
            <a:prstDash val="solid"/>
            <a:round/>
            <a:headEnd type="none" w="sm" len="sm"/>
            <a:tailEnd type="none" w="sm" len="sm"/>
          </a:ln>
        </p:spPr>
      </p:pic>
      <p:pic>
        <p:nvPicPr>
          <p:cNvPr id="2135" name="Google Shape;2135;p217"/>
          <p:cNvPicPr preferRelativeResize="0"/>
          <p:nvPr/>
        </p:nvPicPr>
        <p:blipFill>
          <a:blip r:embed="rId5">
            <a:alphaModFix/>
          </a:blip>
          <a:stretch>
            <a:fillRect/>
          </a:stretch>
        </p:blipFill>
        <p:spPr>
          <a:xfrm>
            <a:off x="4469216" y="2174470"/>
            <a:ext cx="3978758" cy="224750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9"/>
        <p:cNvGrpSpPr/>
        <p:nvPr/>
      </p:nvGrpSpPr>
      <p:grpSpPr>
        <a:xfrm>
          <a:off x="0" y="0"/>
          <a:ext cx="0" cy="0"/>
          <a:chOff x="0" y="0"/>
          <a:chExt cx="0" cy="0"/>
        </a:xfrm>
      </p:grpSpPr>
      <p:sp>
        <p:nvSpPr>
          <p:cNvPr id="2140" name="Google Shape;2140;p218"/>
          <p:cNvSpPr txBox="1"/>
          <p:nvPr/>
        </p:nvSpPr>
        <p:spPr>
          <a:xfrm>
            <a:off x="101600" y="814425"/>
            <a:ext cx="3287730"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Change Plan</a:t>
            </a:r>
            <a:endParaRPr sz="1800" b="1" i="1" u="none" strike="noStrike" cap="none">
              <a:solidFill>
                <a:srgbClr val="000000"/>
              </a:solidFill>
              <a:latin typeface="Georgia"/>
              <a:ea typeface="Georgia"/>
              <a:cs typeface="Georgia"/>
              <a:sym typeface="Georgia"/>
            </a:endParaRPr>
          </a:p>
        </p:txBody>
      </p:sp>
      <p:sp>
        <p:nvSpPr>
          <p:cNvPr id="2141" name="Google Shape;2141;p218"/>
          <p:cNvSpPr txBox="1">
            <a:spLocks noGrp="1"/>
          </p:cNvSpPr>
          <p:nvPr>
            <p:ph type="title"/>
          </p:nvPr>
        </p:nvSpPr>
        <p:spPr>
          <a:xfrm>
            <a:off x="309638" y="-54600"/>
            <a:ext cx="8524800" cy="6462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Change Plan: define the key activities required</a:t>
            </a:r>
            <a:endParaRPr/>
          </a:p>
        </p:txBody>
      </p:sp>
      <p:sp>
        <p:nvSpPr>
          <p:cNvPr id="2142" name="Google Shape;2142;p218"/>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19</a:t>
            </a:fld>
            <a:endParaRPr/>
          </a:p>
        </p:txBody>
      </p:sp>
      <p:sp>
        <p:nvSpPr>
          <p:cNvPr id="2143" name="Google Shape;2143;p218"/>
          <p:cNvSpPr txBox="1"/>
          <p:nvPr/>
        </p:nvSpPr>
        <p:spPr>
          <a:xfrm>
            <a:off x="309650" y="1622125"/>
            <a:ext cx="29733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Change Plan outlines the key activities that must take place across all project areas, from communications to project management. For each activity, the plan defines key dates, roles and other necessary information.</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mapping out specific responsibilities and tasks, by which the project and client team can use to measure progress and success.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Georgia"/>
                <a:ea typeface="Georgia"/>
                <a:cs typeface="Georgia"/>
                <a:sym typeface="Georgia"/>
                <a:hlinkClick r:id="rId3"/>
              </a:rPr>
              <a:t>EX - Change Plan</a:t>
            </a:r>
            <a:endParaRPr sz="1000" b="0" i="0" u="none" strike="noStrike" cap="none">
              <a:solidFill>
                <a:srgbClr val="000000"/>
              </a:solidFill>
              <a:latin typeface="Georgia"/>
              <a:ea typeface="Georgia"/>
              <a:cs typeface="Georgia"/>
              <a:sym typeface="Georgia"/>
            </a:endParaRPr>
          </a:p>
        </p:txBody>
      </p:sp>
      <p:sp>
        <p:nvSpPr>
          <p:cNvPr id="2144" name="Google Shape;2144;p218"/>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pic>
        <p:nvPicPr>
          <p:cNvPr id="2145" name="Google Shape;2145;p218"/>
          <p:cNvPicPr preferRelativeResize="0"/>
          <p:nvPr/>
        </p:nvPicPr>
        <p:blipFill>
          <a:blip r:embed="rId4">
            <a:alphaModFix/>
          </a:blip>
          <a:stretch>
            <a:fillRect/>
          </a:stretch>
        </p:blipFill>
        <p:spPr>
          <a:xfrm>
            <a:off x="3929450" y="1095950"/>
            <a:ext cx="4480901" cy="2520024"/>
          </a:xfrm>
          <a:prstGeom prst="rect">
            <a:avLst/>
          </a:prstGeom>
          <a:noFill/>
          <a:ln w="9525" cap="flat" cmpd="sng">
            <a:solidFill>
              <a:schemeClr val="dk2"/>
            </a:solidFill>
            <a:prstDash val="solid"/>
            <a:round/>
            <a:headEnd type="none" w="sm" len="sm"/>
            <a:tailEnd type="none" w="sm" len="sm"/>
          </a:ln>
        </p:spPr>
      </p:pic>
      <p:pic>
        <p:nvPicPr>
          <p:cNvPr id="2146" name="Google Shape;2146;p218"/>
          <p:cNvPicPr preferRelativeResize="0"/>
          <p:nvPr/>
        </p:nvPicPr>
        <p:blipFill>
          <a:blip r:embed="rId5">
            <a:alphaModFix/>
          </a:blip>
          <a:stretch>
            <a:fillRect/>
          </a:stretch>
        </p:blipFill>
        <p:spPr>
          <a:xfrm>
            <a:off x="4395875" y="1968975"/>
            <a:ext cx="4187950" cy="2678301"/>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0"/>
        <p:cNvGrpSpPr/>
        <p:nvPr/>
      </p:nvGrpSpPr>
      <p:grpSpPr>
        <a:xfrm>
          <a:off x="0" y="0"/>
          <a:ext cx="0" cy="0"/>
          <a:chOff x="0" y="0"/>
          <a:chExt cx="0" cy="0"/>
        </a:xfrm>
      </p:grpSpPr>
      <p:sp>
        <p:nvSpPr>
          <p:cNvPr id="2151" name="Google Shape;2151;p219"/>
          <p:cNvSpPr txBox="1"/>
          <p:nvPr/>
        </p:nvSpPr>
        <p:spPr>
          <a:xfrm>
            <a:off x="101599" y="814425"/>
            <a:ext cx="5345471"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Change Agent Network</a:t>
            </a:r>
            <a:endParaRPr sz="1800" b="1" i="1" u="none" strike="noStrike" cap="none">
              <a:solidFill>
                <a:srgbClr val="000000"/>
              </a:solidFill>
              <a:latin typeface="Georgia"/>
              <a:ea typeface="Georgia"/>
              <a:cs typeface="Georgia"/>
              <a:sym typeface="Georgia"/>
            </a:endParaRPr>
          </a:p>
        </p:txBody>
      </p:sp>
      <p:sp>
        <p:nvSpPr>
          <p:cNvPr id="2152" name="Google Shape;2152;p219"/>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20</a:t>
            </a:fld>
            <a:endParaRPr/>
          </a:p>
        </p:txBody>
      </p:sp>
      <p:sp>
        <p:nvSpPr>
          <p:cNvPr id="2153" name="Google Shape;2153;p219"/>
          <p:cNvSpPr txBox="1"/>
          <p:nvPr/>
        </p:nvSpPr>
        <p:spPr>
          <a:xfrm>
            <a:off x="309638" y="1622118"/>
            <a:ext cx="32103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Change Agent Network is a cross-functional group of business representative that assist change teams in the implementation of change initiatives.</a:t>
            </a:r>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strategy for a Change Agent Network outlines the structure, tools, strategies and engagement needs of the network. </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Georgia"/>
                <a:ea typeface="Georgia"/>
                <a:cs typeface="Georgia"/>
                <a:sym typeface="Georgia"/>
              </a:rPr>
              <a:t>Purpose &amp; Value</a:t>
            </a:r>
            <a:r>
              <a:rPr lang="en" sz="1200" b="1" i="0" u="none" strike="noStrike" cap="none">
                <a:solidFill>
                  <a:schemeClr val="dk2"/>
                </a:solidFill>
                <a:latin typeface="Georgia"/>
                <a:ea typeface="Georgia"/>
                <a:cs typeface="Georgia"/>
                <a:sym typeface="Georgia"/>
              </a:rPr>
              <a:t>:</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None/>
            </a:pPr>
            <a:r>
              <a:rPr lang="en" sz="1000" b="0" i="0" u="none" strike="noStrike" cap="none">
                <a:solidFill>
                  <a:schemeClr val="dk1"/>
                </a:solidFill>
                <a:latin typeface="Georgia"/>
                <a:ea typeface="Georgia"/>
                <a:cs typeface="Georgia"/>
                <a:sym typeface="Georgia"/>
              </a:rPr>
              <a:t>The Change Agent Network strategy designates the key activities necessary </a:t>
            </a:r>
            <a:r>
              <a:rPr lang="en" sz="1000" b="0" i="0" u="none" strike="noStrike" cap="none">
                <a:solidFill>
                  <a:srgbClr val="000000"/>
                </a:solidFill>
                <a:latin typeface="Georgia"/>
                <a:ea typeface="Georgia"/>
                <a:cs typeface="Georgia"/>
                <a:sym typeface="Georgia"/>
              </a:rPr>
              <a:t>to identify, activate and manage the network over the course of the project. A</a:t>
            </a:r>
            <a:r>
              <a:rPr lang="en" sz="1000">
                <a:latin typeface="Georgia"/>
                <a:ea typeface="Georgia"/>
                <a:cs typeface="Georgia"/>
                <a:sym typeface="Georgia"/>
              </a:rPr>
              <a:t>s “champions” for change, Change Agents are key influencers who tell the change story and reiterate the importance of change to their team members.</a:t>
            </a:r>
            <a:endParaRPr/>
          </a:p>
          <a:p>
            <a:pPr marL="0" marR="0" lvl="0" indent="0" algn="l" rtl="0">
              <a:lnSpc>
                <a:spcPct val="100000"/>
              </a:lnSpc>
              <a:spcBef>
                <a:spcPts val="0"/>
              </a:spcBef>
              <a:spcAft>
                <a:spcPts val="0"/>
              </a:spcAft>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a:solidFill>
                <a:schemeClr val="accent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u="sng">
                <a:solidFill>
                  <a:schemeClr val="hlink"/>
                </a:solidFill>
                <a:latin typeface="Georgia"/>
                <a:ea typeface="Georgia"/>
                <a:cs typeface="Georgia"/>
                <a:sym typeface="Georgia"/>
                <a:hlinkClick r:id="rId3"/>
              </a:rPr>
              <a:t>EX - Change Agent Network</a:t>
            </a:r>
            <a:endParaRPr sz="1000">
              <a:latin typeface="Georgia"/>
              <a:ea typeface="Georgia"/>
              <a:cs typeface="Georgia"/>
              <a:sym typeface="Georgia"/>
            </a:endParaRPr>
          </a:p>
        </p:txBody>
      </p:sp>
      <p:sp>
        <p:nvSpPr>
          <p:cNvPr id="2154" name="Google Shape;2154;p219"/>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55" name="Google Shape;2155;p219"/>
          <p:cNvSpPr txBox="1">
            <a:spLocks noGrp="1"/>
          </p:cNvSpPr>
          <p:nvPr>
            <p:ph type="title"/>
          </p:nvPr>
        </p:nvSpPr>
        <p:spPr>
          <a:xfrm>
            <a:off x="309650" y="-54600"/>
            <a:ext cx="8767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Change Agent Network: activate ambassadors to enable change</a:t>
            </a:r>
            <a:endParaRPr/>
          </a:p>
        </p:txBody>
      </p:sp>
      <p:pic>
        <p:nvPicPr>
          <p:cNvPr id="2156" name="Google Shape;2156;p219"/>
          <p:cNvPicPr preferRelativeResize="0"/>
          <p:nvPr/>
        </p:nvPicPr>
        <p:blipFill>
          <a:blip r:embed="rId4">
            <a:alphaModFix/>
          </a:blip>
          <a:stretch>
            <a:fillRect/>
          </a:stretch>
        </p:blipFill>
        <p:spPr>
          <a:xfrm>
            <a:off x="3891525" y="1267237"/>
            <a:ext cx="4412551" cy="2456625"/>
          </a:xfrm>
          <a:prstGeom prst="rect">
            <a:avLst/>
          </a:prstGeom>
          <a:noFill/>
          <a:ln w="9525" cap="flat" cmpd="sng">
            <a:solidFill>
              <a:schemeClr val="dk2"/>
            </a:solidFill>
            <a:prstDash val="solid"/>
            <a:round/>
            <a:headEnd type="none" w="sm" len="sm"/>
            <a:tailEnd type="none" w="sm" len="sm"/>
          </a:ln>
        </p:spPr>
      </p:pic>
      <p:pic>
        <p:nvPicPr>
          <p:cNvPr id="2157" name="Google Shape;2157;p219"/>
          <p:cNvPicPr preferRelativeResize="0"/>
          <p:nvPr/>
        </p:nvPicPr>
        <p:blipFill>
          <a:blip r:embed="rId5">
            <a:alphaModFix/>
          </a:blip>
          <a:stretch>
            <a:fillRect/>
          </a:stretch>
        </p:blipFill>
        <p:spPr>
          <a:xfrm>
            <a:off x="4611675" y="2240500"/>
            <a:ext cx="4146600" cy="23265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2162" name="Google Shape;2162;p220"/>
          <p:cNvSpPr txBox="1"/>
          <p:nvPr/>
        </p:nvSpPr>
        <p:spPr>
          <a:xfrm>
            <a:off x="101599" y="814425"/>
            <a:ext cx="5345471"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Roles &amp; Responsibilities</a:t>
            </a:r>
            <a:endParaRPr sz="1800" b="1" i="1" u="none" strike="noStrike" cap="none">
              <a:solidFill>
                <a:srgbClr val="000000"/>
              </a:solidFill>
              <a:latin typeface="Georgia"/>
              <a:ea typeface="Georgia"/>
              <a:cs typeface="Georgia"/>
              <a:sym typeface="Georgia"/>
            </a:endParaRPr>
          </a:p>
        </p:txBody>
      </p:sp>
      <p:sp>
        <p:nvSpPr>
          <p:cNvPr id="2163" name="Google Shape;2163;p220"/>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21</a:t>
            </a:fld>
            <a:endParaRPr/>
          </a:p>
        </p:txBody>
      </p:sp>
      <p:sp>
        <p:nvSpPr>
          <p:cNvPr id="2164" name="Google Shape;2164;p220"/>
          <p:cNvSpPr txBox="1"/>
          <p:nvPr/>
        </p:nvSpPr>
        <p:spPr>
          <a:xfrm>
            <a:off x="309650" y="1622125"/>
            <a:ext cx="33480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Roles &amp; Responsibilities documents define the specific roles that Change Agents play in advancing change initiatives to key groups during the transformation. Roles range from being an advisor to the change team to being the point-of-contact in a specific market. Each role is linked to specific responsibilities.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ensuring stakeholder support and championship across all phases of the project, from planning to implementation. It also sets specific and measurable expectations for Change Agents to fulfill their roles.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Roles &amp; Responsibilities</a:t>
            </a:r>
            <a:endParaRPr sz="1000" b="0" i="0" u="none" strike="noStrike" cap="none">
              <a:solidFill>
                <a:srgbClr val="000000"/>
              </a:solidFill>
              <a:latin typeface="Georgia"/>
              <a:ea typeface="Georgia"/>
              <a:cs typeface="Georgia"/>
              <a:sym typeface="Georgia"/>
            </a:endParaRPr>
          </a:p>
        </p:txBody>
      </p:sp>
      <p:sp>
        <p:nvSpPr>
          <p:cNvPr id="2165" name="Google Shape;2165;p220"/>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66" name="Google Shape;2166;p220"/>
          <p:cNvSpPr txBox="1">
            <a:spLocks noGrp="1"/>
          </p:cNvSpPr>
          <p:nvPr>
            <p:ph type="title"/>
          </p:nvPr>
        </p:nvSpPr>
        <p:spPr>
          <a:xfrm>
            <a:off x="309650" y="-54600"/>
            <a:ext cx="8767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Roles &amp; Responsibilities: set key expectations for the Change Agents</a:t>
            </a:r>
            <a:endParaRPr/>
          </a:p>
        </p:txBody>
      </p:sp>
      <p:pic>
        <p:nvPicPr>
          <p:cNvPr id="2167" name="Google Shape;2167;p220"/>
          <p:cNvPicPr preferRelativeResize="0"/>
          <p:nvPr/>
        </p:nvPicPr>
        <p:blipFill rotWithShape="1">
          <a:blip r:embed="rId4">
            <a:alphaModFix/>
          </a:blip>
          <a:srcRect t="12846"/>
          <a:stretch/>
        </p:blipFill>
        <p:spPr>
          <a:xfrm>
            <a:off x="4296925" y="1475475"/>
            <a:ext cx="4279357" cy="2829526"/>
          </a:xfrm>
          <a:prstGeom prst="rect">
            <a:avLst/>
          </a:prstGeom>
          <a:noFill/>
          <a:ln w="9525" cap="flat" cmpd="sng">
            <a:solidFill>
              <a:schemeClr val="accent1"/>
            </a:solidFill>
            <a:prstDash val="solid"/>
            <a:round/>
            <a:headEnd type="none" w="sm" len="sm"/>
            <a:tailEnd type="none" w="sm" len="sm"/>
          </a:ln>
        </p:spPr>
      </p:pic>
      <p:sp>
        <p:nvSpPr>
          <p:cNvPr id="2168" name="Google Shape;2168;p220"/>
          <p:cNvSpPr/>
          <p:nvPr/>
        </p:nvSpPr>
        <p:spPr>
          <a:xfrm>
            <a:off x="6817825" y="1487606"/>
            <a:ext cx="1285800" cy="1749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2"/>
        <p:cNvGrpSpPr/>
        <p:nvPr/>
      </p:nvGrpSpPr>
      <p:grpSpPr>
        <a:xfrm>
          <a:off x="0" y="0"/>
          <a:ext cx="0" cy="0"/>
          <a:chOff x="0" y="0"/>
          <a:chExt cx="0" cy="0"/>
        </a:xfrm>
      </p:grpSpPr>
      <p:sp>
        <p:nvSpPr>
          <p:cNvPr id="2173" name="Google Shape;2173;p221"/>
          <p:cNvSpPr txBox="1"/>
          <p:nvPr/>
        </p:nvSpPr>
        <p:spPr>
          <a:xfrm>
            <a:off x="101600" y="814425"/>
            <a:ext cx="3811714"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Change Readiness Assessment</a:t>
            </a:r>
            <a:endParaRPr sz="1800" b="1" i="1" u="none" strike="noStrike" cap="none">
              <a:solidFill>
                <a:srgbClr val="000000"/>
              </a:solidFill>
              <a:latin typeface="Georgia"/>
              <a:ea typeface="Georgia"/>
              <a:cs typeface="Georgia"/>
              <a:sym typeface="Georgia"/>
            </a:endParaRPr>
          </a:p>
        </p:txBody>
      </p:sp>
      <p:sp>
        <p:nvSpPr>
          <p:cNvPr id="2174" name="Google Shape;2174;p221"/>
          <p:cNvSpPr txBox="1">
            <a:spLocks noGrp="1"/>
          </p:cNvSpPr>
          <p:nvPr>
            <p:ph type="title"/>
          </p:nvPr>
        </p:nvSpPr>
        <p:spPr>
          <a:xfrm>
            <a:off x="309638" y="-54600"/>
            <a:ext cx="8524800" cy="6462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Change Readiness Assessment: create a baseline for change </a:t>
            </a:r>
            <a:endParaRPr/>
          </a:p>
        </p:txBody>
      </p:sp>
      <p:sp>
        <p:nvSpPr>
          <p:cNvPr id="2175" name="Google Shape;2175;p221"/>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22</a:t>
            </a:fld>
            <a:endParaRPr/>
          </a:p>
        </p:txBody>
      </p:sp>
      <p:sp>
        <p:nvSpPr>
          <p:cNvPr id="2176" name="Google Shape;2176;p221"/>
          <p:cNvSpPr txBox="1"/>
          <p:nvPr/>
        </p:nvSpPr>
        <p:spPr>
          <a:xfrm>
            <a:off x="309650" y="1622125"/>
            <a:ext cx="30048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Change Readiness Assessment uses various techniques like stakeholder and end user surveys to collect key information about readiness before key phases of the project. Topics to measure include businesses changes, communications needs and training needs.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provides valuable insights that help create a baseline for end user awareness, communication techniques and training preferences.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Georgia"/>
                <a:ea typeface="Georgia"/>
                <a:cs typeface="Georgia"/>
                <a:sym typeface="Georgia"/>
                <a:hlinkClick r:id="rId3"/>
              </a:rPr>
              <a:t>EX - Change Readiness Assessment</a:t>
            </a:r>
            <a:endParaRPr sz="1000" b="0" i="0" u="none" strike="noStrike" cap="none">
              <a:solidFill>
                <a:srgbClr val="000000"/>
              </a:solidFill>
              <a:latin typeface="Georgia"/>
              <a:ea typeface="Georgia"/>
              <a:cs typeface="Georgia"/>
              <a:sym typeface="Georgia"/>
            </a:endParaRPr>
          </a:p>
        </p:txBody>
      </p:sp>
      <p:sp>
        <p:nvSpPr>
          <p:cNvPr id="2177" name="Google Shape;2177;p221"/>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pic>
        <p:nvPicPr>
          <p:cNvPr id="2178" name="Google Shape;2178;p221"/>
          <p:cNvPicPr preferRelativeResize="0"/>
          <p:nvPr/>
        </p:nvPicPr>
        <p:blipFill rotWithShape="1">
          <a:blip r:embed="rId4">
            <a:alphaModFix/>
          </a:blip>
          <a:srcRect/>
          <a:stretch/>
        </p:blipFill>
        <p:spPr>
          <a:xfrm>
            <a:off x="3913314" y="1253128"/>
            <a:ext cx="4221219" cy="2321294"/>
          </a:xfrm>
          <a:prstGeom prst="rect">
            <a:avLst/>
          </a:prstGeom>
          <a:noFill/>
          <a:ln w="9525" cap="flat" cmpd="sng">
            <a:solidFill>
              <a:schemeClr val="accent1"/>
            </a:solidFill>
            <a:prstDash val="solid"/>
            <a:round/>
            <a:headEnd type="none" w="sm" len="sm"/>
            <a:tailEnd type="none" w="sm" len="sm"/>
          </a:ln>
        </p:spPr>
      </p:pic>
      <p:pic>
        <p:nvPicPr>
          <p:cNvPr id="2179" name="Google Shape;2179;p221"/>
          <p:cNvPicPr preferRelativeResize="0"/>
          <p:nvPr/>
        </p:nvPicPr>
        <p:blipFill rotWithShape="1">
          <a:blip r:embed="rId5">
            <a:alphaModFix/>
          </a:blip>
          <a:srcRect/>
          <a:stretch/>
        </p:blipFill>
        <p:spPr>
          <a:xfrm>
            <a:off x="4280209" y="2189725"/>
            <a:ext cx="4327749" cy="24663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3"/>
        <p:cNvGrpSpPr/>
        <p:nvPr/>
      </p:nvGrpSpPr>
      <p:grpSpPr>
        <a:xfrm>
          <a:off x="0" y="0"/>
          <a:ext cx="0" cy="0"/>
          <a:chOff x="0" y="0"/>
          <a:chExt cx="0" cy="0"/>
        </a:xfrm>
      </p:grpSpPr>
      <p:sp>
        <p:nvSpPr>
          <p:cNvPr id="2184" name="Google Shape;2184;p222"/>
          <p:cNvSpPr txBox="1"/>
          <p:nvPr/>
        </p:nvSpPr>
        <p:spPr>
          <a:xfrm>
            <a:off x="101599" y="814425"/>
            <a:ext cx="5345471" cy="5849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Go-Live Assessment</a:t>
            </a:r>
            <a:endParaRPr sz="1800" b="1" i="1" u="none" strike="noStrike" cap="none">
              <a:solidFill>
                <a:srgbClr val="000000"/>
              </a:solidFill>
              <a:latin typeface="Georgia"/>
              <a:ea typeface="Georgia"/>
              <a:cs typeface="Georgia"/>
              <a:sym typeface="Georgia"/>
            </a:endParaRPr>
          </a:p>
        </p:txBody>
      </p:sp>
      <p:sp>
        <p:nvSpPr>
          <p:cNvPr id="2185" name="Google Shape;2185;p222"/>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23</a:t>
            </a:fld>
            <a:endParaRPr/>
          </a:p>
        </p:txBody>
      </p:sp>
      <p:sp>
        <p:nvSpPr>
          <p:cNvPr id="2186" name="Google Shape;2186;p222"/>
          <p:cNvSpPr txBox="1"/>
          <p:nvPr/>
        </p:nvSpPr>
        <p:spPr>
          <a:xfrm>
            <a:off x="309650" y="1622125"/>
            <a:ext cx="30984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Go-Live Assessment includes key status updates on change workstreams and confirms the timeline, distribution list, communications and next-steps prior to the go-live date.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aligning the project team and key stakeholders on the status of all key change activities prior to go-live. It enables the change team to make the </a:t>
            </a:r>
            <a:r>
              <a:rPr lang="en" sz="1000" b="0" i="0" u="none" strike="noStrike" cap="none">
                <a:solidFill>
                  <a:srgbClr val="000000"/>
                </a:solidFill>
                <a:latin typeface="Georgia"/>
                <a:ea typeface="Georgia"/>
                <a:cs typeface="Georgia"/>
                <a:sym typeface="Georgia"/>
              </a:rPr>
              <a:t>final go / no-go decision.</a:t>
            </a:r>
            <a:endParaRPr sz="1000" b="0" i="0" u="none" strike="noStrike" cap="none">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0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3"/>
              </a:rPr>
              <a:t>EX - Go-Live Assessment</a:t>
            </a:r>
            <a:endParaRPr sz="1000" b="0" i="0" u="none" strike="noStrike" cap="none">
              <a:solidFill>
                <a:srgbClr val="000000"/>
              </a:solidFill>
              <a:latin typeface="Georgia"/>
              <a:ea typeface="Georgia"/>
              <a:cs typeface="Georgia"/>
              <a:sym typeface="Georgia"/>
            </a:endParaRPr>
          </a:p>
        </p:txBody>
      </p:sp>
      <p:sp>
        <p:nvSpPr>
          <p:cNvPr id="2187" name="Google Shape;2187;p222"/>
          <p:cNvSpPr/>
          <p:nvPr/>
        </p:nvSpPr>
        <p:spPr>
          <a:xfrm>
            <a:off x="0" y="1253128"/>
            <a:ext cx="3657600" cy="270872"/>
          </a:xfrm>
          <a:prstGeom prst="rect">
            <a:avLst/>
          </a:prstGeom>
          <a:solidFill>
            <a:srgbClr val="E0301E"/>
          </a:solidFill>
          <a:ln w="9525" cap="flat" cmpd="sng">
            <a:solidFill>
              <a:srgbClr val="E0301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Readiness</a:t>
            </a:r>
            <a:endParaRPr sz="1200" b="1" i="1" u="none" strike="noStrike" cap="none">
              <a:solidFill>
                <a:schemeClr val="lt1"/>
              </a:solidFill>
              <a:latin typeface="Georgia"/>
              <a:ea typeface="Georgia"/>
              <a:cs typeface="Georgia"/>
              <a:sym typeface="Georgia"/>
            </a:endParaRPr>
          </a:p>
        </p:txBody>
      </p:sp>
      <p:sp>
        <p:nvSpPr>
          <p:cNvPr id="2188" name="Google Shape;2188;p222"/>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Go-Live Assessment: reach a final “go / no go” decision</a:t>
            </a:r>
            <a:endParaRPr/>
          </a:p>
        </p:txBody>
      </p:sp>
      <p:pic>
        <p:nvPicPr>
          <p:cNvPr id="2189" name="Google Shape;2189;p222"/>
          <p:cNvPicPr preferRelativeResize="0"/>
          <p:nvPr/>
        </p:nvPicPr>
        <p:blipFill rotWithShape="1">
          <a:blip r:embed="rId4">
            <a:alphaModFix/>
          </a:blip>
          <a:srcRect/>
          <a:stretch/>
        </p:blipFill>
        <p:spPr>
          <a:xfrm>
            <a:off x="3936701" y="1253128"/>
            <a:ext cx="4173954" cy="2345044"/>
          </a:xfrm>
          <a:prstGeom prst="rect">
            <a:avLst/>
          </a:prstGeom>
          <a:noFill/>
          <a:ln w="9525" cap="flat" cmpd="sng">
            <a:solidFill>
              <a:schemeClr val="accent1"/>
            </a:solidFill>
            <a:prstDash val="solid"/>
            <a:round/>
            <a:headEnd type="none" w="sm" len="sm"/>
            <a:tailEnd type="none" w="sm" len="sm"/>
          </a:ln>
        </p:spPr>
      </p:pic>
      <p:pic>
        <p:nvPicPr>
          <p:cNvPr id="2190" name="Google Shape;2190;p222"/>
          <p:cNvPicPr preferRelativeResize="0"/>
          <p:nvPr/>
        </p:nvPicPr>
        <p:blipFill rotWithShape="1">
          <a:blip r:embed="rId5">
            <a:alphaModFix/>
          </a:blip>
          <a:srcRect/>
          <a:stretch/>
        </p:blipFill>
        <p:spPr>
          <a:xfrm>
            <a:off x="4438224" y="2309077"/>
            <a:ext cx="4170556" cy="230996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94"/>
        <p:cNvGrpSpPr/>
        <p:nvPr/>
      </p:nvGrpSpPr>
      <p:grpSpPr>
        <a:xfrm>
          <a:off x="0" y="0"/>
          <a:ext cx="0" cy="0"/>
          <a:chOff x="0" y="0"/>
          <a:chExt cx="0" cy="0"/>
        </a:xfrm>
      </p:grpSpPr>
      <p:pic>
        <p:nvPicPr>
          <p:cNvPr id="2195" name="Google Shape;2195;p223"/>
          <p:cNvPicPr preferRelativeResize="0"/>
          <p:nvPr/>
        </p:nvPicPr>
        <p:blipFill>
          <a:blip r:embed="rId3">
            <a:alphaModFix/>
          </a:blip>
          <a:stretch>
            <a:fillRect/>
          </a:stretch>
        </p:blipFill>
        <p:spPr>
          <a:xfrm>
            <a:off x="3845605" y="1105400"/>
            <a:ext cx="4524469" cy="2538849"/>
          </a:xfrm>
          <a:prstGeom prst="rect">
            <a:avLst/>
          </a:prstGeom>
          <a:noFill/>
          <a:ln w="9525" cap="flat" cmpd="sng">
            <a:solidFill>
              <a:schemeClr val="dk2"/>
            </a:solidFill>
            <a:prstDash val="solid"/>
            <a:round/>
            <a:headEnd type="none" w="sm" len="sm"/>
            <a:tailEnd type="none" w="sm" len="sm"/>
          </a:ln>
        </p:spPr>
      </p:pic>
      <p:sp>
        <p:nvSpPr>
          <p:cNvPr id="2196" name="Google Shape;2196;p223"/>
          <p:cNvSpPr txBox="1"/>
          <p:nvPr/>
        </p:nvSpPr>
        <p:spPr>
          <a:xfrm>
            <a:off x="101600" y="814425"/>
            <a:ext cx="38442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Communications Strategy</a:t>
            </a:r>
            <a:endParaRPr sz="1800" b="1" i="1" u="none" strike="noStrike" cap="none">
              <a:solidFill>
                <a:srgbClr val="000000"/>
              </a:solidFill>
              <a:latin typeface="Georgia"/>
              <a:ea typeface="Georgia"/>
              <a:cs typeface="Georgia"/>
              <a:sym typeface="Georgia"/>
            </a:endParaRPr>
          </a:p>
        </p:txBody>
      </p:sp>
      <p:sp>
        <p:nvSpPr>
          <p:cNvPr id="2197" name="Google Shape;2197;p223"/>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24</a:t>
            </a:fld>
            <a:endParaRPr/>
          </a:p>
        </p:txBody>
      </p:sp>
      <p:sp>
        <p:nvSpPr>
          <p:cNvPr id="2198" name="Google Shape;2198;p223"/>
          <p:cNvSpPr txBox="1"/>
          <p:nvPr/>
        </p:nvSpPr>
        <p:spPr>
          <a:xfrm>
            <a:off x="309625" y="1622125"/>
            <a:ext cx="30204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Communications Strategy defines the overall approach to communications and stakeholder management for the change initiative. It also specifies the objectives, best practices, key messages, communications channels, and more.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framing the entire communications effort, which will enable organizational support and educate users on the change and how it impacts them.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000" b="0" i="0" u="sng" strike="noStrike" cap="none">
                <a:solidFill>
                  <a:schemeClr val="hlink"/>
                </a:solidFill>
                <a:latin typeface="Georgia"/>
                <a:ea typeface="Georgia"/>
                <a:cs typeface="Georgia"/>
                <a:sym typeface="Georgia"/>
                <a:hlinkClick r:id="rId4"/>
              </a:rPr>
              <a:t>EX - Communications Strategy</a:t>
            </a:r>
            <a:endParaRPr sz="1200" b="0" i="0" u="none" strike="noStrike" cap="none">
              <a:solidFill>
                <a:schemeClr val="dk2"/>
              </a:solidFill>
              <a:latin typeface="Georgia"/>
              <a:ea typeface="Georgia"/>
              <a:cs typeface="Georgia"/>
              <a:sym typeface="Georgia"/>
            </a:endParaRPr>
          </a:p>
        </p:txBody>
      </p:sp>
      <p:sp>
        <p:nvSpPr>
          <p:cNvPr id="2199" name="Google Shape;2199;p223"/>
          <p:cNvSpPr/>
          <p:nvPr/>
        </p:nvSpPr>
        <p:spPr>
          <a:xfrm>
            <a:off x="0" y="1253128"/>
            <a:ext cx="3657600" cy="2709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Communications</a:t>
            </a:r>
            <a:endParaRPr sz="1200" b="1" i="1" u="none" strike="noStrike" cap="none">
              <a:solidFill>
                <a:schemeClr val="lt1"/>
              </a:solidFill>
              <a:latin typeface="Georgia"/>
              <a:ea typeface="Georgia"/>
              <a:cs typeface="Georgia"/>
              <a:sym typeface="Georgia"/>
            </a:endParaRPr>
          </a:p>
        </p:txBody>
      </p:sp>
      <p:sp>
        <p:nvSpPr>
          <p:cNvPr id="2200" name="Google Shape;2200;p223"/>
          <p:cNvSpPr txBox="1">
            <a:spLocks noGrp="1"/>
          </p:cNvSpPr>
          <p:nvPr>
            <p:ph type="title"/>
          </p:nvPr>
        </p:nvSpPr>
        <p:spPr>
          <a:xfrm>
            <a:off x="309638" y="-54600"/>
            <a:ext cx="8524800" cy="646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Communication Strategy: define the overall communications approach</a:t>
            </a:r>
            <a:endParaRPr/>
          </a:p>
        </p:txBody>
      </p:sp>
      <p:pic>
        <p:nvPicPr>
          <p:cNvPr id="2201" name="Google Shape;2201;p223"/>
          <p:cNvPicPr preferRelativeResize="0"/>
          <p:nvPr/>
        </p:nvPicPr>
        <p:blipFill>
          <a:blip r:embed="rId5">
            <a:alphaModFix/>
          </a:blip>
          <a:stretch>
            <a:fillRect/>
          </a:stretch>
        </p:blipFill>
        <p:spPr>
          <a:xfrm>
            <a:off x="4367824" y="2188126"/>
            <a:ext cx="4357751" cy="24500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5"/>
        <p:cNvGrpSpPr/>
        <p:nvPr/>
      </p:nvGrpSpPr>
      <p:grpSpPr>
        <a:xfrm>
          <a:off x="0" y="0"/>
          <a:ext cx="0" cy="0"/>
          <a:chOff x="0" y="0"/>
          <a:chExt cx="0" cy="0"/>
        </a:xfrm>
      </p:grpSpPr>
      <p:sp>
        <p:nvSpPr>
          <p:cNvPr id="2206" name="Google Shape;2206;p224"/>
          <p:cNvSpPr txBox="1"/>
          <p:nvPr/>
        </p:nvSpPr>
        <p:spPr>
          <a:xfrm>
            <a:off x="101600" y="814425"/>
            <a:ext cx="3844200" cy="58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1" u="none" strike="noStrike" cap="none">
                <a:solidFill>
                  <a:schemeClr val="dk2"/>
                </a:solidFill>
                <a:latin typeface="Georgia"/>
                <a:ea typeface="Georgia"/>
                <a:cs typeface="Georgia"/>
                <a:sym typeface="Georgia"/>
              </a:rPr>
              <a:t>Communications Plan</a:t>
            </a:r>
            <a:endParaRPr sz="1800" b="1" i="1" u="none" strike="noStrike" cap="none">
              <a:solidFill>
                <a:srgbClr val="000000"/>
              </a:solidFill>
              <a:latin typeface="Georgia"/>
              <a:ea typeface="Georgia"/>
              <a:cs typeface="Georgia"/>
              <a:sym typeface="Georgia"/>
            </a:endParaRPr>
          </a:p>
        </p:txBody>
      </p:sp>
      <p:sp>
        <p:nvSpPr>
          <p:cNvPr id="2207" name="Google Shape;2207;p224"/>
          <p:cNvSpPr txBox="1">
            <a:spLocks noGrp="1"/>
          </p:cNvSpPr>
          <p:nvPr>
            <p:ph type="title"/>
          </p:nvPr>
        </p:nvSpPr>
        <p:spPr>
          <a:xfrm>
            <a:off x="309638" y="0"/>
            <a:ext cx="8774400" cy="591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400"/>
              <a:buFont typeface="Georgia"/>
              <a:buNone/>
            </a:pPr>
            <a:r>
              <a:rPr lang="en"/>
              <a:t>Communications Plan: create an inventory of communication actions</a:t>
            </a:r>
            <a:endParaRPr/>
          </a:p>
        </p:txBody>
      </p:sp>
      <p:sp>
        <p:nvSpPr>
          <p:cNvPr id="2208" name="Google Shape;2208;p224"/>
          <p:cNvSpPr txBox="1">
            <a:spLocks noGrp="1"/>
          </p:cNvSpPr>
          <p:nvPr>
            <p:ph type="sldNum" idx="12"/>
          </p:nvPr>
        </p:nvSpPr>
        <p:spPr>
          <a:xfrm>
            <a:off x="6700838" y="4770007"/>
            <a:ext cx="2133600" cy="1230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200"/>
              <a:buNone/>
            </a:pPr>
            <a:fld id="{00000000-1234-1234-1234-123412341234}" type="slidenum">
              <a:rPr lang="en"/>
              <a:t>25</a:t>
            </a:fld>
            <a:endParaRPr/>
          </a:p>
        </p:txBody>
      </p:sp>
      <p:sp>
        <p:nvSpPr>
          <p:cNvPr id="2209" name="Google Shape;2209;p224"/>
          <p:cNvSpPr txBox="1"/>
          <p:nvPr/>
        </p:nvSpPr>
        <p:spPr>
          <a:xfrm>
            <a:off x="309638" y="1622118"/>
            <a:ext cx="3271800" cy="337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Description:</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Georgia"/>
                <a:ea typeface="Georgia"/>
                <a:cs typeface="Georgia"/>
                <a:sym typeface="Georgia"/>
              </a:rPr>
              <a:t>The Communications Plan documents an inventory of communication items needed to meet the key communications objectives. For each item, important details are included, such as the audience, send date, owner, core message, frequency and communication vehicle.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Purpose &amp; Value:</a:t>
            </a:r>
            <a:endParaRPr sz="1200" b="1" i="0" u="none" strike="noStrike" cap="none">
              <a:solidFill>
                <a:schemeClr val="dk2"/>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Georgia"/>
                <a:ea typeface="Georgia"/>
                <a:cs typeface="Georgia"/>
                <a:sym typeface="Georgia"/>
              </a:rPr>
              <a:t>This deliverable adds value by allowing the change team to track progress and ensure accountability. The execution of the Communications Plan will ultimately help the organization gain commitment to and adoption of change.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98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Georgia"/>
                <a:ea typeface="Georgia"/>
                <a:cs typeface="Georgia"/>
                <a:sym typeface="Georgia"/>
              </a:rPr>
              <a:t>Material(s):</a:t>
            </a:r>
            <a:br>
              <a:rPr lang="en" sz="1000" b="0" i="0" u="none" strike="noStrike" cap="none">
                <a:solidFill>
                  <a:srgbClr val="000000"/>
                </a:solidFill>
                <a:latin typeface="Georgia"/>
                <a:ea typeface="Georgia"/>
                <a:cs typeface="Georgia"/>
                <a:sym typeface="Georgia"/>
              </a:rPr>
            </a:br>
            <a:r>
              <a:rPr lang="en" sz="1000" b="0" i="0" u="sng" strike="noStrike" cap="none">
                <a:solidFill>
                  <a:schemeClr val="hlink"/>
                </a:solidFill>
                <a:latin typeface="Georgia"/>
                <a:ea typeface="Georgia"/>
                <a:cs typeface="Georgia"/>
                <a:sym typeface="Georgia"/>
                <a:hlinkClick r:id="rId3"/>
              </a:rPr>
              <a:t>EX - Communications Plan</a:t>
            </a:r>
            <a:endParaRPr sz="1000" b="0" i="0" u="none" strike="noStrike" cap="none">
              <a:solidFill>
                <a:srgbClr val="000000"/>
              </a:solidFill>
              <a:latin typeface="Georgia"/>
              <a:ea typeface="Georgia"/>
              <a:cs typeface="Georgia"/>
              <a:sym typeface="Georgia"/>
            </a:endParaRPr>
          </a:p>
        </p:txBody>
      </p:sp>
      <p:sp>
        <p:nvSpPr>
          <p:cNvPr id="2210" name="Google Shape;2210;p224"/>
          <p:cNvSpPr/>
          <p:nvPr/>
        </p:nvSpPr>
        <p:spPr>
          <a:xfrm>
            <a:off x="0" y="1253128"/>
            <a:ext cx="3657600" cy="270900"/>
          </a:xfrm>
          <a:prstGeom prst="rect">
            <a:avLst/>
          </a:prstGeom>
          <a:solidFill>
            <a:srgbClr val="A32020"/>
          </a:solidFill>
          <a:ln w="9525" cap="flat" cmpd="sng">
            <a:solidFill>
              <a:srgbClr val="A32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chemeClr val="lt1"/>
                </a:solidFill>
                <a:latin typeface="Georgia"/>
                <a:ea typeface="Georgia"/>
                <a:cs typeface="Georgia"/>
                <a:sym typeface="Georgia"/>
              </a:rPr>
              <a:t>Communications</a:t>
            </a:r>
            <a:endParaRPr sz="1200" b="1" i="1" u="none" strike="noStrike" cap="none">
              <a:solidFill>
                <a:schemeClr val="lt1"/>
              </a:solidFill>
              <a:latin typeface="Georgia"/>
              <a:ea typeface="Georgia"/>
              <a:cs typeface="Georgia"/>
              <a:sym typeface="Georgia"/>
            </a:endParaRPr>
          </a:p>
        </p:txBody>
      </p:sp>
      <p:pic>
        <p:nvPicPr>
          <p:cNvPr id="2211" name="Google Shape;2211;p224"/>
          <p:cNvPicPr preferRelativeResize="0"/>
          <p:nvPr/>
        </p:nvPicPr>
        <p:blipFill rotWithShape="1">
          <a:blip r:embed="rId4">
            <a:alphaModFix/>
          </a:blip>
          <a:srcRect/>
          <a:stretch/>
        </p:blipFill>
        <p:spPr>
          <a:xfrm>
            <a:off x="4490225" y="1187441"/>
            <a:ext cx="3625744" cy="337440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PWC001_PowerPoint_Template_Final_150831_5b">
  <a:themeElements>
    <a:clrScheme name="Custom 2">
      <a:dk1>
        <a:srgbClr val="000000"/>
      </a:dk1>
      <a:lt1>
        <a:srgbClr val="FFFFFF"/>
      </a:lt1>
      <a:dk2>
        <a:srgbClr val="E0301E"/>
      </a:dk2>
      <a:lt2>
        <a:srgbClr val="7C7C7B"/>
      </a:lt2>
      <a:accent1>
        <a:srgbClr val="E0301E"/>
      </a:accent1>
      <a:accent2>
        <a:srgbClr val="000000"/>
      </a:accent2>
      <a:accent3>
        <a:srgbClr val="2D2D2D"/>
      </a:accent3>
      <a:accent4>
        <a:srgbClr val="5A5A5A"/>
      </a:accent4>
      <a:accent5>
        <a:srgbClr val="878787"/>
      </a:accent5>
      <a:accent6>
        <a:srgbClr val="B4B4B4"/>
      </a:accent6>
      <a:hlink>
        <a:srgbClr val="E0301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6</TotalTime>
  <Words>2663</Words>
  <Application>Microsoft Office PowerPoint</Application>
  <PresentationFormat>On-screen Show (16:9)</PresentationFormat>
  <Paragraphs>366</Paragraphs>
  <Slides>25</Slides>
  <Notes>25</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25</vt:i4>
      </vt:variant>
    </vt:vector>
  </HeadingPairs>
  <TitlesOfParts>
    <vt:vector size="34" baseType="lpstr">
      <vt:lpstr>Georgia</vt:lpstr>
      <vt:lpstr>Times New Roman</vt:lpstr>
      <vt:lpstr>Noto Sans Symbols</vt:lpstr>
      <vt:lpstr>Arial</vt:lpstr>
      <vt:lpstr>PWC001_PowerPoint_Template_Final_150831_5b</vt:lpstr>
      <vt:lpstr>1_PWC001_PowerPoint_Template_Final_150831_5b</vt:lpstr>
      <vt:lpstr>2_PWC001_PowerPoint_Template_Final_150831_5b</vt:lpstr>
      <vt:lpstr>PWC001_PowerPoint_Template_Final_150831_5b</vt:lpstr>
      <vt:lpstr>PWC001_PowerPoint_Template_Final_150831_5b</vt:lpstr>
      <vt:lpstr>PowerPoint Presentation</vt:lpstr>
      <vt:lpstr>Purpose of this playbook</vt:lpstr>
      <vt:lpstr>Table of contents</vt:lpstr>
      <vt:lpstr>PowerPoint Presentation</vt:lpstr>
      <vt:lpstr>High-level roadmap: Salesforce “Change &amp; Adoption in a Box”</vt:lpstr>
      <vt:lpstr>Our roadmap is meant to apply to a variety of opportunities</vt:lpstr>
      <vt:lpstr>PowerPoint Presentation</vt:lpstr>
      <vt:lpstr>Our guiding principles for Salesforce “Change &amp; Adoption in a Box”</vt:lpstr>
      <vt:lpstr>Best practices for achieving success</vt:lpstr>
      <vt:lpstr>And remember that there are different ways to approach change...</vt:lpstr>
      <vt:lpstr>PowerPoint Presentation</vt:lpstr>
      <vt:lpstr>Key deliverables by stage and focus area</vt:lpstr>
      <vt:lpstr>Library of materials</vt:lpstr>
      <vt:lpstr>Change Strategy: establish the foundational scope and objectives </vt:lpstr>
      <vt:lpstr>Vision Document: craft a compelling story to guide the project</vt:lpstr>
      <vt:lpstr>Stakeholder Analysis: map out stakeholder interaction and engagement</vt:lpstr>
      <vt:lpstr>Impact Assessment: identify critical change implications</vt:lpstr>
      <vt:lpstr>Personas &amp; Journey Maps: capture end-to-end user insights</vt:lpstr>
      <vt:lpstr>Change Plan: define the key activities required</vt:lpstr>
      <vt:lpstr>Change Agent Network: activate ambassadors to enable change</vt:lpstr>
      <vt:lpstr>Roles &amp; Responsibilities: set key expectations for the Change Agents</vt:lpstr>
      <vt:lpstr>Change Readiness Assessment: create a baseline for change </vt:lpstr>
      <vt:lpstr>Go-Live Assessment: reach a final “go / no go” decision</vt:lpstr>
      <vt:lpstr>Communication Strategy: define the overall communications approach</vt:lpstr>
      <vt:lpstr>Communications Plan: create an inventory of communication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Leong, Steven Ka Jo</dc:creator>
  <cp:lastModifiedBy>Tang, Jeffrey Hok Him</cp:lastModifiedBy>
  <cp:revision>3</cp:revision>
  <dcterms:modified xsi:type="dcterms:W3CDTF">2026-08-27T02:49:12Z</dcterms:modified>
</cp:coreProperties>
</file>